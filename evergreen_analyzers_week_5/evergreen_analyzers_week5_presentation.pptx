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comments/modernComment_100_CCE4D887.xml" ContentType="application/vnd.ms-powerpoint.comments+xml"/>
  <Override PartName="/ppt/notesSlides/notesSlide1.xml" ContentType="application/vnd.openxmlformats-officedocument.presentationml.notesSlide+xml"/>
  <Override PartName="/ppt/comments/modernComment_10A_4C7F65F9.xml" ContentType="application/vnd.ms-powerpoint.comments+xml"/>
  <Override PartName="/ppt/comments/modernComment_107_7C3A4B57.xml" ContentType="application/vnd.ms-powerpoint.comment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comments/modernComment_103_2FB4FE6B.xml" ContentType="application/vnd.ms-powerpoint.comments+xml"/>
  <Override PartName="/ppt/comments/modernComment_104_79DBE72F.xml" ContentType="application/vnd.ms-powerpoint.comments+xml"/>
  <Override PartName="/ppt/comments/modernComment_105_7CB91D06.xml" ContentType="application/vnd.ms-powerpoint.comment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3.xml" ContentType="application/vnd.openxmlformats-officedocument.presentationml.notesSlide+xml"/>
  <Override PartName="/ppt/comments/modernComment_10D_10565CE6.xml" ContentType="application/vnd.ms-powerpoint.comments+xml"/>
  <Override PartName="/ppt/comments/modernComment_10B_144E1DA.xml" ContentType="application/vnd.ms-powerpoint.comments+xml"/>
  <Override PartName="/ppt/comments/modernComment_106_9531900E.xml" ContentType="application/vnd.ms-powerpoint.comments+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2"/>
  </p:notesMasterIdLst>
  <p:sldIdLst>
    <p:sldId id="256" r:id="rId2"/>
    <p:sldId id="265" r:id="rId3"/>
    <p:sldId id="266" r:id="rId4"/>
    <p:sldId id="263" r:id="rId5"/>
    <p:sldId id="259" r:id="rId6"/>
    <p:sldId id="260" r:id="rId7"/>
    <p:sldId id="261" r:id="rId8"/>
    <p:sldId id="269" r:id="rId9"/>
    <p:sldId id="267" r:id="rId10"/>
    <p:sldId id="262" r:id="rId11"/>
  </p:sldIdLst>
  <p:sldSz cx="12192000" cy="6858000"/>
  <p:notesSz cx="6858000" cy="9144000"/>
  <p:defaultText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A3DFB2B-B08E-4236-573D-75FC3810D694}" name="Jivanjee, Alejandro" initials="JA" userId="S::alejandro.jivanjee@pnnl.gov::4b64bafb-34a3-41fc-9d46-f9274d7de86a" providerId="AD"/>
  <p188:author id="{808F3756-52CD-54E7-36FF-D6188044BF6E}" name="DiRaddo, Stephanie G" initials="SD" userId="S::stephanie.diraddo@pnnl.gov::6aa33f53-168f-4a59-8a22-ad1c5c7bb80e" providerId="AD"/>
  <p188:author id="{9354E099-9770-917E-779B-0F8CCE7A6649}" name="Verma, Seema" initials="SV" userId="S::seema.verma@pnnl.gov::d6d59e0d-57a3-41bb-80e1-6975573161df" providerId="AD"/>
  <p188:author id="{65BB26AB-A356-CC2C-ED0F-A128ED315E68}" name="Glass, Tarrah" initials="GT" userId="S::tarrah.glass@pnnl.gov::b2563bb9-e7d8-45d4-bcca-e4833a05aa73" providerId="AD"/>
  <p188:author id="{92A55CF9-D83C-1A68-3FF6-D68FD98FB54E}" name="Jeffs, Amzi" initials="JA" userId="S::amzi.jeffs@pnnl.gov::bebfc22d-f217-4d4d-a3c6-cc76667bc345"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00024"/>
    <a:srgbClr val="00206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28E078E-100B-4C34-8157-789C14A2359F}" v="2325" dt="2026-04-23T17:38:09.932"/>
    <p1510:client id="{241C22D0-A01A-9149-A4E1-86F4ECAEDE30}" v="1202" dt="2026-04-23T17:32:52.170"/>
    <p1510:client id="{255D5A35-7BA2-442F-B748-EDB2A817C4F9}" v="217" dt="2026-04-23T17:31:18.209"/>
    <p1510:client id="{7A77B36B-63C2-4B50-A235-75D1FCAE943E}" v="414" dt="2026-04-23T17:24:00.161"/>
    <p1510:client id="{A38BD2B7-AD8C-6AE6-10F4-EFC0C4A54706}" v="3" dt="2026-04-23T15:35:48.819"/>
    <p1510:client id="{C06B86D8-AF00-9A22-D1A8-82A3A9B86634}" v="312" dt="2026-04-23T15:33:47.058"/>
    <p1510:client id="{CB49D1AB-BD31-55BE-9527-D1E42DC0115E}" v="115" dt="2026-04-22T23:05:02.194"/>
    <p1510:client id="{ED8369D8-5494-F7BB-BB47-2304C30369E0}" v="45" dt="2026-04-22T23:39:01.861"/>
  </p1510:revLst>
</p1510:revInfo>
</file>

<file path=ppt/tableStyles.xml><?xml version="1.0" encoding="utf-8"?>
<a:tblStyleLst xmlns:a="http://schemas.openxmlformats.org/drawingml/2006/main" def="{5C22544A-7EE6-4342-B048-85BDC9FD1C3A}">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19" Type="http://schemas.microsoft.com/office/2018/10/relationships/authors" Targe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fzal, Yusuf S" userId="efa72941-23e1-41f4-bafd-b9b859dd4f54" providerId="ADAL" clId="{8C406A0B-0904-4BF1-8A7A-08F0F08537E2}"/>
    <pc:docChg chg="undo redo custSel modSld">
      <pc:chgData name="Afzal, Yusuf S" userId="efa72941-23e1-41f4-bafd-b9b859dd4f54" providerId="ADAL" clId="{8C406A0B-0904-4BF1-8A7A-08F0F08537E2}" dt="2026-04-23T06:06:51.908" v="406" actId="14100"/>
      <pc:docMkLst>
        <pc:docMk/>
      </pc:docMkLst>
      <pc:sldChg chg="addSp delSp modSp mod">
        <pc:chgData name="Afzal, Yusuf S" userId="efa72941-23e1-41f4-bafd-b9b859dd4f54" providerId="ADAL" clId="{8C406A0B-0904-4BF1-8A7A-08F0F08537E2}" dt="2026-04-23T06:06:51.908" v="406" actId="14100"/>
        <pc:sldMkLst>
          <pc:docMk/>
          <pc:sldMk cId="2503053326" sldId="262"/>
        </pc:sldMkLst>
        <pc:spChg chg="add del mod">
          <ac:chgData name="Afzal, Yusuf S" userId="efa72941-23e1-41f4-bafd-b9b859dd4f54" providerId="ADAL" clId="{8C406A0B-0904-4BF1-8A7A-08F0F08537E2}" dt="2026-04-23T05:46:54.407" v="117" actId="478"/>
          <ac:spMkLst>
            <pc:docMk/>
            <pc:sldMk cId="2503053326" sldId="262"/>
            <ac:spMk id="2" creationId="{ACA0EC27-7AFA-FD09-1D60-085DC63E36E0}"/>
          </ac:spMkLst>
        </pc:spChg>
        <pc:spChg chg="add del mod">
          <ac:chgData name="Afzal, Yusuf S" userId="efa72941-23e1-41f4-bafd-b9b859dd4f54" providerId="ADAL" clId="{8C406A0B-0904-4BF1-8A7A-08F0F08537E2}" dt="2026-04-23T05:46:56.908" v="118" actId="478"/>
          <ac:spMkLst>
            <pc:docMk/>
            <pc:sldMk cId="2503053326" sldId="262"/>
            <ac:spMk id="3" creationId="{8C2279B1-7318-C673-EBBF-79F170A415B6}"/>
          </ac:spMkLst>
        </pc:spChg>
        <pc:spChg chg="add del mod">
          <ac:chgData name="Afzal, Yusuf S" userId="efa72941-23e1-41f4-bafd-b9b859dd4f54" providerId="ADAL" clId="{8C406A0B-0904-4BF1-8A7A-08F0F08537E2}" dt="2026-04-23T05:47:37.374" v="129" actId="1076"/>
          <ac:spMkLst>
            <pc:docMk/>
            <pc:sldMk cId="2503053326" sldId="262"/>
            <ac:spMk id="4" creationId="{CDF5C381-DA73-808B-6A00-4C2EBB1A05DA}"/>
          </ac:spMkLst>
        </pc:spChg>
        <pc:spChg chg="add mod">
          <ac:chgData name="Afzal, Yusuf S" userId="efa72941-23e1-41f4-bafd-b9b859dd4f54" providerId="ADAL" clId="{8C406A0B-0904-4BF1-8A7A-08F0F08537E2}" dt="2026-04-23T05:26:26.988" v="113" actId="1076"/>
          <ac:spMkLst>
            <pc:docMk/>
            <pc:sldMk cId="2503053326" sldId="262"/>
            <ac:spMk id="5" creationId="{B855FDC2-5CF0-D05A-7498-89BFBE457BAE}"/>
          </ac:spMkLst>
        </pc:spChg>
        <pc:spChg chg="mod">
          <ac:chgData name="Afzal, Yusuf S" userId="efa72941-23e1-41f4-bafd-b9b859dd4f54" providerId="ADAL" clId="{8C406A0B-0904-4BF1-8A7A-08F0F08537E2}" dt="2026-04-22T23:01:30.152" v="30" actId="20577"/>
          <ac:spMkLst>
            <pc:docMk/>
            <pc:sldMk cId="2503053326" sldId="262"/>
            <ac:spMk id="6" creationId="{0550E381-01EB-02E3-963E-C4F60E15E175}"/>
          </ac:spMkLst>
        </pc:spChg>
        <pc:spChg chg="mod">
          <ac:chgData name="Afzal, Yusuf S" userId="efa72941-23e1-41f4-bafd-b9b859dd4f54" providerId="ADAL" clId="{8C406A0B-0904-4BF1-8A7A-08F0F08537E2}" dt="2026-04-23T05:59:53.674" v="400" actId="14100"/>
          <ac:spMkLst>
            <pc:docMk/>
            <pc:sldMk cId="2503053326" sldId="262"/>
            <ac:spMk id="7" creationId="{C7FE88A2-9C34-16EE-163A-EB9C5E0856A3}"/>
          </ac:spMkLst>
        </pc:spChg>
        <pc:spChg chg="add del mod">
          <ac:chgData name="Afzal, Yusuf S" userId="efa72941-23e1-41f4-bafd-b9b859dd4f54" providerId="ADAL" clId="{8C406A0B-0904-4BF1-8A7A-08F0F08537E2}" dt="2026-04-23T05:47:35.761" v="128"/>
          <ac:spMkLst>
            <pc:docMk/>
            <pc:sldMk cId="2503053326" sldId="262"/>
            <ac:spMk id="8" creationId="{552159B5-7813-617E-E459-D4CC5C370EAF}"/>
          </ac:spMkLst>
        </pc:spChg>
        <pc:spChg chg="add mod">
          <ac:chgData name="Afzal, Yusuf S" userId="efa72941-23e1-41f4-bafd-b9b859dd4f54" providerId="ADAL" clId="{8C406A0B-0904-4BF1-8A7A-08F0F08537E2}" dt="2026-04-23T05:59:48.234" v="399" actId="1076"/>
          <ac:spMkLst>
            <pc:docMk/>
            <pc:sldMk cId="2503053326" sldId="262"/>
            <ac:spMk id="9" creationId="{B95439CA-8F6D-4E0F-431B-AF25EA005CAD}"/>
          </ac:spMkLst>
        </pc:spChg>
        <pc:graphicFrameChg chg="add del mod">
          <ac:chgData name="Afzal, Yusuf S" userId="efa72941-23e1-41f4-bafd-b9b859dd4f54" providerId="ADAL" clId="{8C406A0B-0904-4BF1-8A7A-08F0F08537E2}" dt="2026-04-22T23:01:24.753" v="2" actId="478"/>
          <ac:graphicFrameMkLst>
            <pc:docMk/>
            <pc:sldMk cId="2503053326" sldId="262"/>
            <ac:graphicFrameMk id="2" creationId="{837AFCB7-98C7-BE2E-A623-21734C28B802}"/>
          </ac:graphicFrameMkLst>
        </pc:graphicFrameChg>
        <pc:picChg chg="add mod">
          <ac:chgData name="Afzal, Yusuf S" userId="efa72941-23e1-41f4-bafd-b9b859dd4f54" providerId="ADAL" clId="{8C406A0B-0904-4BF1-8A7A-08F0F08537E2}" dt="2026-04-23T06:06:51.908" v="406" actId="14100"/>
          <ac:picMkLst>
            <pc:docMk/>
            <pc:sldMk cId="2503053326" sldId="262"/>
            <ac:picMk id="11" creationId="{1A339F68-7470-9854-0229-E6ED3E3E306B}"/>
          </ac:picMkLst>
        </pc:picChg>
      </pc:sldChg>
    </pc:docChg>
  </pc:docChgLst>
  <pc:docChgLst>
    <pc:chgData name="Jeffs, Amzi" userId="S::amzi.jeffs@pnnl.gov::bebfc22d-f217-4d4d-a3c6-cc76667bc345" providerId="AD" clId="Web-{C06B86D8-AF00-9A22-D1A8-82A3A9B86634}"/>
    <pc:docChg chg="mod modSld">
      <pc:chgData name="Jeffs, Amzi" userId="S::amzi.jeffs@pnnl.gov::bebfc22d-f217-4d4d-a3c6-cc76667bc345" providerId="AD" clId="Web-{C06B86D8-AF00-9A22-D1A8-82A3A9B86634}" dt="2026-04-23T15:33:47.058" v="310" actId="1076"/>
      <pc:docMkLst>
        <pc:docMk/>
      </pc:docMkLst>
      <pc:sldChg chg="addSp modSp">
        <pc:chgData name="Jeffs, Amzi" userId="S::amzi.jeffs@pnnl.gov::bebfc22d-f217-4d4d-a3c6-cc76667bc345" providerId="AD" clId="Web-{C06B86D8-AF00-9A22-D1A8-82A3A9B86634}" dt="2026-04-21T16:35:04.794" v="231" actId="1076"/>
        <pc:sldMkLst>
          <pc:docMk/>
          <pc:sldMk cId="2044454703" sldId="260"/>
        </pc:sldMkLst>
      </pc:sldChg>
      <pc:sldChg chg="addSp delSp modSp">
        <pc:chgData name="Jeffs, Amzi" userId="S::amzi.jeffs@pnnl.gov::bebfc22d-f217-4d4d-a3c6-cc76667bc345" providerId="AD" clId="Web-{C06B86D8-AF00-9A22-D1A8-82A3A9B86634}" dt="2026-04-21T16:21:49.274" v="228"/>
        <pc:sldMkLst>
          <pc:docMk/>
          <pc:sldMk cId="1283417593" sldId="266"/>
        </pc:sldMkLst>
        <pc:spChg chg="add del">
          <ac:chgData name="Jeffs, Amzi" userId="S::amzi.jeffs@pnnl.gov::bebfc22d-f217-4d4d-a3c6-cc76667bc345" providerId="AD" clId="Web-{C06B86D8-AF00-9A22-D1A8-82A3A9B86634}" dt="2026-04-21T16:21:43.180" v="226"/>
          <ac:spMkLst>
            <pc:docMk/>
            <pc:sldMk cId="1283417593" sldId="266"/>
            <ac:spMk id="2" creationId="{FD337D6C-EF35-1CEB-1124-E3E59D250E74}"/>
          </ac:spMkLst>
        </pc:spChg>
      </pc:sldChg>
      <pc:sldChg chg="addSp delSp modSp">
        <pc:chgData name="Jeffs, Amzi" userId="S::amzi.jeffs@pnnl.gov::bebfc22d-f217-4d4d-a3c6-cc76667bc345" providerId="AD" clId="Web-{C06B86D8-AF00-9A22-D1A8-82A3A9B86634}" dt="2026-04-23T15:05:05.132" v="283" actId="1076"/>
        <pc:sldMkLst>
          <pc:docMk/>
          <pc:sldMk cId="860314238" sldId="268"/>
        </pc:sldMkLst>
        <pc:spChg chg="mod">
          <ac:chgData name="Jeffs, Amzi" userId="S::amzi.jeffs@pnnl.gov::bebfc22d-f217-4d4d-a3c6-cc76667bc345" providerId="AD" clId="Web-{C06B86D8-AF00-9A22-D1A8-82A3A9B86634}" dt="2026-04-22T14:59:30.918" v="253" actId="14100"/>
          <ac:spMkLst>
            <pc:docMk/>
            <pc:sldMk cId="860314238" sldId="268"/>
            <ac:spMk id="2" creationId="{6CFEF1B0-7F21-2677-2677-D050F517B8D3}"/>
          </ac:spMkLst>
        </pc:spChg>
        <pc:spChg chg="add del mod">
          <ac:chgData name="Jeffs, Amzi" userId="S::amzi.jeffs@pnnl.gov::bebfc22d-f217-4d4d-a3c6-cc76667bc345" providerId="AD" clId="Web-{C06B86D8-AF00-9A22-D1A8-82A3A9B86634}" dt="2026-04-23T14:59:21.506" v="257"/>
          <ac:spMkLst>
            <pc:docMk/>
            <pc:sldMk cId="860314238" sldId="268"/>
            <ac:spMk id="3" creationId="{B93531FF-410F-40EB-A9B2-F46F61867F15}"/>
          </ac:spMkLst>
        </pc:spChg>
        <pc:spChg chg="del">
          <ac:chgData name="Jeffs, Amzi" userId="S::amzi.jeffs@pnnl.gov::bebfc22d-f217-4d4d-a3c6-cc76667bc345" providerId="AD" clId="Web-{C06B86D8-AF00-9A22-D1A8-82A3A9B86634}" dt="2026-04-22T14:58:11.978" v="233"/>
          <ac:spMkLst>
            <pc:docMk/>
            <pc:sldMk cId="860314238" sldId="268"/>
            <ac:spMk id="3" creationId="{D37D3630-7A35-B5D4-AF0D-7C87DE01B6C1}"/>
          </ac:spMkLst>
        </pc:spChg>
        <pc:spChg chg="add del mod">
          <ac:chgData name="Jeffs, Amzi" userId="S::amzi.jeffs@pnnl.gov::bebfc22d-f217-4d4d-a3c6-cc76667bc345" providerId="AD" clId="Web-{C06B86D8-AF00-9A22-D1A8-82A3A9B86634}" dt="2026-04-22T14:58:19.244" v="237"/>
          <ac:spMkLst>
            <pc:docMk/>
            <pc:sldMk cId="860314238" sldId="268"/>
            <ac:spMk id="6" creationId="{30DA50DB-77C5-F085-3F9F-D436343A4DC8}"/>
          </ac:spMkLst>
        </pc:spChg>
        <pc:spChg chg="add del mod">
          <ac:chgData name="Jeffs, Amzi" userId="S::amzi.jeffs@pnnl.gov::bebfc22d-f217-4d4d-a3c6-cc76667bc345" providerId="AD" clId="Web-{C06B86D8-AF00-9A22-D1A8-82A3A9B86634}" dt="2026-04-23T15:00:59.663" v="263"/>
          <ac:spMkLst>
            <pc:docMk/>
            <pc:sldMk cId="860314238" sldId="268"/>
            <ac:spMk id="6" creationId="{BBB29868-422F-F6DE-07CC-50600892D399}"/>
          </ac:spMkLst>
        </pc:spChg>
        <pc:spChg chg="add del mod">
          <ac:chgData name="Jeffs, Amzi" userId="S::amzi.jeffs@pnnl.gov::bebfc22d-f217-4d4d-a3c6-cc76667bc345" providerId="AD" clId="Web-{C06B86D8-AF00-9A22-D1A8-82A3A9B86634}" dt="2026-04-23T15:01:04.272" v="265"/>
          <ac:spMkLst>
            <pc:docMk/>
            <pc:sldMk cId="860314238" sldId="268"/>
            <ac:spMk id="10" creationId="{951CEB32-B491-A221-2839-460733C7AC2C}"/>
          </ac:spMkLst>
        </pc:spChg>
        <pc:spChg chg="add del mod">
          <ac:chgData name="Jeffs, Amzi" userId="S::amzi.jeffs@pnnl.gov::bebfc22d-f217-4d4d-a3c6-cc76667bc345" providerId="AD" clId="Web-{C06B86D8-AF00-9A22-D1A8-82A3A9B86634}" dt="2026-04-23T15:04:24.538" v="276"/>
          <ac:spMkLst>
            <pc:docMk/>
            <pc:sldMk cId="860314238" sldId="268"/>
            <ac:spMk id="13" creationId="{75D221BF-5219-B5D8-1DB6-FB11996BE610}"/>
          </ac:spMkLst>
        </pc:spChg>
        <pc:spChg chg="add del mod">
          <ac:chgData name="Jeffs, Amzi" userId="S::amzi.jeffs@pnnl.gov::bebfc22d-f217-4d4d-a3c6-cc76667bc345" providerId="AD" clId="Web-{C06B86D8-AF00-9A22-D1A8-82A3A9B86634}" dt="2026-04-23T15:04:36.789" v="278"/>
          <ac:spMkLst>
            <pc:docMk/>
            <pc:sldMk cId="860314238" sldId="268"/>
            <ac:spMk id="16" creationId="{EF9C9C89-808D-A412-E222-4A3F6B0E34AE}"/>
          </ac:spMkLst>
        </pc:spChg>
        <pc:picChg chg="add del mod ord">
          <ac:chgData name="Jeffs, Amzi" userId="S::amzi.jeffs@pnnl.gov::bebfc22d-f217-4d4d-a3c6-cc76667bc345" providerId="AD" clId="Web-{C06B86D8-AF00-9A22-D1A8-82A3A9B86634}" dt="2026-04-22T14:58:17.384" v="236"/>
          <ac:picMkLst>
            <pc:docMk/>
            <pc:sldMk cId="860314238" sldId="268"/>
            <ac:picMk id="4" creationId="{C98F41C4-7815-91D2-2DE5-27B99C3D84FD}"/>
          </ac:picMkLst>
        </pc:picChg>
        <pc:picChg chg="add del mod">
          <ac:chgData name="Jeffs, Amzi" userId="S::amzi.jeffs@pnnl.gov::bebfc22d-f217-4d4d-a3c6-cc76667bc345" providerId="AD" clId="Web-{C06B86D8-AF00-9A22-D1A8-82A3A9B86634}" dt="2026-04-23T15:00:28.256" v="261"/>
          <ac:picMkLst>
            <pc:docMk/>
            <pc:sldMk cId="860314238" sldId="268"/>
            <ac:picMk id="4" creationId="{D9FCCF28-E663-030A-4B6B-1DE195BE3D1A}"/>
          </ac:picMkLst>
        </pc:picChg>
        <pc:picChg chg="add del mod ord">
          <ac:chgData name="Jeffs, Amzi" userId="S::amzi.jeffs@pnnl.gov::bebfc22d-f217-4d4d-a3c6-cc76667bc345" providerId="AD" clId="Web-{C06B86D8-AF00-9A22-D1A8-82A3A9B86634}" dt="2026-04-23T15:00:58.459" v="262"/>
          <ac:picMkLst>
            <pc:docMk/>
            <pc:sldMk cId="860314238" sldId="268"/>
            <ac:picMk id="7" creationId="{06C00E5D-F467-B119-9753-BA32AD2D8858}"/>
          </ac:picMkLst>
        </pc:picChg>
        <pc:picChg chg="add del mod ord">
          <ac:chgData name="Jeffs, Amzi" userId="S::amzi.jeffs@pnnl.gov::bebfc22d-f217-4d4d-a3c6-cc76667bc345" providerId="AD" clId="Web-{C06B86D8-AF00-9A22-D1A8-82A3A9B86634}" dt="2026-04-23T15:01:01.210" v="264"/>
          <ac:picMkLst>
            <pc:docMk/>
            <pc:sldMk cId="860314238" sldId="268"/>
            <ac:picMk id="8" creationId="{B30D3356-FD22-39CA-4DA4-DC29FA1626E8}"/>
          </ac:picMkLst>
        </pc:picChg>
        <pc:picChg chg="add del mod ord">
          <ac:chgData name="Jeffs, Amzi" userId="S::amzi.jeffs@pnnl.gov::bebfc22d-f217-4d4d-a3c6-cc76667bc345" providerId="AD" clId="Web-{C06B86D8-AF00-9A22-D1A8-82A3A9B86634}" dt="2026-04-23T15:04:23.757" v="275"/>
          <ac:picMkLst>
            <pc:docMk/>
            <pc:sldMk cId="860314238" sldId="268"/>
            <ac:picMk id="11" creationId="{BAD8E3F3-9DE6-D8CC-EA2B-76D1407951EC}"/>
          </ac:picMkLst>
        </pc:picChg>
        <pc:picChg chg="add del mod ord">
          <ac:chgData name="Jeffs, Amzi" userId="S::amzi.jeffs@pnnl.gov::bebfc22d-f217-4d4d-a3c6-cc76667bc345" providerId="AD" clId="Web-{C06B86D8-AF00-9A22-D1A8-82A3A9B86634}" dt="2026-04-23T15:04:27.664" v="277"/>
          <ac:picMkLst>
            <pc:docMk/>
            <pc:sldMk cId="860314238" sldId="268"/>
            <ac:picMk id="14" creationId="{E7A3A918-4F42-E666-2AFC-7AAE2F86318A}"/>
          </ac:picMkLst>
        </pc:picChg>
        <pc:picChg chg="add mod ord">
          <ac:chgData name="Jeffs, Amzi" userId="S::amzi.jeffs@pnnl.gov::bebfc22d-f217-4d4d-a3c6-cc76667bc345" providerId="AD" clId="Web-{C06B86D8-AF00-9A22-D1A8-82A3A9B86634}" dt="2026-04-23T15:05:05.132" v="283" actId="1076"/>
          <ac:picMkLst>
            <pc:docMk/>
            <pc:sldMk cId="860314238" sldId="268"/>
            <ac:picMk id="17" creationId="{557D69B6-B457-7FFA-BBE9-B5B166F51C33}"/>
          </ac:picMkLst>
        </pc:picChg>
      </pc:sldChg>
      <pc:sldChg chg="delSp modSp">
        <pc:chgData name="Jeffs, Amzi" userId="S::amzi.jeffs@pnnl.gov::bebfc22d-f217-4d4d-a3c6-cc76667bc345" providerId="AD" clId="Web-{C06B86D8-AF00-9A22-D1A8-82A3A9B86634}" dt="2026-04-23T15:33:47.058" v="310" actId="1076"/>
        <pc:sldMkLst>
          <pc:docMk/>
          <pc:sldMk cId="274095334" sldId="269"/>
        </pc:sldMkLst>
        <pc:spChg chg="mod">
          <ac:chgData name="Jeffs, Amzi" userId="S::amzi.jeffs@pnnl.gov::bebfc22d-f217-4d4d-a3c6-cc76667bc345" providerId="AD" clId="Web-{C06B86D8-AF00-9A22-D1A8-82A3A9B86634}" dt="2026-04-23T15:33:36.418" v="308" actId="20577"/>
          <ac:spMkLst>
            <pc:docMk/>
            <pc:sldMk cId="274095334" sldId="269"/>
            <ac:spMk id="3" creationId="{8ABDD9B2-926B-F56A-33AA-C6FE0653C7E9}"/>
          </ac:spMkLst>
        </pc:spChg>
        <pc:graphicFrameChg chg="del">
          <ac:chgData name="Jeffs, Amzi" userId="S::amzi.jeffs@pnnl.gov::bebfc22d-f217-4d4d-a3c6-cc76667bc345" providerId="AD" clId="Web-{C06B86D8-AF00-9A22-D1A8-82A3A9B86634}" dt="2026-04-23T15:31:39.574" v="284"/>
          <ac:graphicFrameMkLst>
            <pc:docMk/>
            <pc:sldMk cId="274095334" sldId="269"/>
            <ac:graphicFrameMk id="7" creationId="{2061E50E-C36B-CAD7-481D-E57DDCFFB65D}"/>
          </ac:graphicFrameMkLst>
        </pc:graphicFrameChg>
        <pc:picChg chg="mod">
          <ac:chgData name="Jeffs, Amzi" userId="S::amzi.jeffs@pnnl.gov::bebfc22d-f217-4d4d-a3c6-cc76667bc345" providerId="AD" clId="Web-{C06B86D8-AF00-9A22-D1A8-82A3A9B86634}" dt="2026-04-23T15:33:47.058" v="310" actId="1076"/>
          <ac:picMkLst>
            <pc:docMk/>
            <pc:sldMk cId="274095334" sldId="269"/>
            <ac:picMk id="4" creationId="{85DAF09D-1386-B46A-7194-D74BA5678703}"/>
          </ac:picMkLst>
        </pc:picChg>
      </pc:sldChg>
    </pc:docChg>
  </pc:docChgLst>
  <pc:docChgLst>
    <pc:chgData name="Jivanjee, Alejandro" userId="S::alejandro.jivanjee@pnnl.gov::4b64bafb-34a3-41fc-9d46-f9274d7de86a" providerId="AD" clId="Web-{A38BD2B7-AD8C-6AE6-10F4-EFC0C4A54706}"/>
    <pc:docChg chg="mod modSld">
      <pc:chgData name="Jivanjee, Alejandro" userId="S::alejandro.jivanjee@pnnl.gov::4b64bafb-34a3-41fc-9d46-f9274d7de86a" providerId="AD" clId="Web-{A38BD2B7-AD8C-6AE6-10F4-EFC0C4A54706}" dt="2026-04-23T15:35:48.819" v="1"/>
      <pc:docMkLst>
        <pc:docMk/>
      </pc:docMkLst>
      <pc:sldChg chg="modSp">
        <pc:chgData name="Jivanjee, Alejandro" userId="S::alejandro.jivanjee@pnnl.gov::4b64bafb-34a3-41fc-9d46-f9274d7de86a" providerId="AD" clId="Web-{A38BD2B7-AD8C-6AE6-10F4-EFC0C4A54706}" dt="2026-04-23T15:34:50.709" v="0" actId="1076"/>
        <pc:sldMkLst>
          <pc:docMk/>
          <pc:sldMk cId="1283417593" sldId="266"/>
        </pc:sldMkLst>
        <pc:picChg chg="mod">
          <ac:chgData name="Jivanjee, Alejandro" userId="S::alejandro.jivanjee@pnnl.gov::4b64bafb-34a3-41fc-9d46-f9274d7de86a" providerId="AD" clId="Web-{A38BD2B7-AD8C-6AE6-10F4-EFC0C4A54706}" dt="2026-04-23T15:34:50.709" v="0" actId="1076"/>
          <ac:picMkLst>
            <pc:docMk/>
            <pc:sldMk cId="1283417593" sldId="266"/>
            <ac:picMk id="14" creationId="{1233FEFB-56AB-0C66-95EB-4FCFA966C6F2}"/>
          </ac:picMkLst>
        </pc:picChg>
      </pc:sldChg>
    </pc:docChg>
  </pc:docChgLst>
  <pc:docChgLst>
    <pc:chgData name="Jivanjee, Alejandro" userId="S::alejandro.jivanjee@pnnl.gov::4b64bafb-34a3-41fc-9d46-f9274d7de86a" providerId="AD" clId="Web-{CB49D1AB-BD31-55BE-9527-D1E42DC0115E}"/>
    <pc:docChg chg="modSld">
      <pc:chgData name="Jivanjee, Alejandro" userId="S::alejandro.jivanjee@pnnl.gov::4b64bafb-34a3-41fc-9d46-f9274d7de86a" providerId="AD" clId="Web-{CB49D1AB-BD31-55BE-9527-D1E42DC0115E}" dt="2026-04-22T23:05:02.194" v="114" actId="14100"/>
      <pc:docMkLst>
        <pc:docMk/>
      </pc:docMkLst>
      <pc:sldChg chg="addSp modSp">
        <pc:chgData name="Jivanjee, Alejandro" userId="S::alejandro.jivanjee@pnnl.gov::4b64bafb-34a3-41fc-9d46-f9274d7de86a" providerId="AD" clId="Web-{CB49D1AB-BD31-55BE-9527-D1E42DC0115E}" dt="2026-04-22T23:05:02.194" v="114" actId="14100"/>
        <pc:sldMkLst>
          <pc:docMk/>
          <pc:sldMk cId="21291482" sldId="267"/>
        </pc:sldMkLst>
        <pc:spChg chg="mod">
          <ac:chgData name="Jivanjee, Alejandro" userId="S::alejandro.jivanjee@pnnl.gov::4b64bafb-34a3-41fc-9d46-f9274d7de86a" providerId="AD" clId="Web-{CB49D1AB-BD31-55BE-9527-D1E42DC0115E}" dt="2026-04-22T22:48:28.457" v="36" actId="20577"/>
          <ac:spMkLst>
            <pc:docMk/>
            <pc:sldMk cId="21291482" sldId="267"/>
            <ac:spMk id="2" creationId="{6B794B5B-BCF6-8EDD-5CD0-7AF3FE976538}"/>
          </ac:spMkLst>
        </pc:spChg>
        <pc:spChg chg="mod">
          <ac:chgData name="Jivanjee, Alejandro" userId="S::alejandro.jivanjee@pnnl.gov::4b64bafb-34a3-41fc-9d46-f9274d7de86a" providerId="AD" clId="Web-{CB49D1AB-BD31-55BE-9527-D1E42DC0115E}" dt="2026-04-22T22:59:33.688" v="91" actId="20577"/>
          <ac:spMkLst>
            <pc:docMk/>
            <pc:sldMk cId="21291482" sldId="267"/>
            <ac:spMk id="3" creationId="{411119D5-0953-6024-7D06-2743E9159AB0}"/>
          </ac:spMkLst>
        </pc:spChg>
        <pc:graphicFrameChg chg="mod modGraphic">
          <ac:chgData name="Jivanjee, Alejandro" userId="S::alejandro.jivanjee@pnnl.gov::4b64bafb-34a3-41fc-9d46-f9274d7de86a" providerId="AD" clId="Web-{CB49D1AB-BD31-55BE-9527-D1E42DC0115E}" dt="2026-04-22T23:00:27.815" v="112"/>
          <ac:graphicFrameMkLst>
            <pc:docMk/>
            <pc:sldMk cId="21291482" sldId="267"/>
            <ac:graphicFrameMk id="11" creationId="{8DFEA0C7-7F72-AE16-0E61-1A6D3C174254}"/>
          </ac:graphicFrameMkLst>
        </pc:graphicFrameChg>
        <pc:picChg chg="add mod">
          <ac:chgData name="Jivanjee, Alejandro" userId="S::alejandro.jivanjee@pnnl.gov::4b64bafb-34a3-41fc-9d46-f9274d7de86a" providerId="AD" clId="Web-{CB49D1AB-BD31-55BE-9527-D1E42DC0115E}" dt="2026-04-22T23:05:02.194" v="114" actId="14100"/>
          <ac:picMkLst>
            <pc:docMk/>
            <pc:sldMk cId="21291482" sldId="267"/>
            <ac:picMk id="4" creationId="{A00CC697-29BA-5F6C-1F58-22C05A0F023A}"/>
          </ac:picMkLst>
        </pc:picChg>
      </pc:sldChg>
    </pc:docChg>
  </pc:docChgLst>
  <pc:docChgLst>
    <pc:chgData name="Glass, Tarrah" userId="b2563bb9-e7d8-45d4-bcca-e4833a05aa73" providerId="ADAL" clId="{B6E2481B-B791-5583-983E-19A16288B202}"/>
    <pc:docChg chg="undo redo custSel modSld">
      <pc:chgData name="Glass, Tarrah" userId="b2563bb9-e7d8-45d4-bcca-e4833a05aa73" providerId="ADAL" clId="{B6E2481B-B791-5583-983E-19A16288B202}" dt="2026-04-23T17:32:52.170" v="1189" actId="1037"/>
      <pc:docMkLst>
        <pc:docMk/>
      </pc:docMkLst>
      <pc:sldChg chg="addSp delSp modSp mod modNotesTx">
        <pc:chgData name="Glass, Tarrah" userId="b2563bb9-e7d8-45d4-bcca-e4833a05aa73" providerId="ADAL" clId="{B6E2481B-B791-5583-983E-19A16288B202}" dt="2026-04-22T20:03:54.823" v="460" actId="20577"/>
        <pc:sldMkLst>
          <pc:docMk/>
          <pc:sldMk cId="800390763" sldId="259"/>
        </pc:sldMkLst>
        <pc:spChg chg="add del mod">
          <ac:chgData name="Glass, Tarrah" userId="b2563bb9-e7d8-45d4-bcca-e4833a05aa73" providerId="ADAL" clId="{B6E2481B-B791-5583-983E-19A16288B202}" dt="2026-04-22T18:46:03.351" v="396" actId="478"/>
          <ac:spMkLst>
            <pc:docMk/>
            <pc:sldMk cId="800390763" sldId="259"/>
            <ac:spMk id="2" creationId="{0DE54E0D-3AFE-0E2C-C1EF-2BADD46A9EA6}"/>
          </ac:spMkLst>
        </pc:spChg>
        <pc:spChg chg="add">
          <ac:chgData name="Glass, Tarrah" userId="b2563bb9-e7d8-45d4-bcca-e4833a05aa73" providerId="ADAL" clId="{B6E2481B-B791-5583-983E-19A16288B202}" dt="2026-04-22T17:00:46.790" v="182"/>
          <ac:spMkLst>
            <pc:docMk/>
            <pc:sldMk cId="800390763" sldId="259"/>
            <ac:spMk id="3" creationId="{E3DC5783-A593-83E7-8A61-7EA43FE0F977}"/>
          </ac:spMkLst>
        </pc:spChg>
        <pc:spChg chg="add del mod">
          <ac:chgData name="Glass, Tarrah" userId="b2563bb9-e7d8-45d4-bcca-e4833a05aa73" providerId="ADAL" clId="{B6E2481B-B791-5583-983E-19A16288B202}" dt="2026-04-22T20:03:36.487" v="457" actId="1035"/>
          <ac:spMkLst>
            <pc:docMk/>
            <pc:sldMk cId="800390763" sldId="259"/>
            <ac:spMk id="6" creationId="{32264A4F-D47E-CBAE-BD38-382087247598}"/>
          </ac:spMkLst>
        </pc:spChg>
        <pc:spChg chg="add del mod">
          <ac:chgData name="Glass, Tarrah" userId="b2563bb9-e7d8-45d4-bcca-e4833a05aa73" providerId="ADAL" clId="{B6E2481B-B791-5583-983E-19A16288B202}" dt="2026-04-22T20:03:36.487" v="457" actId="1035"/>
          <ac:spMkLst>
            <pc:docMk/>
            <pc:sldMk cId="800390763" sldId="259"/>
            <ac:spMk id="7" creationId="{B96DBFA7-55D8-34F7-996B-291F1A6CCE1E}"/>
          </ac:spMkLst>
        </pc:spChg>
        <pc:spChg chg="add del mod">
          <ac:chgData name="Glass, Tarrah" userId="b2563bb9-e7d8-45d4-bcca-e4833a05aa73" providerId="ADAL" clId="{B6E2481B-B791-5583-983E-19A16288B202}" dt="2026-04-22T18:25:52.110" v="253" actId="478"/>
          <ac:spMkLst>
            <pc:docMk/>
            <pc:sldMk cId="800390763" sldId="259"/>
            <ac:spMk id="12" creationId="{A14AAFBD-3EDF-B48C-C9EA-FF60C83AE10C}"/>
          </ac:spMkLst>
        </pc:spChg>
        <pc:spChg chg="add del mod">
          <ac:chgData name="Glass, Tarrah" userId="b2563bb9-e7d8-45d4-bcca-e4833a05aa73" providerId="ADAL" clId="{B6E2481B-B791-5583-983E-19A16288B202}" dt="2026-04-22T18:25:52.110" v="253" actId="478"/>
          <ac:spMkLst>
            <pc:docMk/>
            <pc:sldMk cId="800390763" sldId="259"/>
            <ac:spMk id="14" creationId="{11EED67D-DE5C-3BBD-3A5E-A0252796DA30}"/>
          </ac:spMkLst>
        </pc:spChg>
        <pc:spChg chg="add del mod">
          <ac:chgData name="Glass, Tarrah" userId="b2563bb9-e7d8-45d4-bcca-e4833a05aa73" providerId="ADAL" clId="{B6E2481B-B791-5583-983E-19A16288B202}" dt="2026-04-22T18:29:59.141" v="263"/>
          <ac:spMkLst>
            <pc:docMk/>
            <pc:sldMk cId="800390763" sldId="259"/>
            <ac:spMk id="16" creationId="{90BDD5C8-AF78-0ECC-12DF-CE0478FE28EA}"/>
          </ac:spMkLst>
        </pc:spChg>
        <pc:spChg chg="add mod">
          <ac:chgData name="Glass, Tarrah" userId="b2563bb9-e7d8-45d4-bcca-e4833a05aa73" providerId="ADAL" clId="{B6E2481B-B791-5583-983E-19A16288B202}" dt="2026-04-22T18:44:29.537" v="384" actId="164"/>
          <ac:spMkLst>
            <pc:docMk/>
            <pc:sldMk cId="800390763" sldId="259"/>
            <ac:spMk id="17" creationId="{AFFBF1BE-D087-F027-4C7C-EC127A990FA7}"/>
          </ac:spMkLst>
        </pc:spChg>
        <pc:spChg chg="add mod">
          <ac:chgData name="Glass, Tarrah" userId="b2563bb9-e7d8-45d4-bcca-e4833a05aa73" providerId="ADAL" clId="{B6E2481B-B791-5583-983E-19A16288B202}" dt="2026-04-22T18:44:29.537" v="384" actId="164"/>
          <ac:spMkLst>
            <pc:docMk/>
            <pc:sldMk cId="800390763" sldId="259"/>
            <ac:spMk id="19" creationId="{97747B76-26DD-7837-8A57-36650FCB5D55}"/>
          </ac:spMkLst>
        </pc:spChg>
        <pc:spChg chg="add mod">
          <ac:chgData name="Glass, Tarrah" userId="b2563bb9-e7d8-45d4-bcca-e4833a05aa73" providerId="ADAL" clId="{B6E2481B-B791-5583-983E-19A16288B202}" dt="2026-04-22T18:44:29.537" v="384" actId="164"/>
          <ac:spMkLst>
            <pc:docMk/>
            <pc:sldMk cId="800390763" sldId="259"/>
            <ac:spMk id="20" creationId="{D3BCD6AE-6C69-25A4-1216-C99B8CB73992}"/>
          </ac:spMkLst>
        </pc:spChg>
        <pc:spChg chg="add mod">
          <ac:chgData name="Glass, Tarrah" userId="b2563bb9-e7d8-45d4-bcca-e4833a05aa73" providerId="ADAL" clId="{B6E2481B-B791-5583-983E-19A16288B202}" dt="2026-04-22T18:44:29.537" v="384" actId="164"/>
          <ac:spMkLst>
            <pc:docMk/>
            <pc:sldMk cId="800390763" sldId="259"/>
            <ac:spMk id="21" creationId="{36E94376-5949-7B79-8A23-4826A20F98C9}"/>
          </ac:spMkLst>
        </pc:spChg>
        <pc:spChg chg="add mod">
          <ac:chgData name="Glass, Tarrah" userId="b2563bb9-e7d8-45d4-bcca-e4833a05aa73" providerId="ADAL" clId="{B6E2481B-B791-5583-983E-19A16288B202}" dt="2026-04-22T18:44:29.537" v="384" actId="164"/>
          <ac:spMkLst>
            <pc:docMk/>
            <pc:sldMk cId="800390763" sldId="259"/>
            <ac:spMk id="22" creationId="{1F301A8D-1EA3-F197-39F7-60F451546C63}"/>
          </ac:spMkLst>
        </pc:spChg>
        <pc:spChg chg="add mod">
          <ac:chgData name="Glass, Tarrah" userId="b2563bb9-e7d8-45d4-bcca-e4833a05aa73" providerId="ADAL" clId="{B6E2481B-B791-5583-983E-19A16288B202}" dt="2026-04-22T18:44:29.537" v="384" actId="164"/>
          <ac:spMkLst>
            <pc:docMk/>
            <pc:sldMk cId="800390763" sldId="259"/>
            <ac:spMk id="23" creationId="{60309230-FA6E-9806-9AD3-53F8211852AF}"/>
          </ac:spMkLst>
        </pc:spChg>
        <pc:spChg chg="add mod">
          <ac:chgData name="Glass, Tarrah" userId="b2563bb9-e7d8-45d4-bcca-e4833a05aa73" providerId="ADAL" clId="{B6E2481B-B791-5583-983E-19A16288B202}" dt="2026-04-22T18:44:29.537" v="384" actId="164"/>
          <ac:spMkLst>
            <pc:docMk/>
            <pc:sldMk cId="800390763" sldId="259"/>
            <ac:spMk id="24" creationId="{04E4EC18-CF6C-63E1-207C-DB6B3A2AA10D}"/>
          </ac:spMkLst>
        </pc:spChg>
        <pc:spChg chg="add mod">
          <ac:chgData name="Glass, Tarrah" userId="b2563bb9-e7d8-45d4-bcca-e4833a05aa73" providerId="ADAL" clId="{B6E2481B-B791-5583-983E-19A16288B202}" dt="2026-04-22T18:44:29.537" v="384" actId="164"/>
          <ac:spMkLst>
            <pc:docMk/>
            <pc:sldMk cId="800390763" sldId="259"/>
            <ac:spMk id="25" creationId="{5E6F332B-515C-A10A-E8FA-3E01BF718A9E}"/>
          </ac:spMkLst>
        </pc:spChg>
        <pc:spChg chg="add mod">
          <ac:chgData name="Glass, Tarrah" userId="b2563bb9-e7d8-45d4-bcca-e4833a05aa73" providerId="ADAL" clId="{B6E2481B-B791-5583-983E-19A16288B202}" dt="2026-04-22T20:03:54.823" v="460" actId="20577"/>
          <ac:spMkLst>
            <pc:docMk/>
            <pc:sldMk cId="800390763" sldId="259"/>
            <ac:spMk id="27" creationId="{13F54FEC-1075-084C-517C-EE2C982EBBF9}"/>
          </ac:spMkLst>
        </pc:spChg>
        <pc:grpChg chg="add mod">
          <ac:chgData name="Glass, Tarrah" userId="b2563bb9-e7d8-45d4-bcca-e4833a05aa73" providerId="ADAL" clId="{B6E2481B-B791-5583-983E-19A16288B202}" dt="2026-04-22T20:03:36.487" v="457" actId="1035"/>
          <ac:grpSpMkLst>
            <pc:docMk/>
            <pc:sldMk cId="800390763" sldId="259"/>
            <ac:grpSpMk id="26" creationId="{BC1A9861-AF68-D622-8243-2523DFDBC6AB}"/>
          </ac:grpSpMkLst>
        </pc:grpChg>
        <pc:picChg chg="add del mod">
          <ac:chgData name="Glass, Tarrah" userId="b2563bb9-e7d8-45d4-bcca-e4833a05aa73" providerId="ADAL" clId="{B6E2481B-B791-5583-983E-19A16288B202}" dt="2026-04-22T17:18:23.632" v="232" actId="478"/>
          <ac:picMkLst>
            <pc:docMk/>
            <pc:sldMk cId="800390763" sldId="259"/>
            <ac:picMk id="4" creationId="{01E27D13-310B-E016-1E35-1C595CA48E70}"/>
          </ac:picMkLst>
        </pc:picChg>
        <pc:picChg chg="add del mod">
          <ac:chgData name="Glass, Tarrah" userId="b2563bb9-e7d8-45d4-bcca-e4833a05aa73" providerId="ADAL" clId="{B6E2481B-B791-5583-983E-19A16288B202}" dt="2026-04-22T17:40:48.742" v="238" actId="478"/>
          <ac:picMkLst>
            <pc:docMk/>
            <pc:sldMk cId="800390763" sldId="259"/>
            <ac:picMk id="5" creationId="{16B4A73A-C526-A461-5037-D15DEC7C120C}"/>
          </ac:picMkLst>
        </pc:picChg>
        <pc:picChg chg="add del mod">
          <ac:chgData name="Glass, Tarrah" userId="b2563bb9-e7d8-45d4-bcca-e4833a05aa73" providerId="ADAL" clId="{B6E2481B-B791-5583-983E-19A16288B202}" dt="2026-04-22T17:53:42.135" v="241" actId="478"/>
          <ac:picMkLst>
            <pc:docMk/>
            <pc:sldMk cId="800390763" sldId="259"/>
            <ac:picMk id="8" creationId="{10FA9277-D147-5DE7-D0C6-96D8BA8CC093}"/>
          </ac:picMkLst>
        </pc:picChg>
        <pc:picChg chg="add del mod">
          <ac:chgData name="Glass, Tarrah" userId="b2563bb9-e7d8-45d4-bcca-e4833a05aa73" providerId="ADAL" clId="{B6E2481B-B791-5583-983E-19A16288B202}" dt="2026-04-22T18:11:43.720" v="246" actId="478"/>
          <ac:picMkLst>
            <pc:docMk/>
            <pc:sldMk cId="800390763" sldId="259"/>
            <ac:picMk id="9" creationId="{5F6531B8-1A6D-508B-D875-62638E023E5F}"/>
          </ac:picMkLst>
        </pc:picChg>
        <pc:picChg chg="add del mod">
          <ac:chgData name="Glass, Tarrah" userId="b2563bb9-e7d8-45d4-bcca-e4833a05aa73" providerId="ADAL" clId="{B6E2481B-B791-5583-983E-19A16288B202}" dt="2026-04-22T18:25:54.442" v="254" actId="478"/>
          <ac:picMkLst>
            <pc:docMk/>
            <pc:sldMk cId="800390763" sldId="259"/>
            <ac:picMk id="10" creationId="{3E92FBCC-EBC6-BA32-96C3-8977E2A9284E}"/>
          </ac:picMkLst>
        </pc:picChg>
        <pc:picChg chg="add del mod">
          <ac:chgData name="Glass, Tarrah" userId="b2563bb9-e7d8-45d4-bcca-e4833a05aa73" providerId="ADAL" clId="{B6E2481B-B791-5583-983E-19A16288B202}" dt="2026-04-22T18:37:22.917" v="277" actId="478"/>
          <ac:picMkLst>
            <pc:docMk/>
            <pc:sldMk cId="800390763" sldId="259"/>
            <ac:picMk id="15" creationId="{51D1E8FF-BFF9-5BE1-021D-98DACBB19F39}"/>
          </ac:picMkLst>
        </pc:picChg>
        <pc:picChg chg="add mod">
          <ac:chgData name="Glass, Tarrah" userId="b2563bb9-e7d8-45d4-bcca-e4833a05aa73" providerId="ADAL" clId="{B6E2481B-B791-5583-983E-19A16288B202}" dt="2026-04-22T18:44:29.537" v="384" actId="164"/>
          <ac:picMkLst>
            <pc:docMk/>
            <pc:sldMk cId="800390763" sldId="259"/>
            <ac:picMk id="18" creationId="{76C170CC-FB09-D694-46BC-D0AA929D8F15}"/>
          </ac:picMkLst>
        </pc:picChg>
        <pc:cxnChg chg="add mod">
          <ac:chgData name="Glass, Tarrah" userId="b2563bb9-e7d8-45d4-bcca-e4833a05aa73" providerId="ADAL" clId="{B6E2481B-B791-5583-983E-19A16288B202}" dt="2026-04-22T20:03:36.487" v="457" actId="1035"/>
          <ac:cxnSpMkLst>
            <pc:docMk/>
            <pc:sldMk cId="800390763" sldId="259"/>
            <ac:cxnSpMk id="29" creationId="{9736B1A2-393F-A741-95B4-1F7D6917CF3B}"/>
          </ac:cxnSpMkLst>
        </pc:cxnChg>
        <pc:cxnChg chg="add mod">
          <ac:chgData name="Glass, Tarrah" userId="b2563bb9-e7d8-45d4-bcca-e4833a05aa73" providerId="ADAL" clId="{B6E2481B-B791-5583-983E-19A16288B202}" dt="2026-04-22T20:03:36.487" v="457" actId="1035"/>
          <ac:cxnSpMkLst>
            <pc:docMk/>
            <pc:sldMk cId="800390763" sldId="259"/>
            <ac:cxnSpMk id="33" creationId="{59BA253E-EAD8-D431-EB30-C506594A4CED}"/>
          </ac:cxnSpMkLst>
        </pc:cxnChg>
      </pc:sldChg>
      <pc:sldChg chg="addSp delSp modSp mod">
        <pc:chgData name="Glass, Tarrah" userId="b2563bb9-e7d8-45d4-bcca-e4833a05aa73" providerId="ADAL" clId="{B6E2481B-B791-5583-983E-19A16288B202}" dt="2026-04-23T17:10:32.691" v="999" actId="14100"/>
        <pc:sldMkLst>
          <pc:docMk/>
          <pc:sldMk cId="2503053326" sldId="262"/>
        </pc:sldMkLst>
        <pc:spChg chg="mod">
          <ac:chgData name="Glass, Tarrah" userId="b2563bb9-e7d8-45d4-bcca-e4833a05aa73" providerId="ADAL" clId="{B6E2481B-B791-5583-983E-19A16288B202}" dt="2026-04-23T14:39:22.194" v="898" actId="1038"/>
          <ac:spMkLst>
            <pc:docMk/>
            <pc:sldMk cId="2503053326" sldId="262"/>
            <ac:spMk id="2" creationId="{ACA0EC27-7AFA-FD09-1D60-085DC63E36E0}"/>
          </ac:spMkLst>
        </pc:spChg>
        <pc:spChg chg="mod">
          <ac:chgData name="Glass, Tarrah" userId="b2563bb9-e7d8-45d4-bcca-e4833a05aa73" providerId="ADAL" clId="{B6E2481B-B791-5583-983E-19A16288B202}" dt="2026-04-23T14:39:56.062" v="953" actId="1076"/>
          <ac:spMkLst>
            <pc:docMk/>
            <pc:sldMk cId="2503053326" sldId="262"/>
            <ac:spMk id="4" creationId="{CDF5C381-DA73-808B-6A00-4C2EBB1A05DA}"/>
          </ac:spMkLst>
        </pc:spChg>
        <pc:spChg chg="mod">
          <ac:chgData name="Glass, Tarrah" userId="b2563bb9-e7d8-45d4-bcca-e4833a05aa73" providerId="ADAL" clId="{B6E2481B-B791-5583-983E-19A16288B202}" dt="2026-04-23T14:40:01.700" v="969" actId="1037"/>
          <ac:spMkLst>
            <pc:docMk/>
            <pc:sldMk cId="2503053326" sldId="262"/>
            <ac:spMk id="5" creationId="{B855FDC2-5CF0-D05A-7498-89BFBE457BAE}"/>
          </ac:spMkLst>
        </pc:spChg>
        <pc:spChg chg="del">
          <ac:chgData name="Glass, Tarrah" userId="b2563bb9-e7d8-45d4-bcca-e4833a05aa73" providerId="ADAL" clId="{B6E2481B-B791-5583-983E-19A16288B202}" dt="2026-04-23T14:34:49.250" v="706" actId="478"/>
          <ac:spMkLst>
            <pc:docMk/>
            <pc:sldMk cId="2503053326" sldId="262"/>
            <ac:spMk id="6" creationId="{0550E381-01EB-02E3-963E-C4F60E15E175}"/>
          </ac:spMkLst>
        </pc:spChg>
        <pc:spChg chg="mod">
          <ac:chgData name="Glass, Tarrah" userId="b2563bb9-e7d8-45d4-bcca-e4833a05aa73" providerId="ADAL" clId="{B6E2481B-B791-5583-983E-19A16288B202}" dt="2026-04-23T17:10:32.691" v="999" actId="14100"/>
          <ac:spMkLst>
            <pc:docMk/>
            <pc:sldMk cId="2503053326" sldId="262"/>
            <ac:spMk id="7" creationId="{C7FE88A2-9C34-16EE-163A-EB9C5E0856A3}"/>
          </ac:spMkLst>
        </pc:spChg>
        <pc:spChg chg="mod">
          <ac:chgData name="Glass, Tarrah" userId="b2563bb9-e7d8-45d4-bcca-e4833a05aa73" providerId="ADAL" clId="{B6E2481B-B791-5583-983E-19A16288B202}" dt="2026-04-23T17:10:22.967" v="998" actId="948"/>
          <ac:spMkLst>
            <pc:docMk/>
            <pc:sldMk cId="2503053326" sldId="262"/>
            <ac:spMk id="9" creationId="{B95439CA-8F6D-4E0F-431B-AF25EA005CAD}"/>
          </ac:spMkLst>
        </pc:spChg>
        <pc:spChg chg="add del mod">
          <ac:chgData name="Glass, Tarrah" userId="b2563bb9-e7d8-45d4-bcca-e4833a05aa73" providerId="ADAL" clId="{B6E2481B-B791-5583-983E-19A16288B202}" dt="2026-04-23T14:36:03.558" v="743" actId="478"/>
          <ac:spMkLst>
            <pc:docMk/>
            <pc:sldMk cId="2503053326" sldId="262"/>
            <ac:spMk id="10" creationId="{B97A9681-47A1-CBBD-9E61-5AEE88B64853}"/>
          </ac:spMkLst>
        </pc:spChg>
        <pc:spChg chg="add mod">
          <ac:chgData name="Glass, Tarrah" userId="b2563bb9-e7d8-45d4-bcca-e4833a05aa73" providerId="ADAL" clId="{B6E2481B-B791-5583-983E-19A16288B202}" dt="2026-04-23T14:39:47.149" v="952" actId="1076"/>
          <ac:spMkLst>
            <pc:docMk/>
            <pc:sldMk cId="2503053326" sldId="262"/>
            <ac:spMk id="12" creationId="{75FB5EB1-7895-6810-AFE5-4783DB0B3CE7}"/>
          </ac:spMkLst>
        </pc:spChg>
        <pc:picChg chg="mod">
          <ac:chgData name="Glass, Tarrah" userId="b2563bb9-e7d8-45d4-bcca-e4833a05aa73" providerId="ADAL" clId="{B6E2481B-B791-5583-983E-19A16288B202}" dt="2026-04-23T14:39:26.001" v="899" actId="1076"/>
          <ac:picMkLst>
            <pc:docMk/>
            <pc:sldMk cId="2503053326" sldId="262"/>
            <ac:picMk id="11" creationId="{1A339F68-7470-9854-0229-E6ED3E3E306B}"/>
          </ac:picMkLst>
        </pc:picChg>
      </pc:sldChg>
      <pc:sldChg chg="addSp delSp modSp mod">
        <pc:chgData name="Glass, Tarrah" userId="b2563bb9-e7d8-45d4-bcca-e4833a05aa73" providerId="ADAL" clId="{B6E2481B-B791-5583-983E-19A16288B202}" dt="2026-04-23T01:58:56.334" v="705" actId="1037"/>
        <pc:sldMkLst>
          <pc:docMk/>
          <pc:sldMk cId="2084195159" sldId="263"/>
        </pc:sldMkLst>
        <pc:spChg chg="mod">
          <ac:chgData name="Glass, Tarrah" userId="b2563bb9-e7d8-45d4-bcca-e4833a05aa73" providerId="ADAL" clId="{B6E2481B-B791-5583-983E-19A16288B202}" dt="2026-04-23T01:56:50.437" v="677" actId="20577"/>
          <ac:spMkLst>
            <pc:docMk/>
            <pc:sldMk cId="2084195159" sldId="263"/>
            <ac:spMk id="2" creationId="{1FB16960-913B-5EDE-A406-70DA0A1F39EF}"/>
          </ac:spMkLst>
        </pc:spChg>
        <pc:spChg chg="add del mod">
          <ac:chgData name="Glass, Tarrah" userId="b2563bb9-e7d8-45d4-bcca-e4833a05aa73" providerId="ADAL" clId="{B6E2481B-B791-5583-983E-19A16288B202}" dt="2026-04-23T01:52:54.610" v="628" actId="12084"/>
          <ac:spMkLst>
            <pc:docMk/>
            <pc:sldMk cId="2084195159" sldId="263"/>
            <ac:spMk id="3" creationId="{813014BE-F2AC-E884-DE33-54151A326276}"/>
          </ac:spMkLst>
        </pc:spChg>
        <pc:spChg chg="add del">
          <ac:chgData name="Glass, Tarrah" userId="b2563bb9-e7d8-45d4-bcca-e4833a05aa73" providerId="ADAL" clId="{B6E2481B-B791-5583-983E-19A16288B202}" dt="2026-04-23T01:45:33.522" v="590" actId="22"/>
          <ac:spMkLst>
            <pc:docMk/>
            <pc:sldMk cId="2084195159" sldId="263"/>
            <ac:spMk id="5" creationId="{29ED9611-A93C-DD9A-7D86-FF5B3A78B92B}"/>
          </ac:spMkLst>
        </pc:spChg>
        <pc:graphicFrameChg chg="add mod">
          <ac:chgData name="Glass, Tarrah" userId="b2563bb9-e7d8-45d4-bcca-e4833a05aa73" providerId="ADAL" clId="{B6E2481B-B791-5583-983E-19A16288B202}" dt="2026-04-23T01:50:44.859" v="599" actId="12084"/>
          <ac:graphicFrameMkLst>
            <pc:docMk/>
            <pc:sldMk cId="2084195159" sldId="263"/>
            <ac:graphicFrameMk id="7" creationId="{5D94EAF0-6550-3268-5837-C48C755CAFBD}"/>
          </ac:graphicFrameMkLst>
        </pc:graphicFrameChg>
        <pc:graphicFrameChg chg="add mod">
          <ac:chgData name="Glass, Tarrah" userId="b2563bb9-e7d8-45d4-bcca-e4833a05aa73" providerId="ADAL" clId="{B6E2481B-B791-5583-983E-19A16288B202}" dt="2026-04-23T01:51:57.642" v="602" actId="12084"/>
          <ac:graphicFrameMkLst>
            <pc:docMk/>
            <pc:sldMk cId="2084195159" sldId="263"/>
            <ac:graphicFrameMk id="8" creationId="{13D01799-C956-549E-1610-9D493A9FEA33}"/>
          </ac:graphicFrameMkLst>
        </pc:graphicFrameChg>
        <pc:graphicFrameChg chg="add mod">
          <ac:chgData name="Glass, Tarrah" userId="b2563bb9-e7d8-45d4-bcca-e4833a05aa73" providerId="ADAL" clId="{B6E2481B-B791-5583-983E-19A16288B202}" dt="2026-04-23T01:52:14.486" v="604" actId="12084"/>
          <ac:graphicFrameMkLst>
            <pc:docMk/>
            <pc:sldMk cId="2084195159" sldId="263"/>
            <ac:graphicFrameMk id="9" creationId="{C5528C36-B24B-04C2-8F69-6F676B21724F}"/>
          </ac:graphicFrameMkLst>
        </pc:graphicFrameChg>
        <pc:graphicFrameChg chg="add mod">
          <ac:chgData name="Glass, Tarrah" userId="b2563bb9-e7d8-45d4-bcca-e4833a05aa73" providerId="ADAL" clId="{B6E2481B-B791-5583-983E-19A16288B202}" dt="2026-04-23T01:52:27.624" v="610" actId="12084"/>
          <ac:graphicFrameMkLst>
            <pc:docMk/>
            <pc:sldMk cId="2084195159" sldId="263"/>
            <ac:graphicFrameMk id="10" creationId="{77D5D590-7ABD-93D5-ED6D-96A79AF2A527}"/>
          </ac:graphicFrameMkLst>
        </pc:graphicFrameChg>
        <pc:graphicFrameChg chg="add mod">
          <ac:chgData name="Glass, Tarrah" userId="b2563bb9-e7d8-45d4-bcca-e4833a05aa73" providerId="ADAL" clId="{B6E2481B-B791-5583-983E-19A16288B202}" dt="2026-04-23T01:56:24.903" v="671" actId="14100"/>
          <ac:graphicFrameMkLst>
            <pc:docMk/>
            <pc:sldMk cId="2084195159" sldId="263"/>
            <ac:graphicFrameMk id="11" creationId="{784F5873-F639-7987-4B4E-217533BDCAC6}"/>
          </ac:graphicFrameMkLst>
        </pc:graphicFrameChg>
        <pc:picChg chg="add del mod">
          <ac:chgData name="Glass, Tarrah" userId="b2563bb9-e7d8-45d4-bcca-e4833a05aa73" providerId="ADAL" clId="{B6E2481B-B791-5583-983E-19A16288B202}" dt="2026-04-23T01:58:30.612" v="693" actId="478"/>
          <ac:picMkLst>
            <pc:docMk/>
            <pc:sldMk cId="2084195159" sldId="263"/>
            <ac:picMk id="6" creationId="{495C0659-339B-7ECF-F440-2BC68271E1A2}"/>
          </ac:picMkLst>
        </pc:picChg>
        <pc:picChg chg="add mod">
          <ac:chgData name="Glass, Tarrah" userId="b2563bb9-e7d8-45d4-bcca-e4833a05aa73" providerId="ADAL" clId="{B6E2481B-B791-5583-983E-19A16288B202}" dt="2026-04-23T01:58:56.334" v="705" actId="1037"/>
          <ac:picMkLst>
            <pc:docMk/>
            <pc:sldMk cId="2084195159" sldId="263"/>
            <ac:picMk id="12" creationId="{10019C23-7BCB-0346-8438-C8E7E77EB273}"/>
          </ac:picMkLst>
        </pc:picChg>
      </pc:sldChg>
      <pc:sldChg chg="addSp delSp modSp">
        <pc:chgData name="Glass, Tarrah" userId="b2563bb9-e7d8-45d4-bcca-e4833a05aa73" providerId="ADAL" clId="{B6E2481B-B791-5583-983E-19A16288B202}" dt="2026-04-22T20:50:27.044" v="461"/>
        <pc:sldMkLst>
          <pc:docMk/>
          <pc:sldMk cId="1075685695" sldId="265"/>
        </pc:sldMkLst>
        <pc:spChg chg="del">
          <ac:chgData name="Glass, Tarrah" userId="b2563bb9-e7d8-45d4-bcca-e4833a05aa73" providerId="ADAL" clId="{B6E2481B-B791-5583-983E-19A16288B202}" dt="2026-04-22T20:50:27.044" v="461"/>
          <ac:spMkLst>
            <pc:docMk/>
            <pc:sldMk cId="1075685695" sldId="265"/>
            <ac:spMk id="2" creationId="{F8A8FFA1-3CCA-8300-DE1E-E34F0F4A00E4}"/>
          </ac:spMkLst>
        </pc:spChg>
        <pc:picChg chg="add mod">
          <ac:chgData name="Glass, Tarrah" userId="b2563bb9-e7d8-45d4-bcca-e4833a05aa73" providerId="ADAL" clId="{B6E2481B-B791-5583-983E-19A16288B202}" dt="2026-04-22T20:50:27.044" v="461"/>
          <ac:picMkLst>
            <pc:docMk/>
            <pc:sldMk cId="1075685695" sldId="265"/>
            <ac:picMk id="6" creationId="{19596B57-E528-03D8-5561-652A34F1517A}"/>
          </ac:picMkLst>
        </pc:picChg>
      </pc:sldChg>
      <pc:sldChg chg="addSp delSp modSp mod">
        <pc:chgData name="Glass, Tarrah" userId="b2563bb9-e7d8-45d4-bcca-e4833a05aa73" providerId="ADAL" clId="{B6E2481B-B791-5583-983E-19A16288B202}" dt="2026-04-23T17:32:52.170" v="1189" actId="1037"/>
        <pc:sldMkLst>
          <pc:docMk/>
          <pc:sldMk cId="1283417593" sldId="266"/>
        </pc:sldMkLst>
        <pc:spChg chg="mod">
          <ac:chgData name="Glass, Tarrah" userId="b2563bb9-e7d8-45d4-bcca-e4833a05aa73" providerId="ADAL" clId="{B6E2481B-B791-5583-983E-19A16288B202}" dt="2026-04-23T01:36:30.445" v="588" actId="1035"/>
          <ac:spMkLst>
            <pc:docMk/>
            <pc:sldMk cId="1283417593" sldId="266"/>
            <ac:spMk id="2" creationId="{FD337D6C-EF35-1CEB-1124-E3E59D250E74}"/>
          </ac:spMkLst>
        </pc:spChg>
        <pc:spChg chg="mod">
          <ac:chgData name="Glass, Tarrah" userId="b2563bb9-e7d8-45d4-bcca-e4833a05aa73" providerId="ADAL" clId="{B6E2481B-B791-5583-983E-19A16288B202}" dt="2026-04-23T17:23:44.253" v="1015"/>
          <ac:spMkLst>
            <pc:docMk/>
            <pc:sldMk cId="1283417593" sldId="266"/>
            <ac:spMk id="6" creationId="{5FD0AB35-19BF-90E6-346E-E2BEF4C34CFE}"/>
          </ac:spMkLst>
        </pc:spChg>
        <pc:spChg chg="del mod">
          <ac:chgData name="Glass, Tarrah" userId="b2563bb9-e7d8-45d4-bcca-e4833a05aa73" providerId="ADAL" clId="{B6E2481B-B791-5583-983E-19A16288B202}" dt="2026-04-23T01:36:09.918" v="536" actId="478"/>
          <ac:spMkLst>
            <pc:docMk/>
            <pc:sldMk cId="1283417593" sldId="266"/>
            <ac:spMk id="6" creationId="{716C593C-D420-114F-0CD7-720E7FDF4735}"/>
          </ac:spMkLst>
        </pc:spChg>
        <pc:spChg chg="mod">
          <ac:chgData name="Glass, Tarrah" userId="b2563bb9-e7d8-45d4-bcca-e4833a05aa73" providerId="ADAL" clId="{B6E2481B-B791-5583-983E-19A16288B202}" dt="2026-04-23T17:24:22.971" v="1063" actId="207"/>
          <ac:spMkLst>
            <pc:docMk/>
            <pc:sldMk cId="1283417593" sldId="266"/>
            <ac:spMk id="9" creationId="{CB607FE5-B061-5A71-56F0-F4456F51B283}"/>
          </ac:spMkLst>
        </pc:spChg>
        <pc:spChg chg="mod">
          <ac:chgData name="Glass, Tarrah" userId="b2563bb9-e7d8-45d4-bcca-e4833a05aa73" providerId="ADAL" clId="{B6E2481B-B791-5583-983E-19A16288B202}" dt="2026-04-23T17:32:52.170" v="1189" actId="1037"/>
          <ac:spMkLst>
            <pc:docMk/>
            <pc:sldMk cId="1283417593" sldId="266"/>
            <ac:spMk id="10" creationId="{D963E100-7D2E-2672-A035-9299094FACDA}"/>
          </ac:spMkLst>
        </pc:spChg>
        <pc:spChg chg="add del mod">
          <ac:chgData name="Glass, Tarrah" userId="b2563bb9-e7d8-45d4-bcca-e4833a05aa73" providerId="ADAL" clId="{B6E2481B-B791-5583-983E-19A16288B202}" dt="2026-04-23T01:15:08.944" v="492" actId="478"/>
          <ac:spMkLst>
            <pc:docMk/>
            <pc:sldMk cId="1283417593" sldId="266"/>
            <ac:spMk id="12" creationId="{9EA5764F-F629-312C-E227-2D9F3D289F44}"/>
          </ac:spMkLst>
        </pc:spChg>
        <pc:spChg chg="del mod">
          <ac:chgData name="Glass, Tarrah" userId="b2563bb9-e7d8-45d4-bcca-e4833a05aa73" providerId="ADAL" clId="{B6E2481B-B791-5583-983E-19A16288B202}" dt="2026-04-23T17:23:30.569" v="1013" actId="478"/>
          <ac:spMkLst>
            <pc:docMk/>
            <pc:sldMk cId="1283417593" sldId="266"/>
            <ac:spMk id="29" creationId="{3A64F5E7-8077-E527-49B1-84DDE9DEC6C5}"/>
          </ac:spMkLst>
        </pc:spChg>
        <pc:spChg chg="add del mod">
          <ac:chgData name="Glass, Tarrah" userId="b2563bb9-e7d8-45d4-bcca-e4833a05aa73" providerId="ADAL" clId="{B6E2481B-B791-5583-983E-19A16288B202}" dt="2026-04-23T01:17:50.612" v="504" actId="478"/>
          <ac:spMkLst>
            <pc:docMk/>
            <pc:sldMk cId="1283417593" sldId="266"/>
            <ac:spMk id="41" creationId="{CFCEC42E-1154-AA3A-3DEC-2697257B9795}"/>
          </ac:spMkLst>
        </pc:spChg>
        <pc:spChg chg="mod">
          <ac:chgData name="Glass, Tarrah" userId="b2563bb9-e7d8-45d4-bcca-e4833a05aa73" providerId="ADAL" clId="{B6E2481B-B791-5583-983E-19A16288B202}" dt="2026-04-23T17:24:30.160" v="1065" actId="207"/>
          <ac:spMkLst>
            <pc:docMk/>
            <pc:sldMk cId="1283417593" sldId="266"/>
            <ac:spMk id="52" creationId="{4812665E-DCFC-8C7D-595A-B9F7477AC074}"/>
          </ac:spMkLst>
        </pc:spChg>
        <pc:spChg chg="add mod">
          <ac:chgData name="Glass, Tarrah" userId="b2563bb9-e7d8-45d4-bcca-e4833a05aa73" providerId="ADAL" clId="{B6E2481B-B791-5583-983E-19A16288B202}" dt="2026-04-23T17:24:16.898" v="1062"/>
          <ac:spMkLst>
            <pc:docMk/>
            <pc:sldMk cId="1283417593" sldId="266"/>
            <ac:spMk id="63" creationId="{D6619046-90DF-732E-735F-718086327B11}"/>
          </ac:spMkLst>
        </pc:spChg>
        <pc:spChg chg="add mod">
          <ac:chgData name="Glass, Tarrah" userId="b2563bb9-e7d8-45d4-bcca-e4833a05aa73" providerId="ADAL" clId="{B6E2481B-B791-5583-983E-19A16288B202}" dt="2026-04-23T17:32:43.505" v="1187" actId="207"/>
          <ac:spMkLst>
            <pc:docMk/>
            <pc:sldMk cId="1283417593" sldId="266"/>
            <ac:spMk id="65" creationId="{806D6B4A-CFDD-7477-82BA-0F0F48DC9A2D}"/>
          </ac:spMkLst>
        </pc:spChg>
        <pc:grpChg chg="mod">
          <ac:chgData name="Glass, Tarrah" userId="b2563bb9-e7d8-45d4-bcca-e4833a05aa73" providerId="ADAL" clId="{B6E2481B-B791-5583-983E-19A16288B202}" dt="2026-04-23T17:31:51.945" v="1173" actId="1076"/>
          <ac:grpSpMkLst>
            <pc:docMk/>
            <pc:sldMk cId="1283417593" sldId="266"/>
            <ac:grpSpMk id="3" creationId="{75460077-D590-A974-BF4F-D4664559EFED}"/>
          </ac:grpSpMkLst>
        </pc:grpChg>
        <pc:grpChg chg="mod">
          <ac:chgData name="Glass, Tarrah" userId="b2563bb9-e7d8-45d4-bcca-e4833a05aa73" providerId="ADAL" clId="{B6E2481B-B791-5583-983E-19A16288B202}" dt="2026-04-23T01:36:22.674" v="582" actId="1038"/>
          <ac:grpSpMkLst>
            <pc:docMk/>
            <pc:sldMk cId="1283417593" sldId="266"/>
            <ac:grpSpMk id="13" creationId="{3FAF8091-55B2-79DF-F9BE-E1A01C86CC47}"/>
          </ac:grpSpMkLst>
        </pc:grpChg>
        <pc:grpChg chg="del">
          <ac:chgData name="Glass, Tarrah" userId="b2563bb9-e7d8-45d4-bcca-e4833a05aa73" providerId="ADAL" clId="{B6E2481B-B791-5583-983E-19A16288B202}" dt="2026-04-23T17:23:16.290" v="1007" actId="478"/>
          <ac:grpSpMkLst>
            <pc:docMk/>
            <pc:sldMk cId="1283417593" sldId="266"/>
            <ac:grpSpMk id="32" creationId="{89983C49-2339-01F8-DE26-15E69D611526}"/>
          </ac:grpSpMkLst>
        </pc:grpChg>
        <pc:graphicFrameChg chg="del mod modGraphic">
          <ac:chgData name="Glass, Tarrah" userId="b2563bb9-e7d8-45d4-bcca-e4833a05aa73" providerId="ADAL" clId="{B6E2481B-B791-5583-983E-19A16288B202}" dt="2026-04-23T01:17:45.830" v="503" actId="478"/>
          <ac:graphicFrameMkLst>
            <pc:docMk/>
            <pc:sldMk cId="1283417593" sldId="266"/>
            <ac:graphicFrameMk id="4" creationId="{06E39B57-A1A1-95E5-09D4-B1328624F4AD}"/>
          </ac:graphicFrameMkLst>
        </pc:graphicFrameChg>
        <pc:picChg chg="add del mod">
          <ac:chgData name="Glass, Tarrah" userId="b2563bb9-e7d8-45d4-bcca-e4833a05aa73" providerId="ADAL" clId="{B6E2481B-B791-5583-983E-19A16288B202}" dt="2026-04-23T00:22:19.743" v="465" actId="478"/>
          <ac:picMkLst>
            <pc:docMk/>
            <pc:sldMk cId="1283417593" sldId="266"/>
            <ac:picMk id="3" creationId="{414B9D70-27DE-70A3-83A4-2C5432F8894F}"/>
          </ac:picMkLst>
        </pc:picChg>
        <pc:picChg chg="add del mod">
          <ac:chgData name="Glass, Tarrah" userId="b2563bb9-e7d8-45d4-bcca-e4833a05aa73" providerId="ADAL" clId="{B6E2481B-B791-5583-983E-19A16288B202}" dt="2026-04-23T00:26:43.844" v="468" actId="478"/>
          <ac:picMkLst>
            <pc:docMk/>
            <pc:sldMk cId="1283417593" sldId="266"/>
            <ac:picMk id="5" creationId="{B9D06371-0DBD-507E-A32E-D260624FC775}"/>
          </ac:picMkLst>
        </pc:picChg>
        <pc:picChg chg="add del mod">
          <ac:chgData name="Glass, Tarrah" userId="b2563bb9-e7d8-45d4-bcca-e4833a05aa73" providerId="ADAL" clId="{B6E2481B-B791-5583-983E-19A16288B202}" dt="2026-04-23T00:34:39.202" v="473" actId="478"/>
          <ac:picMkLst>
            <pc:docMk/>
            <pc:sldMk cId="1283417593" sldId="266"/>
            <ac:picMk id="7" creationId="{A4C79D2E-958F-AC6D-F791-2501FC43578C}"/>
          </ac:picMkLst>
        </pc:picChg>
        <pc:picChg chg="add del mod">
          <ac:chgData name="Glass, Tarrah" userId="b2563bb9-e7d8-45d4-bcca-e4833a05aa73" providerId="ADAL" clId="{B6E2481B-B791-5583-983E-19A16288B202}" dt="2026-04-23T00:52:15.796" v="488" actId="478"/>
          <ac:picMkLst>
            <pc:docMk/>
            <pc:sldMk cId="1283417593" sldId="266"/>
            <ac:picMk id="8" creationId="{98F80B4E-4795-D153-441E-10ECB02CC1EF}"/>
          </ac:picMkLst>
        </pc:picChg>
        <pc:picChg chg="add del mod">
          <ac:chgData name="Glass, Tarrah" userId="b2563bb9-e7d8-45d4-bcca-e4833a05aa73" providerId="ADAL" clId="{B6E2481B-B791-5583-983E-19A16288B202}" dt="2026-04-23T00:52:14.489" v="487" actId="478"/>
          <ac:picMkLst>
            <pc:docMk/>
            <pc:sldMk cId="1283417593" sldId="266"/>
            <ac:picMk id="9" creationId="{4340C677-6A8D-A199-FAD2-0F25B615A62B}"/>
          </ac:picMkLst>
        </pc:picChg>
        <pc:picChg chg="add del mod">
          <ac:chgData name="Glass, Tarrah" userId="b2563bb9-e7d8-45d4-bcca-e4833a05aa73" providerId="ADAL" clId="{B6E2481B-B791-5583-983E-19A16288B202}" dt="2026-04-23T00:44:55.305" v="482" actId="478"/>
          <ac:picMkLst>
            <pc:docMk/>
            <pc:sldMk cId="1283417593" sldId="266"/>
            <ac:picMk id="10" creationId="{C617E3A3-D6AC-E97E-9A65-A58AE1F8555E}"/>
          </ac:picMkLst>
        </pc:picChg>
        <pc:picChg chg="add del mod">
          <ac:chgData name="Glass, Tarrah" userId="b2563bb9-e7d8-45d4-bcca-e4833a05aa73" providerId="ADAL" clId="{B6E2481B-B791-5583-983E-19A16288B202}" dt="2026-04-23T00:52:17.614" v="489" actId="478"/>
          <ac:picMkLst>
            <pc:docMk/>
            <pc:sldMk cId="1283417593" sldId="266"/>
            <ac:picMk id="11" creationId="{D2F6DE58-8509-1EDF-95C2-1165FCB9E46B}"/>
          </ac:picMkLst>
        </pc:picChg>
        <pc:picChg chg="del mod">
          <ac:chgData name="Glass, Tarrah" userId="b2563bb9-e7d8-45d4-bcca-e4833a05aa73" providerId="ADAL" clId="{B6E2481B-B791-5583-983E-19A16288B202}" dt="2026-04-23T17:22:59.425" v="1000" actId="478"/>
          <ac:picMkLst>
            <pc:docMk/>
            <pc:sldMk cId="1283417593" sldId="266"/>
            <ac:picMk id="14" creationId="{1233FEFB-56AB-0C66-95EB-4FCFA966C6F2}"/>
          </ac:picMkLst>
        </pc:picChg>
        <pc:picChg chg="del">
          <ac:chgData name="Glass, Tarrah" userId="b2563bb9-e7d8-45d4-bcca-e4833a05aa73" providerId="ADAL" clId="{B6E2481B-B791-5583-983E-19A16288B202}" dt="2026-04-23T17:23:18.399" v="1008" actId="478"/>
          <ac:picMkLst>
            <pc:docMk/>
            <pc:sldMk cId="1283417593" sldId="266"/>
            <ac:picMk id="15" creationId="{3213E692-2B52-018D-D9C7-A511711288A7}"/>
          </ac:picMkLst>
        </pc:picChg>
        <pc:picChg chg="add del">
          <ac:chgData name="Glass, Tarrah" userId="b2563bb9-e7d8-45d4-bcca-e4833a05aa73" providerId="ADAL" clId="{B6E2481B-B791-5583-983E-19A16288B202}" dt="2026-04-23T17:23:15.202" v="1006" actId="478"/>
          <ac:picMkLst>
            <pc:docMk/>
            <pc:sldMk cId="1283417593" sldId="266"/>
            <ac:picMk id="16" creationId="{F618C7D9-F35F-1548-75F4-469839A280F2}"/>
          </ac:picMkLst>
        </pc:picChg>
        <pc:picChg chg="del mod">
          <ac:chgData name="Glass, Tarrah" userId="b2563bb9-e7d8-45d4-bcca-e4833a05aa73" providerId="ADAL" clId="{B6E2481B-B791-5583-983E-19A16288B202}" dt="2026-04-23T17:23:31.726" v="1014" actId="478"/>
          <ac:picMkLst>
            <pc:docMk/>
            <pc:sldMk cId="1283417593" sldId="266"/>
            <ac:picMk id="17" creationId="{BD9BBFDA-A1F0-5CED-6C6C-E10DCEA0205A}"/>
          </ac:picMkLst>
        </pc:picChg>
        <pc:picChg chg="del mod">
          <ac:chgData name="Glass, Tarrah" userId="b2563bb9-e7d8-45d4-bcca-e4833a05aa73" providerId="ADAL" clId="{B6E2481B-B791-5583-983E-19A16288B202}" dt="2026-04-23T17:23:23.600" v="1012" actId="478"/>
          <ac:picMkLst>
            <pc:docMk/>
            <pc:sldMk cId="1283417593" sldId="266"/>
            <ac:picMk id="18" creationId="{6411C081-0B23-3509-8A06-0AE224F8053B}"/>
          </ac:picMkLst>
        </pc:picChg>
        <pc:picChg chg="del mod">
          <ac:chgData name="Glass, Tarrah" userId="b2563bb9-e7d8-45d4-bcca-e4833a05aa73" providerId="ADAL" clId="{B6E2481B-B791-5583-983E-19A16288B202}" dt="2026-04-23T17:23:05.316" v="1001" actId="478"/>
          <ac:picMkLst>
            <pc:docMk/>
            <pc:sldMk cId="1283417593" sldId="266"/>
            <ac:picMk id="19" creationId="{D66DFA0B-3847-B599-ECEE-8BD5E1DEBE72}"/>
          </ac:picMkLst>
        </pc:picChg>
        <pc:picChg chg="del">
          <ac:chgData name="Glass, Tarrah" userId="b2563bb9-e7d8-45d4-bcca-e4833a05aa73" providerId="ADAL" clId="{B6E2481B-B791-5583-983E-19A16288B202}" dt="2026-04-23T17:23:05.316" v="1001" actId="478"/>
          <ac:picMkLst>
            <pc:docMk/>
            <pc:sldMk cId="1283417593" sldId="266"/>
            <ac:picMk id="20" creationId="{2D7CD319-B218-7066-7E0A-4DEA442B53B5}"/>
          </ac:picMkLst>
        </pc:picChg>
        <pc:picChg chg="del">
          <ac:chgData name="Glass, Tarrah" userId="b2563bb9-e7d8-45d4-bcca-e4833a05aa73" providerId="ADAL" clId="{B6E2481B-B791-5583-983E-19A16288B202}" dt="2026-04-23T17:23:05.316" v="1001" actId="478"/>
          <ac:picMkLst>
            <pc:docMk/>
            <pc:sldMk cId="1283417593" sldId="266"/>
            <ac:picMk id="21" creationId="{9088BEB0-6B24-6987-8111-3CBA57AE8212}"/>
          </ac:picMkLst>
        </pc:picChg>
        <pc:picChg chg="del mod">
          <ac:chgData name="Glass, Tarrah" userId="b2563bb9-e7d8-45d4-bcca-e4833a05aa73" providerId="ADAL" clId="{B6E2481B-B791-5583-983E-19A16288B202}" dt="2026-04-23T17:23:05.316" v="1001" actId="478"/>
          <ac:picMkLst>
            <pc:docMk/>
            <pc:sldMk cId="1283417593" sldId="266"/>
            <ac:picMk id="22" creationId="{12CE1C36-5DE9-A818-038A-D9CB88AB31D3}"/>
          </ac:picMkLst>
        </pc:picChg>
        <pc:picChg chg="del">
          <ac:chgData name="Glass, Tarrah" userId="b2563bb9-e7d8-45d4-bcca-e4833a05aa73" providerId="ADAL" clId="{B6E2481B-B791-5583-983E-19A16288B202}" dt="2026-04-23T17:23:30.569" v="1013" actId="478"/>
          <ac:picMkLst>
            <pc:docMk/>
            <pc:sldMk cId="1283417593" sldId="266"/>
            <ac:picMk id="23" creationId="{3F96F65A-F876-D58F-5852-1E909DF5F0E9}"/>
          </ac:picMkLst>
        </pc:picChg>
        <pc:picChg chg="del">
          <ac:chgData name="Glass, Tarrah" userId="b2563bb9-e7d8-45d4-bcca-e4833a05aa73" providerId="ADAL" clId="{B6E2481B-B791-5583-983E-19A16288B202}" dt="2026-04-23T17:23:30.569" v="1013" actId="478"/>
          <ac:picMkLst>
            <pc:docMk/>
            <pc:sldMk cId="1283417593" sldId="266"/>
            <ac:picMk id="24" creationId="{A7BF9C29-BBC4-26E2-ADEE-F05788FC69DF}"/>
          </ac:picMkLst>
        </pc:picChg>
        <pc:picChg chg="del">
          <ac:chgData name="Glass, Tarrah" userId="b2563bb9-e7d8-45d4-bcca-e4833a05aa73" providerId="ADAL" clId="{B6E2481B-B791-5583-983E-19A16288B202}" dt="2026-04-23T17:23:05.316" v="1001" actId="478"/>
          <ac:picMkLst>
            <pc:docMk/>
            <pc:sldMk cId="1283417593" sldId="266"/>
            <ac:picMk id="25" creationId="{92737653-B59A-3D7B-80B4-545CF9D2C0B7}"/>
          </ac:picMkLst>
        </pc:picChg>
        <pc:picChg chg="add del">
          <ac:chgData name="Glass, Tarrah" userId="b2563bb9-e7d8-45d4-bcca-e4833a05aa73" providerId="ADAL" clId="{B6E2481B-B791-5583-983E-19A16288B202}" dt="2026-04-23T17:23:30.569" v="1013" actId="478"/>
          <ac:picMkLst>
            <pc:docMk/>
            <pc:sldMk cId="1283417593" sldId="266"/>
            <ac:picMk id="26" creationId="{AA4153F7-753F-6A1B-35A6-5C0CED8800A1}"/>
          </ac:picMkLst>
        </pc:picChg>
        <pc:picChg chg="del mod">
          <ac:chgData name="Glass, Tarrah" userId="b2563bb9-e7d8-45d4-bcca-e4833a05aa73" providerId="ADAL" clId="{B6E2481B-B791-5583-983E-19A16288B202}" dt="2026-04-23T17:23:05.316" v="1001" actId="478"/>
          <ac:picMkLst>
            <pc:docMk/>
            <pc:sldMk cId="1283417593" sldId="266"/>
            <ac:picMk id="27" creationId="{01FB5026-B656-42E3-2F52-50FAEF3D9C82}"/>
          </ac:picMkLst>
        </pc:picChg>
        <pc:picChg chg="del">
          <ac:chgData name="Glass, Tarrah" userId="b2563bb9-e7d8-45d4-bcca-e4833a05aa73" providerId="ADAL" clId="{B6E2481B-B791-5583-983E-19A16288B202}" dt="2026-04-23T17:23:05.316" v="1001" actId="478"/>
          <ac:picMkLst>
            <pc:docMk/>
            <pc:sldMk cId="1283417593" sldId="266"/>
            <ac:picMk id="28" creationId="{3FED666E-47BE-5A8C-475F-14EA983B23F8}"/>
          </ac:picMkLst>
        </pc:picChg>
        <pc:picChg chg="del">
          <ac:chgData name="Glass, Tarrah" userId="b2563bb9-e7d8-45d4-bcca-e4833a05aa73" providerId="ADAL" clId="{B6E2481B-B791-5583-983E-19A16288B202}" dt="2026-04-23T17:23:30.569" v="1013" actId="478"/>
          <ac:picMkLst>
            <pc:docMk/>
            <pc:sldMk cId="1283417593" sldId="266"/>
            <ac:picMk id="30" creationId="{3C8E450C-2F76-46B2-A7BA-B74576F52AFA}"/>
          </ac:picMkLst>
        </pc:picChg>
        <pc:picChg chg="del">
          <ac:chgData name="Glass, Tarrah" userId="b2563bb9-e7d8-45d4-bcca-e4833a05aa73" providerId="ADAL" clId="{B6E2481B-B791-5583-983E-19A16288B202}" dt="2026-04-23T17:23:22.444" v="1011" actId="478"/>
          <ac:picMkLst>
            <pc:docMk/>
            <pc:sldMk cId="1283417593" sldId="266"/>
            <ac:picMk id="31" creationId="{7BE5E71E-5850-01A3-FD96-4987A4652F82}"/>
          </ac:picMkLst>
        </pc:picChg>
        <pc:picChg chg="del mod">
          <ac:chgData name="Glass, Tarrah" userId="b2563bb9-e7d8-45d4-bcca-e4833a05aa73" providerId="ADAL" clId="{B6E2481B-B791-5583-983E-19A16288B202}" dt="2026-04-23T17:23:20.649" v="1010" actId="478"/>
          <ac:picMkLst>
            <pc:docMk/>
            <pc:sldMk cId="1283417593" sldId="266"/>
            <ac:picMk id="33" creationId="{ABF3361C-E7B1-3F5D-1A14-72158FF91BC9}"/>
          </ac:picMkLst>
        </pc:picChg>
        <pc:picChg chg="del mod">
          <ac:chgData name="Glass, Tarrah" userId="b2563bb9-e7d8-45d4-bcca-e4833a05aa73" providerId="ADAL" clId="{B6E2481B-B791-5583-983E-19A16288B202}" dt="2026-04-23T17:23:19.842" v="1009" actId="478"/>
          <ac:picMkLst>
            <pc:docMk/>
            <pc:sldMk cId="1283417593" sldId="266"/>
            <ac:picMk id="34" creationId="{CAB606F4-A301-32B1-2D85-D9AF13C4F6EA}"/>
          </ac:picMkLst>
        </pc:picChg>
        <pc:picChg chg="del">
          <ac:chgData name="Glass, Tarrah" userId="b2563bb9-e7d8-45d4-bcca-e4833a05aa73" providerId="ADAL" clId="{B6E2481B-B791-5583-983E-19A16288B202}" dt="2026-04-23T17:23:05.316" v="1001" actId="478"/>
          <ac:picMkLst>
            <pc:docMk/>
            <pc:sldMk cId="1283417593" sldId="266"/>
            <ac:picMk id="35" creationId="{33B6B69C-E601-45EB-CB8B-1EA0D079B98E}"/>
          </ac:picMkLst>
        </pc:picChg>
        <pc:picChg chg="del">
          <ac:chgData name="Glass, Tarrah" userId="b2563bb9-e7d8-45d4-bcca-e4833a05aa73" providerId="ADAL" clId="{B6E2481B-B791-5583-983E-19A16288B202}" dt="2026-04-23T17:23:05.316" v="1001" actId="478"/>
          <ac:picMkLst>
            <pc:docMk/>
            <pc:sldMk cId="1283417593" sldId="266"/>
            <ac:picMk id="36" creationId="{2849F5E2-B814-CB2A-719F-1814C0DFCF71}"/>
          </ac:picMkLst>
        </pc:picChg>
        <pc:picChg chg="mod">
          <ac:chgData name="Glass, Tarrah" userId="b2563bb9-e7d8-45d4-bcca-e4833a05aa73" providerId="ADAL" clId="{B6E2481B-B791-5583-983E-19A16288B202}" dt="2026-04-23T01:15:17.561" v="494"/>
          <ac:picMkLst>
            <pc:docMk/>
            <pc:sldMk cId="1283417593" sldId="266"/>
            <ac:picMk id="37" creationId="{F9ADD022-5D13-2AA3-E1F5-B62C772E7DFA}"/>
          </ac:picMkLst>
        </pc:picChg>
        <pc:picChg chg="mod">
          <ac:chgData name="Glass, Tarrah" userId="b2563bb9-e7d8-45d4-bcca-e4833a05aa73" providerId="ADAL" clId="{B6E2481B-B791-5583-983E-19A16288B202}" dt="2026-04-23T17:23:44.253" v="1015"/>
          <ac:picMkLst>
            <pc:docMk/>
            <pc:sldMk cId="1283417593" sldId="266"/>
            <ac:picMk id="43" creationId="{FBBA397B-3B0E-BE46-6280-C949FA320277}"/>
          </ac:picMkLst>
        </pc:picChg>
        <pc:picChg chg="mod">
          <ac:chgData name="Glass, Tarrah" userId="b2563bb9-e7d8-45d4-bcca-e4833a05aa73" providerId="ADAL" clId="{B6E2481B-B791-5583-983E-19A16288B202}" dt="2026-04-23T17:23:44.253" v="1015"/>
          <ac:picMkLst>
            <pc:docMk/>
            <pc:sldMk cId="1283417593" sldId="266"/>
            <ac:picMk id="45" creationId="{AD10949C-D712-604B-6232-A446AE8B168B}"/>
          </ac:picMkLst>
        </pc:picChg>
        <pc:picChg chg="mod">
          <ac:chgData name="Glass, Tarrah" userId="b2563bb9-e7d8-45d4-bcca-e4833a05aa73" providerId="ADAL" clId="{B6E2481B-B791-5583-983E-19A16288B202}" dt="2026-04-23T17:23:44.253" v="1015"/>
          <ac:picMkLst>
            <pc:docMk/>
            <pc:sldMk cId="1283417593" sldId="266"/>
            <ac:picMk id="51" creationId="{368FA7F1-8F7E-22A2-1573-A2DE8F650A5E}"/>
          </ac:picMkLst>
        </pc:picChg>
        <pc:picChg chg="mod">
          <ac:chgData name="Glass, Tarrah" userId="b2563bb9-e7d8-45d4-bcca-e4833a05aa73" providerId="ADAL" clId="{B6E2481B-B791-5583-983E-19A16288B202}" dt="2026-04-23T17:23:44.253" v="1015"/>
          <ac:picMkLst>
            <pc:docMk/>
            <pc:sldMk cId="1283417593" sldId="266"/>
            <ac:picMk id="54" creationId="{8299D9B5-8042-3D10-5A6D-2F05A3961662}"/>
          </ac:picMkLst>
        </pc:picChg>
        <pc:picChg chg="mod">
          <ac:chgData name="Glass, Tarrah" userId="b2563bb9-e7d8-45d4-bcca-e4833a05aa73" providerId="ADAL" clId="{B6E2481B-B791-5583-983E-19A16288B202}" dt="2026-04-23T17:23:44.253" v="1015"/>
          <ac:picMkLst>
            <pc:docMk/>
            <pc:sldMk cId="1283417593" sldId="266"/>
            <ac:picMk id="58" creationId="{04F65C2C-D4EB-77E6-0B66-3135C25E815C}"/>
          </ac:picMkLst>
        </pc:picChg>
        <pc:picChg chg="mod">
          <ac:chgData name="Glass, Tarrah" userId="b2563bb9-e7d8-45d4-bcca-e4833a05aa73" providerId="ADAL" clId="{B6E2481B-B791-5583-983E-19A16288B202}" dt="2026-04-23T17:23:44.253" v="1015"/>
          <ac:picMkLst>
            <pc:docMk/>
            <pc:sldMk cId="1283417593" sldId="266"/>
            <ac:picMk id="60" creationId="{FBB98C9E-FD4B-9A6F-9A6F-FC9FEB9DF634}"/>
          </ac:picMkLst>
        </pc:picChg>
        <pc:picChg chg="add mod">
          <ac:chgData name="Glass, Tarrah" userId="b2563bb9-e7d8-45d4-bcca-e4833a05aa73" providerId="ADAL" clId="{B6E2481B-B791-5583-983E-19A16288B202}" dt="2026-04-23T17:32:00.898" v="1176" actId="14100"/>
          <ac:picMkLst>
            <pc:docMk/>
            <pc:sldMk cId="1283417593" sldId="266"/>
            <ac:picMk id="64" creationId="{DF54B6AF-D600-28C7-954D-0FAE042458E1}"/>
          </ac:picMkLst>
        </pc:picChg>
        <pc:picChg chg="add mod">
          <ac:chgData name="Glass, Tarrah" userId="b2563bb9-e7d8-45d4-bcca-e4833a05aa73" providerId="ADAL" clId="{B6E2481B-B791-5583-983E-19A16288B202}" dt="2026-04-23T17:32:09.812" v="1179" actId="14100"/>
          <ac:picMkLst>
            <pc:docMk/>
            <pc:sldMk cId="1283417593" sldId="266"/>
            <ac:picMk id="66" creationId="{9F193147-83E3-DB4A-BE6B-6094AFC3CBD4}"/>
          </ac:picMkLst>
        </pc:picChg>
      </pc:sldChg>
    </pc:docChg>
  </pc:docChgLst>
  <pc:docChgLst>
    <pc:chgData name="Jivanjee, Alejandro" userId="S::alejandro.jivanjee@pnnl.gov::4b64bafb-34a3-41fc-9d46-f9274d7de86a" providerId="AD" clId="Web-{ED8369D8-5494-F7BB-BB47-2304C30369E0}"/>
    <pc:docChg chg="modSld">
      <pc:chgData name="Jivanjee, Alejandro" userId="S::alejandro.jivanjee@pnnl.gov::4b64bafb-34a3-41fc-9d46-f9274d7de86a" providerId="AD" clId="Web-{ED8369D8-5494-F7BB-BB47-2304C30369E0}" dt="2026-04-22T23:39:01.861" v="44"/>
      <pc:docMkLst>
        <pc:docMk/>
      </pc:docMkLst>
      <pc:sldChg chg="addSp delSp modSp">
        <pc:chgData name="Jivanjee, Alejandro" userId="S::alejandro.jivanjee@pnnl.gov::4b64bafb-34a3-41fc-9d46-f9274d7de86a" providerId="AD" clId="Web-{ED8369D8-5494-F7BB-BB47-2304C30369E0}" dt="2026-04-22T23:39:01.861" v="44"/>
        <pc:sldMkLst>
          <pc:docMk/>
          <pc:sldMk cId="21291482" sldId="267"/>
        </pc:sldMkLst>
        <pc:spChg chg="mod">
          <ac:chgData name="Jivanjee, Alejandro" userId="S::alejandro.jivanjee@pnnl.gov::4b64bafb-34a3-41fc-9d46-f9274d7de86a" providerId="AD" clId="Web-{ED8369D8-5494-F7BB-BB47-2304C30369E0}" dt="2026-04-22T23:38:43.954" v="40" actId="1076"/>
          <ac:spMkLst>
            <pc:docMk/>
            <pc:sldMk cId="21291482" sldId="267"/>
            <ac:spMk id="2" creationId="{6B794B5B-BCF6-8EDD-5CD0-7AF3FE976538}"/>
          </ac:spMkLst>
        </pc:spChg>
        <pc:spChg chg="mod">
          <ac:chgData name="Jivanjee, Alejandro" userId="S::alejandro.jivanjee@pnnl.gov::4b64bafb-34a3-41fc-9d46-f9274d7de86a" providerId="AD" clId="Web-{ED8369D8-5494-F7BB-BB47-2304C30369E0}" dt="2026-04-22T23:07:01.399" v="13" actId="20577"/>
          <ac:spMkLst>
            <pc:docMk/>
            <pc:sldMk cId="21291482" sldId="267"/>
            <ac:spMk id="3" creationId="{411119D5-0953-6024-7D06-2743E9159AB0}"/>
          </ac:spMkLst>
        </pc:spChg>
        <pc:graphicFrameChg chg="del modGraphic">
          <ac:chgData name="Jivanjee, Alejandro" userId="S::alejandro.jivanjee@pnnl.gov::4b64bafb-34a3-41fc-9d46-f9274d7de86a" providerId="AD" clId="Web-{ED8369D8-5494-F7BB-BB47-2304C30369E0}" dt="2026-04-22T23:06:18.024" v="3"/>
          <ac:graphicFrameMkLst>
            <pc:docMk/>
            <pc:sldMk cId="21291482" sldId="267"/>
            <ac:graphicFrameMk id="11" creationId="{8DFEA0C7-7F72-AE16-0E61-1A6D3C174254}"/>
          </ac:graphicFrameMkLst>
        </pc:graphicFrameChg>
        <pc:picChg chg="mod">
          <ac:chgData name="Jivanjee, Alejandro" userId="S::alejandro.jivanjee@pnnl.gov::4b64bafb-34a3-41fc-9d46-f9274d7de86a" providerId="AD" clId="Web-{ED8369D8-5494-F7BB-BB47-2304C30369E0}" dt="2026-04-22T23:13:51.281" v="20" actId="1076"/>
          <ac:picMkLst>
            <pc:docMk/>
            <pc:sldMk cId="21291482" sldId="267"/>
            <ac:picMk id="4" creationId="{A00CC697-29BA-5F6C-1F58-22C05A0F023A}"/>
          </ac:picMkLst>
        </pc:picChg>
        <pc:picChg chg="add mod">
          <ac:chgData name="Jivanjee, Alejandro" userId="S::alejandro.jivanjee@pnnl.gov::4b64bafb-34a3-41fc-9d46-f9274d7de86a" providerId="AD" clId="Web-{ED8369D8-5494-F7BB-BB47-2304C30369E0}" dt="2026-04-22T23:13:48.656" v="19" actId="1076"/>
          <ac:picMkLst>
            <pc:docMk/>
            <pc:sldMk cId="21291482" sldId="267"/>
            <ac:picMk id="5" creationId="{E444647C-5A03-1F4E-4879-2632100301BD}"/>
          </ac:picMkLst>
        </pc:picChg>
        <pc:picChg chg="add del mod">
          <ac:chgData name="Jivanjee, Alejandro" userId="S::alejandro.jivanjee@pnnl.gov::4b64bafb-34a3-41fc-9d46-f9274d7de86a" providerId="AD" clId="Web-{ED8369D8-5494-F7BB-BB47-2304C30369E0}" dt="2026-04-22T23:26:14.078" v="25"/>
          <ac:picMkLst>
            <pc:docMk/>
            <pc:sldMk cId="21291482" sldId="267"/>
            <ac:picMk id="6" creationId="{047B6450-DBE8-F944-6D9F-5DBB3A5D3612}"/>
          </ac:picMkLst>
        </pc:picChg>
        <pc:picChg chg="add del mod">
          <ac:chgData name="Jivanjee, Alejandro" userId="S::alejandro.jivanjee@pnnl.gov::4b64bafb-34a3-41fc-9d46-f9274d7de86a" providerId="AD" clId="Web-{ED8369D8-5494-F7BB-BB47-2304C30369E0}" dt="2026-04-22T23:27:44.223" v="34"/>
          <ac:picMkLst>
            <pc:docMk/>
            <pc:sldMk cId="21291482" sldId="267"/>
            <ac:picMk id="7" creationId="{3E1A9CC3-D0C5-2AB3-111B-05A774F63F5D}"/>
          </ac:picMkLst>
        </pc:picChg>
        <pc:picChg chg="add del mod">
          <ac:chgData name="Jivanjee, Alejandro" userId="S::alejandro.jivanjee@pnnl.gov::4b64bafb-34a3-41fc-9d46-f9274d7de86a" providerId="AD" clId="Web-{ED8369D8-5494-F7BB-BB47-2304C30369E0}" dt="2026-04-22T23:39:01.861" v="44"/>
          <ac:picMkLst>
            <pc:docMk/>
            <pc:sldMk cId="21291482" sldId="267"/>
            <ac:picMk id="8" creationId="{374884EF-4C3A-9954-7145-3ABE74CCBA30}"/>
          </ac:picMkLst>
        </pc:picChg>
      </pc:sldChg>
    </pc:docChg>
  </pc:docChgLst>
  <pc:docChgLst>
    <pc:chgData name="Verma, Seema" userId="d6d59e0d-57a3-41bb-80e1-6975573161df" providerId="ADAL" clId="{7CB4E9E0-3949-478F-8F37-D187ECA0E29F}"/>
    <pc:docChg chg="undo custSel modSld">
      <pc:chgData name="Verma, Seema" userId="d6d59e0d-57a3-41bb-80e1-6975573161df" providerId="ADAL" clId="{7CB4E9E0-3949-478F-8F37-D187ECA0E29F}" dt="2026-04-23T17:31:18.209" v="235" actId="1076"/>
      <pc:docMkLst>
        <pc:docMk/>
      </pc:docMkLst>
      <pc:sldChg chg="addSp delSp modSp mod">
        <pc:chgData name="Verma, Seema" userId="d6d59e0d-57a3-41bb-80e1-6975573161df" providerId="ADAL" clId="{7CB4E9E0-3949-478F-8F37-D187ECA0E29F}" dt="2026-04-23T17:31:18.209" v="235" actId="1076"/>
        <pc:sldMkLst>
          <pc:docMk/>
          <pc:sldMk cId="2044454703" sldId="260"/>
        </pc:sldMkLst>
        <pc:spChg chg="mod">
          <ac:chgData name="Verma, Seema" userId="d6d59e0d-57a3-41bb-80e1-6975573161df" providerId="ADAL" clId="{7CB4E9E0-3949-478F-8F37-D187ECA0E29F}" dt="2026-04-23T04:45:30.064" v="149" actId="14100"/>
          <ac:spMkLst>
            <pc:docMk/>
            <pc:sldMk cId="2044454703" sldId="260"/>
            <ac:spMk id="6" creationId="{B4C0C872-F1D7-3592-246F-D82CD09FA6ED}"/>
          </ac:spMkLst>
        </pc:spChg>
        <pc:spChg chg="del mod">
          <ac:chgData name="Verma, Seema" userId="d6d59e0d-57a3-41bb-80e1-6975573161df" providerId="ADAL" clId="{7CB4E9E0-3949-478F-8F37-D187ECA0E29F}" dt="2026-04-23T04:45:48.296" v="150" actId="478"/>
          <ac:spMkLst>
            <pc:docMk/>
            <pc:sldMk cId="2044454703" sldId="260"/>
            <ac:spMk id="7" creationId="{2DD403E4-7A4C-4563-036B-E552505E4709}"/>
          </ac:spMkLst>
        </pc:spChg>
        <pc:spChg chg="add del mod">
          <ac:chgData name="Verma, Seema" userId="d6d59e0d-57a3-41bb-80e1-6975573161df" providerId="ADAL" clId="{7CB4E9E0-3949-478F-8F37-D187ECA0E29F}" dt="2026-04-23T04:46:22.875" v="154" actId="478"/>
          <ac:spMkLst>
            <pc:docMk/>
            <pc:sldMk cId="2044454703" sldId="260"/>
            <ac:spMk id="8" creationId="{07AD2125-D04A-E1D8-5195-A8073B27B83D}"/>
          </ac:spMkLst>
        </pc:spChg>
        <pc:spChg chg="add del mod">
          <ac:chgData name="Verma, Seema" userId="d6d59e0d-57a3-41bb-80e1-6975573161df" providerId="ADAL" clId="{7CB4E9E0-3949-478F-8F37-D187ECA0E29F}" dt="2026-04-23T04:45:50.955" v="151" actId="478"/>
          <ac:spMkLst>
            <pc:docMk/>
            <pc:sldMk cId="2044454703" sldId="260"/>
            <ac:spMk id="11" creationId="{E990FFF4-8E0F-A370-3E48-129B2700DD59}"/>
          </ac:spMkLst>
        </pc:spChg>
        <pc:spChg chg="add mod">
          <ac:chgData name="Verma, Seema" userId="d6d59e0d-57a3-41bb-80e1-6975573161df" providerId="ADAL" clId="{7CB4E9E0-3949-478F-8F37-D187ECA0E29F}" dt="2026-04-23T17:30:54.893" v="233" actId="2711"/>
          <ac:spMkLst>
            <pc:docMk/>
            <pc:sldMk cId="2044454703" sldId="260"/>
            <ac:spMk id="14" creationId="{F076F10D-FF5D-AF6A-A318-E6BB6E23EB55}"/>
          </ac:spMkLst>
        </pc:spChg>
        <pc:spChg chg="add mod">
          <ac:chgData name="Verma, Seema" userId="d6d59e0d-57a3-41bb-80e1-6975573161df" providerId="ADAL" clId="{7CB4E9E0-3949-478F-8F37-D187ECA0E29F}" dt="2026-04-23T17:31:11.983" v="234" actId="20577"/>
          <ac:spMkLst>
            <pc:docMk/>
            <pc:sldMk cId="2044454703" sldId="260"/>
            <ac:spMk id="15" creationId="{DCE88957-396F-02FD-B4FA-9A5BCC265A95}"/>
          </ac:spMkLst>
        </pc:spChg>
        <pc:spChg chg="add del mod">
          <ac:chgData name="Verma, Seema" userId="d6d59e0d-57a3-41bb-80e1-6975573161df" providerId="ADAL" clId="{7CB4E9E0-3949-478F-8F37-D187ECA0E29F}" dt="2026-04-23T17:31:18.209" v="235" actId="1076"/>
          <ac:spMkLst>
            <pc:docMk/>
            <pc:sldMk cId="2044454703" sldId="260"/>
            <ac:spMk id="16" creationId="{69FD0783-72E6-7745-36D5-9E6253C58CFA}"/>
          </ac:spMkLst>
        </pc:spChg>
        <pc:grpChg chg="add del mod">
          <ac:chgData name="Verma, Seema" userId="d6d59e0d-57a3-41bb-80e1-6975573161df" providerId="ADAL" clId="{7CB4E9E0-3949-478F-8F37-D187ECA0E29F}" dt="2026-04-23T04:44:47.710" v="144" actId="478"/>
          <ac:grpSpMkLst>
            <pc:docMk/>
            <pc:sldMk cId="2044454703" sldId="260"/>
            <ac:grpSpMk id="4" creationId="{56845137-14DA-E17B-8511-DE01261693F3}"/>
          </ac:grpSpMkLst>
        </pc:grpChg>
        <pc:picChg chg="add mod">
          <ac:chgData name="Verma, Seema" userId="d6d59e0d-57a3-41bb-80e1-6975573161df" providerId="ADAL" clId="{7CB4E9E0-3949-478F-8F37-D187ECA0E29F}" dt="2026-04-23T04:48:38.907" v="169" actId="14100"/>
          <ac:picMkLst>
            <pc:docMk/>
            <pc:sldMk cId="2044454703" sldId="260"/>
            <ac:picMk id="9" creationId="{74825D5F-228C-2692-ED17-479C2C8DC6A0}"/>
          </ac:picMkLst>
        </pc:picChg>
        <pc:picChg chg="add del mod">
          <ac:chgData name="Verma, Seema" userId="d6d59e0d-57a3-41bb-80e1-6975573161df" providerId="ADAL" clId="{7CB4E9E0-3949-478F-8F37-D187ECA0E29F}" dt="2026-04-23T04:47:22.852" v="160" actId="478"/>
          <ac:picMkLst>
            <pc:docMk/>
            <pc:sldMk cId="2044454703" sldId="260"/>
            <ac:picMk id="12" creationId="{4F919522-DBFA-B794-227D-18DDF9BA6830}"/>
          </ac:picMkLst>
        </pc:picChg>
        <pc:picChg chg="add del mod">
          <ac:chgData name="Verma, Seema" userId="d6d59e0d-57a3-41bb-80e1-6975573161df" providerId="ADAL" clId="{7CB4E9E0-3949-478F-8F37-D187ECA0E29F}" dt="2026-04-23T04:47:56.023" v="164" actId="478"/>
          <ac:picMkLst>
            <pc:docMk/>
            <pc:sldMk cId="2044454703" sldId="260"/>
            <ac:picMk id="13" creationId="{192B18B2-4D8F-FEB2-D184-BACD930F3E89}"/>
          </ac:picMkLst>
        </pc:picChg>
        <pc:cxnChg chg="add mod">
          <ac:chgData name="Verma, Seema" userId="d6d59e0d-57a3-41bb-80e1-6975573161df" providerId="ADAL" clId="{7CB4E9E0-3949-478F-8F37-D187ECA0E29F}" dt="2026-04-23T17:30:17.626" v="231" actId="1076"/>
          <ac:cxnSpMkLst>
            <pc:docMk/>
            <pc:sldMk cId="2044454703" sldId="260"/>
            <ac:cxnSpMk id="18" creationId="{25B9592C-0D77-680E-383C-F7DBE8F1798D}"/>
          </ac:cxnSpMkLst>
        </pc:cxnChg>
      </pc:sldChg>
      <pc:sldChg chg="addSp delSp modSp mod">
        <pc:chgData name="Verma, Seema" userId="d6d59e0d-57a3-41bb-80e1-6975573161df" providerId="ADAL" clId="{7CB4E9E0-3949-478F-8F37-D187ECA0E29F}" dt="2026-04-23T17:19:23.282" v="219" actId="1076"/>
        <pc:sldMkLst>
          <pc:docMk/>
          <pc:sldMk cId="1283417593" sldId="266"/>
        </pc:sldMkLst>
        <pc:spChg chg="mod topLvl">
          <ac:chgData name="Verma, Seema" userId="d6d59e0d-57a3-41bb-80e1-6975573161df" providerId="ADAL" clId="{7CB4E9E0-3949-478F-8F37-D187ECA0E29F}" dt="2026-04-23T17:14:00.913" v="204" actId="1076"/>
          <ac:spMkLst>
            <pc:docMk/>
            <pc:sldMk cId="1283417593" sldId="266"/>
            <ac:spMk id="29" creationId="{3A64F5E7-8077-E527-49B1-84DDE9DEC6C5}"/>
          </ac:spMkLst>
        </pc:spChg>
        <pc:picChg chg="mod">
          <ac:chgData name="Verma, Seema" userId="d6d59e0d-57a3-41bb-80e1-6975573161df" providerId="ADAL" clId="{7CB4E9E0-3949-478F-8F37-D187ECA0E29F}" dt="2026-04-23T17:19:19.058" v="218" actId="1076"/>
          <ac:picMkLst>
            <pc:docMk/>
            <pc:sldMk cId="1283417593" sldId="266"/>
            <ac:picMk id="14" creationId="{1233FEFB-56AB-0C66-95EB-4FCFA966C6F2}"/>
          </ac:picMkLst>
        </pc:picChg>
        <pc:picChg chg="mod topLvl">
          <ac:chgData name="Verma, Seema" userId="d6d59e0d-57a3-41bb-80e1-6975573161df" providerId="ADAL" clId="{7CB4E9E0-3949-478F-8F37-D187ECA0E29F}" dt="2026-04-23T15:38:21.672" v="186" actId="165"/>
          <ac:picMkLst>
            <pc:docMk/>
            <pc:sldMk cId="1283417593" sldId="266"/>
            <ac:picMk id="15" creationId="{3213E692-2B52-018D-D9C7-A511711288A7}"/>
          </ac:picMkLst>
        </pc:picChg>
        <pc:picChg chg="mod topLvl">
          <ac:chgData name="Verma, Seema" userId="d6d59e0d-57a3-41bb-80e1-6975573161df" providerId="ADAL" clId="{7CB4E9E0-3949-478F-8F37-D187ECA0E29F}" dt="2026-04-23T17:16:44.797" v="214" actId="1076"/>
          <ac:picMkLst>
            <pc:docMk/>
            <pc:sldMk cId="1283417593" sldId="266"/>
            <ac:picMk id="16" creationId="{F618C7D9-F35F-1548-75F4-469839A280F2}"/>
          </ac:picMkLst>
        </pc:picChg>
        <pc:picChg chg="mod topLvl">
          <ac:chgData name="Verma, Seema" userId="d6d59e0d-57a3-41bb-80e1-6975573161df" providerId="ADAL" clId="{7CB4E9E0-3949-478F-8F37-D187ECA0E29F}" dt="2026-04-23T15:38:21.672" v="186" actId="165"/>
          <ac:picMkLst>
            <pc:docMk/>
            <pc:sldMk cId="1283417593" sldId="266"/>
            <ac:picMk id="18" creationId="{6411C081-0B23-3509-8A06-0AE224F8053B}"/>
          </ac:picMkLst>
        </pc:picChg>
        <pc:picChg chg="mod">
          <ac:chgData name="Verma, Seema" userId="d6d59e0d-57a3-41bb-80e1-6975573161df" providerId="ADAL" clId="{7CB4E9E0-3949-478F-8F37-D187ECA0E29F}" dt="2026-04-23T17:16:43.382" v="213" actId="1076"/>
          <ac:picMkLst>
            <pc:docMk/>
            <pc:sldMk cId="1283417593" sldId="266"/>
            <ac:picMk id="19" creationId="{D66DFA0B-3847-B599-ECEE-8BD5E1DEBE72}"/>
          </ac:picMkLst>
        </pc:picChg>
        <pc:picChg chg="mod topLvl">
          <ac:chgData name="Verma, Seema" userId="d6d59e0d-57a3-41bb-80e1-6975573161df" providerId="ADAL" clId="{7CB4E9E0-3949-478F-8F37-D187ECA0E29F}" dt="2026-04-23T15:38:21.672" v="186" actId="165"/>
          <ac:picMkLst>
            <pc:docMk/>
            <pc:sldMk cId="1283417593" sldId="266"/>
            <ac:picMk id="21" creationId="{9088BEB0-6B24-6987-8111-3CBA57AE8212}"/>
          </ac:picMkLst>
        </pc:picChg>
        <pc:picChg chg="mod topLvl">
          <ac:chgData name="Verma, Seema" userId="d6d59e0d-57a3-41bb-80e1-6975573161df" providerId="ADAL" clId="{7CB4E9E0-3949-478F-8F37-D187ECA0E29F}" dt="2026-04-23T17:14:21.160" v="207" actId="1076"/>
          <ac:picMkLst>
            <pc:docMk/>
            <pc:sldMk cId="1283417593" sldId="266"/>
            <ac:picMk id="23" creationId="{3F96F65A-F876-D58F-5852-1E909DF5F0E9}"/>
          </ac:picMkLst>
        </pc:picChg>
        <pc:picChg chg="mod">
          <ac:chgData name="Verma, Seema" userId="d6d59e0d-57a3-41bb-80e1-6975573161df" providerId="ADAL" clId="{7CB4E9E0-3949-478F-8F37-D187ECA0E29F}" dt="2026-04-23T17:14:15.272" v="206" actId="1076"/>
          <ac:picMkLst>
            <pc:docMk/>
            <pc:sldMk cId="1283417593" sldId="266"/>
            <ac:picMk id="24" creationId="{A7BF9C29-BBC4-26E2-ADEE-F05788FC69DF}"/>
          </ac:picMkLst>
        </pc:picChg>
        <pc:picChg chg="mod">
          <ac:chgData name="Verma, Seema" userId="d6d59e0d-57a3-41bb-80e1-6975573161df" providerId="ADAL" clId="{7CB4E9E0-3949-478F-8F37-D187ECA0E29F}" dt="2026-04-23T17:19:23.282" v="219" actId="1076"/>
          <ac:picMkLst>
            <pc:docMk/>
            <pc:sldMk cId="1283417593" sldId="266"/>
            <ac:picMk id="26" creationId="{AA4153F7-753F-6A1B-35A6-5C0CED8800A1}"/>
          </ac:picMkLst>
        </pc:picChg>
        <pc:picChg chg="mod">
          <ac:chgData name="Verma, Seema" userId="d6d59e0d-57a3-41bb-80e1-6975573161df" providerId="ADAL" clId="{7CB4E9E0-3949-478F-8F37-D187ECA0E29F}" dt="2026-04-23T17:19:05.536" v="216" actId="1076"/>
          <ac:picMkLst>
            <pc:docMk/>
            <pc:sldMk cId="1283417593" sldId="266"/>
            <ac:picMk id="27" creationId="{01FB5026-B656-42E3-2F52-50FAEF3D9C82}"/>
          </ac:picMkLst>
        </pc:picChg>
        <pc:picChg chg="mod topLvl">
          <ac:chgData name="Verma, Seema" userId="d6d59e0d-57a3-41bb-80e1-6975573161df" providerId="ADAL" clId="{7CB4E9E0-3949-478F-8F37-D187ECA0E29F}" dt="2026-04-23T17:19:07.620" v="217" actId="1076"/>
          <ac:picMkLst>
            <pc:docMk/>
            <pc:sldMk cId="1283417593" sldId="266"/>
            <ac:picMk id="30" creationId="{3C8E450C-2F76-46B2-A7BA-B74576F52AFA}"/>
          </ac:picMkLst>
        </pc:picChg>
        <pc:picChg chg="mod topLvl">
          <ac:chgData name="Verma, Seema" userId="d6d59e0d-57a3-41bb-80e1-6975573161df" providerId="ADAL" clId="{7CB4E9E0-3949-478F-8F37-D187ECA0E29F}" dt="2026-04-23T15:38:21.672" v="186" actId="165"/>
          <ac:picMkLst>
            <pc:docMk/>
            <pc:sldMk cId="1283417593" sldId="266"/>
            <ac:picMk id="33" creationId="{ABF3361C-E7B1-3F5D-1A14-72158FF91BC9}"/>
          </ac:picMkLst>
        </pc:picChg>
        <pc:picChg chg="mod topLvl">
          <ac:chgData name="Verma, Seema" userId="d6d59e0d-57a3-41bb-80e1-6975573161df" providerId="ADAL" clId="{7CB4E9E0-3949-478F-8F37-D187ECA0E29F}" dt="2026-04-23T17:16:33.342" v="210" actId="1076"/>
          <ac:picMkLst>
            <pc:docMk/>
            <pc:sldMk cId="1283417593" sldId="266"/>
            <ac:picMk id="35" creationId="{33B6B69C-E601-45EB-CB8B-1EA0D079B98E}"/>
          </ac:picMkLst>
        </pc:picChg>
        <pc:picChg chg="mod">
          <ac:chgData name="Verma, Seema" userId="d6d59e0d-57a3-41bb-80e1-6975573161df" providerId="ADAL" clId="{7CB4E9E0-3949-478F-8F37-D187ECA0E29F}" dt="2026-04-23T17:14:41.283" v="209" actId="1076"/>
          <ac:picMkLst>
            <pc:docMk/>
            <pc:sldMk cId="1283417593" sldId="266"/>
            <ac:picMk id="36" creationId="{2849F5E2-B814-CB2A-719F-1814C0DFCF71}"/>
          </ac:picMkLst>
        </pc:picChg>
        <pc:picChg chg="mod">
          <ac:chgData name="Verma, Seema" userId="d6d59e0d-57a3-41bb-80e1-6975573161df" providerId="ADAL" clId="{7CB4E9E0-3949-478F-8F37-D187ECA0E29F}" dt="2026-04-23T15:38:21.672" v="186" actId="165"/>
          <ac:picMkLst>
            <pc:docMk/>
            <pc:sldMk cId="1283417593" sldId="266"/>
            <ac:picMk id="39" creationId="{771D52D0-F76C-7878-D848-45598DC76442}"/>
          </ac:picMkLst>
        </pc:picChg>
      </pc:sldChg>
    </pc:docChg>
  </pc:docChgLst>
  <pc:docChgLst>
    <pc:chgData name="DiRaddo, Stephanie G" userId="6aa33f53-168f-4a59-8a22-ad1c5c7bb80e" providerId="ADAL" clId="{E6423C45-A262-49EC-98C5-999CA2BE8752}"/>
    <pc:docChg chg="undo custSel addSld delSld modSld sldOrd">
      <pc:chgData name="DiRaddo, Stephanie G" userId="6aa33f53-168f-4a59-8a22-ad1c5c7bb80e" providerId="ADAL" clId="{E6423C45-A262-49EC-98C5-999CA2BE8752}" dt="2026-04-23T17:38:09.932" v="3603" actId="20577"/>
      <pc:docMkLst>
        <pc:docMk/>
      </pc:docMkLst>
      <pc:sldChg chg="del mod modShow">
        <pc:chgData name="DiRaddo, Stephanie G" userId="6aa33f53-168f-4a59-8a22-ad1c5c7bb80e" providerId="ADAL" clId="{E6423C45-A262-49EC-98C5-999CA2BE8752}" dt="2026-04-23T15:07:10.832" v="3249" actId="47"/>
        <pc:sldMkLst>
          <pc:docMk/>
          <pc:sldMk cId="1080534325" sldId="257"/>
        </pc:sldMkLst>
      </pc:sldChg>
      <pc:sldChg chg="del mod modShow">
        <pc:chgData name="DiRaddo, Stephanie G" userId="6aa33f53-168f-4a59-8a22-ad1c5c7bb80e" providerId="ADAL" clId="{E6423C45-A262-49EC-98C5-999CA2BE8752}" dt="2026-04-23T15:07:11.872" v="3250" actId="47"/>
        <pc:sldMkLst>
          <pc:docMk/>
          <pc:sldMk cId="4011470968" sldId="258"/>
        </pc:sldMkLst>
      </pc:sldChg>
      <pc:sldChg chg="addSp delSp modSp mod">
        <pc:chgData name="DiRaddo, Stephanie G" userId="6aa33f53-168f-4a59-8a22-ad1c5c7bb80e" providerId="ADAL" clId="{E6423C45-A262-49EC-98C5-999CA2BE8752}" dt="2026-04-21T16:30:47.218" v="1358" actId="1076"/>
        <pc:sldMkLst>
          <pc:docMk/>
          <pc:sldMk cId="800390763" sldId="259"/>
        </pc:sldMkLst>
        <pc:spChg chg="mod">
          <ac:chgData name="DiRaddo, Stephanie G" userId="6aa33f53-168f-4a59-8a22-ad1c5c7bb80e" providerId="ADAL" clId="{E6423C45-A262-49EC-98C5-999CA2BE8752}" dt="2026-04-21T16:24:54.898" v="1320" actId="20577"/>
          <ac:spMkLst>
            <pc:docMk/>
            <pc:sldMk cId="800390763" sldId="259"/>
            <ac:spMk id="6" creationId="{32264A4F-D47E-CBAE-BD38-382087247598}"/>
          </ac:spMkLst>
        </pc:spChg>
        <pc:spChg chg="add del mod">
          <ac:chgData name="DiRaddo, Stephanie G" userId="6aa33f53-168f-4a59-8a22-ad1c5c7bb80e" providerId="ADAL" clId="{E6423C45-A262-49EC-98C5-999CA2BE8752}" dt="2026-04-14T17:35:42.313" v="716" actId="20577"/>
          <ac:spMkLst>
            <pc:docMk/>
            <pc:sldMk cId="800390763" sldId="259"/>
            <ac:spMk id="7" creationId="{B96DBFA7-55D8-34F7-996B-291F1A6CCE1E}"/>
          </ac:spMkLst>
        </pc:spChg>
      </pc:sldChg>
      <pc:sldChg chg="addSp delSp modSp mod">
        <pc:chgData name="DiRaddo, Stephanie G" userId="6aa33f53-168f-4a59-8a22-ad1c5c7bb80e" providerId="ADAL" clId="{E6423C45-A262-49EC-98C5-999CA2BE8752}" dt="2026-04-21T16:41:48.366" v="1675" actId="1076"/>
        <pc:sldMkLst>
          <pc:docMk/>
          <pc:sldMk cId="2044454703" sldId="260"/>
        </pc:sldMkLst>
        <pc:spChg chg="mod">
          <ac:chgData name="DiRaddo, Stephanie G" userId="6aa33f53-168f-4a59-8a22-ad1c5c7bb80e" providerId="ADAL" clId="{E6423C45-A262-49EC-98C5-999CA2BE8752}" dt="2026-04-14T17:30:27.593" v="682" actId="20577"/>
          <ac:spMkLst>
            <pc:docMk/>
            <pc:sldMk cId="2044454703" sldId="260"/>
            <ac:spMk id="6" creationId="{B4C0C872-F1D7-3592-246F-D82CD09FA6ED}"/>
          </ac:spMkLst>
        </pc:spChg>
      </pc:sldChg>
      <pc:sldChg chg="addSp delSp modSp mod">
        <pc:chgData name="DiRaddo, Stephanie G" userId="6aa33f53-168f-4a59-8a22-ad1c5c7bb80e" providerId="ADAL" clId="{E6423C45-A262-49EC-98C5-999CA2BE8752}" dt="2026-04-23T17:37:06.985" v="3599" actId="20577"/>
        <pc:sldMkLst>
          <pc:docMk/>
          <pc:sldMk cId="2092506374" sldId="261"/>
        </pc:sldMkLst>
        <pc:spChg chg="add mod">
          <ac:chgData name="DiRaddo, Stephanie G" userId="6aa33f53-168f-4a59-8a22-ad1c5c7bb80e" providerId="ADAL" clId="{E6423C45-A262-49EC-98C5-999CA2BE8752}" dt="2026-04-22T23:38:57.703" v="3145" actId="1076"/>
          <ac:spMkLst>
            <pc:docMk/>
            <pc:sldMk cId="2092506374" sldId="261"/>
            <ac:spMk id="5" creationId="{8BBAAC78-7702-7326-5B46-55C23DBAB0E5}"/>
          </ac:spMkLst>
        </pc:spChg>
        <pc:spChg chg="mod">
          <ac:chgData name="DiRaddo, Stephanie G" userId="6aa33f53-168f-4a59-8a22-ad1c5c7bb80e" providerId="ADAL" clId="{E6423C45-A262-49EC-98C5-999CA2BE8752}" dt="2026-04-21T16:25:47.590" v="1321" actId="20577"/>
          <ac:spMkLst>
            <pc:docMk/>
            <pc:sldMk cId="2092506374" sldId="261"/>
            <ac:spMk id="6" creationId="{5561991D-FB99-A346-A229-88C50D354F6C}"/>
          </ac:spMkLst>
        </pc:spChg>
        <pc:spChg chg="add mod">
          <ac:chgData name="DiRaddo, Stephanie G" userId="6aa33f53-168f-4a59-8a22-ad1c5c7bb80e" providerId="ADAL" clId="{E6423C45-A262-49EC-98C5-999CA2BE8752}" dt="2026-04-22T23:38:57.703" v="3145" actId="1076"/>
          <ac:spMkLst>
            <pc:docMk/>
            <pc:sldMk cId="2092506374" sldId="261"/>
            <ac:spMk id="7" creationId="{8218987E-7864-39B1-B454-A796B839FD76}"/>
          </ac:spMkLst>
        </pc:spChg>
        <pc:spChg chg="add mod">
          <ac:chgData name="DiRaddo, Stephanie G" userId="6aa33f53-168f-4a59-8a22-ad1c5c7bb80e" providerId="ADAL" clId="{E6423C45-A262-49EC-98C5-999CA2BE8752}" dt="2026-04-22T23:38:57.703" v="3145" actId="1076"/>
          <ac:spMkLst>
            <pc:docMk/>
            <pc:sldMk cId="2092506374" sldId="261"/>
            <ac:spMk id="8" creationId="{7D8D66B8-91F8-3767-06AA-FE58266D2D62}"/>
          </ac:spMkLst>
        </pc:spChg>
        <pc:spChg chg="add del mod">
          <ac:chgData name="DiRaddo, Stephanie G" userId="6aa33f53-168f-4a59-8a22-ad1c5c7bb80e" providerId="ADAL" clId="{E6423C45-A262-49EC-98C5-999CA2BE8752}" dt="2026-04-22T23:12:06.428" v="2415" actId="478"/>
          <ac:spMkLst>
            <pc:docMk/>
            <pc:sldMk cId="2092506374" sldId="261"/>
            <ac:spMk id="10" creationId="{F529AEE5-5555-4DBF-0C11-4E149B6091EC}"/>
          </ac:spMkLst>
        </pc:spChg>
        <pc:spChg chg="add mod">
          <ac:chgData name="DiRaddo, Stephanie G" userId="6aa33f53-168f-4a59-8a22-ad1c5c7bb80e" providerId="ADAL" clId="{E6423C45-A262-49EC-98C5-999CA2BE8752}" dt="2026-04-22T21:58:42.953" v="2414"/>
          <ac:spMkLst>
            <pc:docMk/>
            <pc:sldMk cId="2092506374" sldId="261"/>
            <ac:spMk id="11" creationId="{DA793ACA-B7BE-A648-6934-394D1438A524}"/>
          </ac:spMkLst>
        </pc:spChg>
        <pc:spChg chg="add mod">
          <ac:chgData name="DiRaddo, Stephanie G" userId="6aa33f53-168f-4a59-8a22-ad1c5c7bb80e" providerId="ADAL" clId="{E6423C45-A262-49EC-98C5-999CA2BE8752}" dt="2026-04-22T23:39:05.354" v="3148" actId="1076"/>
          <ac:spMkLst>
            <pc:docMk/>
            <pc:sldMk cId="2092506374" sldId="261"/>
            <ac:spMk id="12" creationId="{8009CD7E-ABD8-D76F-DC8A-38CB3C70F49B}"/>
          </ac:spMkLst>
        </pc:spChg>
        <pc:spChg chg="add mod">
          <ac:chgData name="DiRaddo, Stephanie G" userId="6aa33f53-168f-4a59-8a22-ad1c5c7bb80e" providerId="ADAL" clId="{E6423C45-A262-49EC-98C5-999CA2BE8752}" dt="2026-04-22T23:38:46.761" v="3142" actId="1036"/>
          <ac:spMkLst>
            <pc:docMk/>
            <pc:sldMk cId="2092506374" sldId="261"/>
            <ac:spMk id="15" creationId="{9B20AD9E-EA43-9AA7-183B-5E7B6ECAA87C}"/>
          </ac:spMkLst>
        </pc:spChg>
        <pc:spChg chg="add mod">
          <ac:chgData name="DiRaddo, Stephanie G" userId="6aa33f53-168f-4a59-8a22-ad1c5c7bb80e" providerId="ADAL" clId="{E6423C45-A262-49EC-98C5-999CA2BE8752}" dt="2026-04-22T23:38:36.412" v="3137" actId="207"/>
          <ac:spMkLst>
            <pc:docMk/>
            <pc:sldMk cId="2092506374" sldId="261"/>
            <ac:spMk id="16" creationId="{41B2CA5E-D783-ABC0-0868-BA113328C707}"/>
          </ac:spMkLst>
        </pc:spChg>
        <pc:spChg chg="add mod">
          <ac:chgData name="DiRaddo, Stephanie G" userId="6aa33f53-168f-4a59-8a22-ad1c5c7bb80e" providerId="ADAL" clId="{E6423C45-A262-49EC-98C5-999CA2BE8752}" dt="2026-04-23T17:37:06.985" v="3599" actId="20577"/>
          <ac:spMkLst>
            <pc:docMk/>
            <pc:sldMk cId="2092506374" sldId="261"/>
            <ac:spMk id="17" creationId="{EA8E9FC3-855D-3256-FC22-C0CCA0427ACE}"/>
          </ac:spMkLst>
        </pc:spChg>
        <pc:spChg chg="add mod">
          <ac:chgData name="DiRaddo, Stephanie G" userId="6aa33f53-168f-4a59-8a22-ad1c5c7bb80e" providerId="ADAL" clId="{E6423C45-A262-49EC-98C5-999CA2BE8752}" dt="2026-04-22T23:38:36.412" v="3137" actId="207"/>
          <ac:spMkLst>
            <pc:docMk/>
            <pc:sldMk cId="2092506374" sldId="261"/>
            <ac:spMk id="18" creationId="{79ECC30B-F267-E896-20E9-E0DA6748BED3}"/>
          </ac:spMkLst>
        </pc:spChg>
        <pc:graphicFrameChg chg="add del mod modGraphic">
          <ac:chgData name="DiRaddo, Stephanie G" userId="6aa33f53-168f-4a59-8a22-ad1c5c7bb80e" providerId="ADAL" clId="{E6423C45-A262-49EC-98C5-999CA2BE8752}" dt="2026-04-22T21:56:06.713" v="2412" actId="478"/>
          <ac:graphicFrameMkLst>
            <pc:docMk/>
            <pc:sldMk cId="2092506374" sldId="261"/>
            <ac:graphicFrameMk id="2" creationId="{CA64583A-9758-298C-972F-BE957C739004}"/>
          </ac:graphicFrameMkLst>
        </pc:graphicFrameChg>
        <pc:graphicFrameChg chg="add mod">
          <ac:chgData name="DiRaddo, Stephanie G" userId="6aa33f53-168f-4a59-8a22-ad1c5c7bb80e" providerId="ADAL" clId="{E6423C45-A262-49EC-98C5-999CA2BE8752}" dt="2026-04-22T23:42:44.054" v="3248"/>
          <ac:graphicFrameMkLst>
            <pc:docMk/>
            <pc:sldMk cId="2092506374" sldId="261"/>
            <ac:graphicFrameMk id="23" creationId="{83663533-3504-482C-AF79-4CDA0F424485}"/>
          </ac:graphicFrameMkLst>
        </pc:graphicFrameChg>
        <pc:picChg chg="add del mod modCrop">
          <ac:chgData name="DiRaddo, Stephanie G" userId="6aa33f53-168f-4a59-8a22-ad1c5c7bb80e" providerId="ADAL" clId="{E6423C45-A262-49EC-98C5-999CA2BE8752}" dt="2026-04-23T16:47:45.607" v="3288" actId="478"/>
          <ac:picMkLst>
            <pc:docMk/>
            <pc:sldMk cId="2092506374" sldId="261"/>
            <ac:picMk id="14" creationId="{0951FD99-FC33-8C47-639A-9A60571E6C92}"/>
          </ac:picMkLst>
        </pc:picChg>
        <pc:picChg chg="add mod">
          <ac:chgData name="DiRaddo, Stephanie G" userId="6aa33f53-168f-4a59-8a22-ad1c5c7bb80e" providerId="ADAL" clId="{E6423C45-A262-49EC-98C5-999CA2BE8752}" dt="2026-04-23T16:47:48.084" v="3289" actId="1076"/>
          <ac:picMkLst>
            <pc:docMk/>
            <pc:sldMk cId="2092506374" sldId="261"/>
            <ac:picMk id="20" creationId="{B99AF28D-2BF7-BC7C-8803-26B8D16FF09C}"/>
          </ac:picMkLst>
        </pc:picChg>
        <pc:cxnChg chg="add mod">
          <ac:chgData name="DiRaddo, Stephanie G" userId="6aa33f53-168f-4a59-8a22-ad1c5c7bb80e" providerId="ADAL" clId="{E6423C45-A262-49EC-98C5-999CA2BE8752}" dt="2026-04-22T21:46:14.180" v="2310"/>
          <ac:cxnSpMkLst>
            <pc:docMk/>
            <pc:sldMk cId="2092506374" sldId="261"/>
            <ac:cxnSpMk id="3" creationId="{43BC5ED5-F7C7-7D99-F8F1-23D4071757A2}"/>
          </ac:cxnSpMkLst>
        </pc:cxnChg>
        <pc:cxnChg chg="add mod">
          <ac:chgData name="DiRaddo, Stephanie G" userId="6aa33f53-168f-4a59-8a22-ad1c5c7bb80e" providerId="ADAL" clId="{E6423C45-A262-49EC-98C5-999CA2BE8752}" dt="2026-04-22T21:46:19.507" v="2312" actId="1076"/>
          <ac:cxnSpMkLst>
            <pc:docMk/>
            <pc:sldMk cId="2092506374" sldId="261"/>
            <ac:cxnSpMk id="4" creationId="{90ACFB08-4553-4BB0-31CF-0025D85C948B}"/>
          </ac:cxnSpMkLst>
        </pc:cxnChg>
      </pc:sldChg>
      <pc:sldChg chg="modSp mod">
        <pc:chgData name="DiRaddo, Stephanie G" userId="6aa33f53-168f-4a59-8a22-ad1c5c7bb80e" providerId="ADAL" clId="{E6423C45-A262-49EC-98C5-999CA2BE8752}" dt="2026-04-23T15:26:58.176" v="3284" actId="20577"/>
        <pc:sldMkLst>
          <pc:docMk/>
          <pc:sldMk cId="2503053326" sldId="262"/>
        </pc:sldMkLst>
        <pc:spChg chg="mod">
          <ac:chgData name="DiRaddo, Stephanie G" userId="6aa33f53-168f-4a59-8a22-ad1c5c7bb80e" providerId="ADAL" clId="{E6423C45-A262-49EC-98C5-999CA2BE8752}" dt="2026-04-21T16:49:54.042" v="2150" actId="20577"/>
          <ac:spMkLst>
            <pc:docMk/>
            <pc:sldMk cId="2503053326" sldId="262"/>
            <ac:spMk id="7" creationId="{C7FE88A2-9C34-16EE-163A-EB9C5E0856A3}"/>
          </ac:spMkLst>
        </pc:spChg>
        <pc:spChg chg="mod">
          <ac:chgData name="DiRaddo, Stephanie G" userId="6aa33f53-168f-4a59-8a22-ad1c5c7bb80e" providerId="ADAL" clId="{E6423C45-A262-49EC-98C5-999CA2BE8752}" dt="2026-04-23T15:26:58.176" v="3284" actId="20577"/>
          <ac:spMkLst>
            <pc:docMk/>
            <pc:sldMk cId="2503053326" sldId="262"/>
            <ac:spMk id="12" creationId="{75FB5EB1-7895-6810-AFE5-4783DB0B3CE7}"/>
          </ac:spMkLst>
        </pc:spChg>
      </pc:sldChg>
      <pc:sldChg chg="addSp delSp modSp new mod">
        <pc:chgData name="DiRaddo, Stephanie G" userId="6aa33f53-168f-4a59-8a22-ad1c5c7bb80e" providerId="ADAL" clId="{E6423C45-A262-49EC-98C5-999CA2BE8752}" dt="2026-04-23T17:38:09.932" v="3603" actId="20577"/>
        <pc:sldMkLst>
          <pc:docMk/>
          <pc:sldMk cId="2084195159" sldId="263"/>
        </pc:sldMkLst>
        <pc:spChg chg="mod">
          <ac:chgData name="DiRaddo, Stephanie G" userId="6aa33f53-168f-4a59-8a22-ad1c5c7bb80e" providerId="ADAL" clId="{E6423C45-A262-49EC-98C5-999CA2BE8752}" dt="2026-04-21T16:27:05.520" v="1344" actId="20577"/>
          <ac:spMkLst>
            <pc:docMk/>
            <pc:sldMk cId="2084195159" sldId="263"/>
            <ac:spMk id="2" creationId="{1FB16960-913B-5EDE-A406-70DA0A1F39EF}"/>
          </ac:spMkLst>
        </pc:spChg>
        <pc:spChg chg="add mod">
          <ac:chgData name="DiRaddo, Stephanie G" userId="6aa33f53-168f-4a59-8a22-ad1c5c7bb80e" providerId="ADAL" clId="{E6423C45-A262-49EC-98C5-999CA2BE8752}" dt="2026-04-23T17:34:59.141" v="3595" actId="1076"/>
          <ac:spMkLst>
            <pc:docMk/>
            <pc:sldMk cId="2084195159" sldId="263"/>
            <ac:spMk id="6" creationId="{C3B9EE1E-069F-D269-0FFD-88962FE8280C}"/>
          </ac:spMkLst>
        </pc:spChg>
        <pc:graphicFrameChg chg="mod modGraphic">
          <ac:chgData name="DiRaddo, Stephanie G" userId="6aa33f53-168f-4a59-8a22-ad1c5c7bb80e" providerId="ADAL" clId="{E6423C45-A262-49EC-98C5-999CA2BE8752}" dt="2026-04-23T17:38:09.932" v="3603" actId="20577"/>
          <ac:graphicFrameMkLst>
            <pc:docMk/>
            <pc:sldMk cId="2084195159" sldId="263"/>
            <ac:graphicFrameMk id="11" creationId="{784F5873-F639-7987-4B4E-217533BDCAC6}"/>
          </ac:graphicFrameMkLst>
        </pc:graphicFrameChg>
        <pc:picChg chg="add mod">
          <ac:chgData name="DiRaddo, Stephanie G" userId="6aa33f53-168f-4a59-8a22-ad1c5c7bb80e" providerId="ADAL" clId="{E6423C45-A262-49EC-98C5-999CA2BE8752}" dt="2026-04-23T17:35:03.225" v="3597" actId="1076"/>
          <ac:picMkLst>
            <pc:docMk/>
            <pc:sldMk cId="2084195159" sldId="263"/>
            <ac:picMk id="5" creationId="{48E046BF-2D08-239B-E12F-83CFA6C03A1B}"/>
          </ac:picMkLst>
        </pc:picChg>
        <pc:picChg chg="del">
          <ac:chgData name="DiRaddo, Stephanie G" userId="6aa33f53-168f-4a59-8a22-ad1c5c7bb80e" providerId="ADAL" clId="{E6423C45-A262-49EC-98C5-999CA2BE8752}" dt="2026-04-23T17:34:07.208" v="3498" actId="478"/>
          <ac:picMkLst>
            <pc:docMk/>
            <pc:sldMk cId="2084195159" sldId="263"/>
            <ac:picMk id="12" creationId="{10019C23-7BCB-0346-8438-C8E7E77EB273}"/>
          </ac:picMkLst>
        </pc:picChg>
      </pc:sldChg>
      <pc:sldChg chg="modSp new del mod modShow">
        <pc:chgData name="DiRaddo, Stephanie G" userId="6aa33f53-168f-4a59-8a22-ad1c5c7bb80e" providerId="ADAL" clId="{E6423C45-A262-49EC-98C5-999CA2BE8752}" dt="2026-04-23T15:07:12.868" v="3251" actId="47"/>
        <pc:sldMkLst>
          <pc:docMk/>
          <pc:sldMk cId="1315445767" sldId="264"/>
        </pc:sldMkLst>
      </pc:sldChg>
      <pc:sldChg chg="addSp modSp new mod modAnim">
        <pc:chgData name="DiRaddo, Stephanie G" userId="6aa33f53-168f-4a59-8a22-ad1c5c7bb80e" providerId="ADAL" clId="{E6423C45-A262-49EC-98C5-999CA2BE8752}" dt="2026-04-14T17:18:33.695" v="481" actId="20577"/>
        <pc:sldMkLst>
          <pc:docMk/>
          <pc:sldMk cId="1075685695" sldId="265"/>
        </pc:sldMkLst>
        <pc:spChg chg="mod">
          <ac:chgData name="DiRaddo, Stephanie G" userId="6aa33f53-168f-4a59-8a22-ad1c5c7bb80e" providerId="ADAL" clId="{E6423C45-A262-49EC-98C5-999CA2BE8752}" dt="2026-04-14T17:17:52.715" v="284" actId="20577"/>
          <ac:spMkLst>
            <pc:docMk/>
            <pc:sldMk cId="1075685695" sldId="265"/>
            <ac:spMk id="4" creationId="{EEF3CD31-6D92-4B09-98F8-13E08211AFA0}"/>
          </ac:spMkLst>
        </pc:spChg>
        <pc:spChg chg="mod">
          <ac:chgData name="DiRaddo, Stephanie G" userId="6aa33f53-168f-4a59-8a22-ad1c5c7bb80e" providerId="ADAL" clId="{E6423C45-A262-49EC-98C5-999CA2BE8752}" dt="2026-04-14T17:18:33.695" v="481" actId="20577"/>
          <ac:spMkLst>
            <pc:docMk/>
            <pc:sldMk cId="1075685695" sldId="265"/>
            <ac:spMk id="5" creationId="{A099775F-684B-BB35-8476-E2EF7583DB5A}"/>
          </ac:spMkLst>
        </pc:spChg>
      </pc:sldChg>
      <pc:sldChg chg="addSp delSp modSp new mod">
        <pc:chgData name="DiRaddo, Stephanie G" userId="6aa33f53-168f-4a59-8a22-ad1c5c7bb80e" providerId="ADAL" clId="{E6423C45-A262-49EC-98C5-999CA2BE8752}" dt="2026-04-23T15:29:15.806" v="3287" actId="478"/>
        <pc:sldMkLst>
          <pc:docMk/>
          <pc:sldMk cId="1283417593" sldId="266"/>
        </pc:sldMkLst>
        <pc:spChg chg="mod">
          <ac:chgData name="DiRaddo, Stephanie G" userId="6aa33f53-168f-4a59-8a22-ad1c5c7bb80e" providerId="ADAL" clId="{E6423C45-A262-49EC-98C5-999CA2BE8752}" dt="2026-04-21T16:30:16.565" v="1353" actId="20577"/>
          <ac:spMkLst>
            <pc:docMk/>
            <pc:sldMk cId="1283417593" sldId="266"/>
            <ac:spMk id="2" creationId="{FD337D6C-EF35-1CEB-1124-E3E59D250E74}"/>
          </ac:spMkLst>
        </pc:spChg>
        <pc:spChg chg="add del mod">
          <ac:chgData name="DiRaddo, Stephanie G" userId="6aa33f53-168f-4a59-8a22-ad1c5c7bb80e" providerId="ADAL" clId="{E6423C45-A262-49EC-98C5-999CA2BE8752}" dt="2026-04-23T15:29:15.806" v="3287" actId="478"/>
          <ac:spMkLst>
            <pc:docMk/>
            <pc:sldMk cId="1283417593" sldId="266"/>
            <ac:spMk id="3" creationId="{975963F3-6E6D-3301-84BC-E24AA0281D4B}"/>
          </ac:spMkLst>
        </pc:spChg>
        <pc:graphicFrameChg chg="add mod modGraphic">
          <ac:chgData name="DiRaddo, Stephanie G" userId="6aa33f53-168f-4a59-8a22-ad1c5c7bb80e" providerId="ADAL" clId="{E6423C45-A262-49EC-98C5-999CA2BE8752}" dt="2026-04-22T19:35:09.096" v="2308" actId="313"/>
          <ac:graphicFrameMkLst>
            <pc:docMk/>
            <pc:sldMk cId="1283417593" sldId="266"/>
            <ac:graphicFrameMk id="4" creationId="{06E39B57-A1A1-95E5-09D4-B1328624F4AD}"/>
          </ac:graphicFrameMkLst>
        </pc:graphicFrameChg>
      </pc:sldChg>
      <pc:sldChg chg="addSp delSp modSp new mod">
        <pc:chgData name="DiRaddo, Stephanie G" userId="6aa33f53-168f-4a59-8a22-ad1c5c7bb80e" providerId="ADAL" clId="{E6423C45-A262-49EC-98C5-999CA2BE8752}" dt="2026-04-21T17:36:08" v="2232"/>
        <pc:sldMkLst>
          <pc:docMk/>
          <pc:sldMk cId="21291482" sldId="267"/>
        </pc:sldMkLst>
        <pc:spChg chg="mod">
          <ac:chgData name="DiRaddo, Stephanie G" userId="6aa33f53-168f-4a59-8a22-ad1c5c7bb80e" providerId="ADAL" clId="{E6423C45-A262-49EC-98C5-999CA2BE8752}" dt="2026-04-21T16:26:37.028" v="1338" actId="20577"/>
          <ac:spMkLst>
            <pc:docMk/>
            <pc:sldMk cId="21291482" sldId="267"/>
            <ac:spMk id="2" creationId="{6B794B5B-BCF6-8EDD-5CD0-7AF3FE976538}"/>
          </ac:spMkLst>
        </pc:spChg>
        <pc:spChg chg="mod">
          <ac:chgData name="DiRaddo, Stephanie G" userId="6aa33f53-168f-4a59-8a22-ad1c5c7bb80e" providerId="ADAL" clId="{E6423C45-A262-49EC-98C5-999CA2BE8752}" dt="2026-04-21T17:35:57.625" v="2230" actId="255"/>
          <ac:spMkLst>
            <pc:docMk/>
            <pc:sldMk cId="21291482" sldId="267"/>
            <ac:spMk id="3" creationId="{411119D5-0953-6024-7D06-2743E9159AB0}"/>
          </ac:spMkLst>
        </pc:spChg>
      </pc:sldChg>
      <pc:sldChg chg="modSp new del mod">
        <pc:chgData name="DiRaddo, Stephanie G" userId="6aa33f53-168f-4a59-8a22-ad1c5c7bb80e" providerId="ADAL" clId="{E6423C45-A262-49EC-98C5-999CA2BE8752}" dt="2026-04-23T15:26:45.099" v="3252" actId="47"/>
        <pc:sldMkLst>
          <pc:docMk/>
          <pc:sldMk cId="860314238" sldId="268"/>
        </pc:sldMkLst>
      </pc:sldChg>
      <pc:sldChg chg="addSp delSp modSp new mod ord">
        <pc:chgData name="DiRaddo, Stephanie G" userId="6aa33f53-168f-4a59-8a22-ad1c5c7bb80e" providerId="ADAL" clId="{E6423C45-A262-49EC-98C5-999CA2BE8752}" dt="2026-04-21T17:23:31.217" v="2166"/>
        <pc:sldMkLst>
          <pc:docMk/>
          <pc:sldMk cId="274095334" sldId="269"/>
        </pc:sldMkLst>
        <pc:spChg chg="mod">
          <ac:chgData name="DiRaddo, Stephanie G" userId="6aa33f53-168f-4a59-8a22-ad1c5c7bb80e" providerId="ADAL" clId="{E6423C45-A262-49EC-98C5-999CA2BE8752}" dt="2026-04-21T17:23:31.217" v="2166"/>
          <ac:spMkLst>
            <pc:docMk/>
            <pc:sldMk cId="274095334" sldId="269"/>
            <ac:spMk id="2" creationId="{CA7FE29A-BB6C-F941-D39C-91A62B9EF64D}"/>
          </ac:spMkLst>
        </pc:spChg>
        <pc:spChg chg="mod">
          <ac:chgData name="DiRaddo, Stephanie G" userId="6aa33f53-168f-4a59-8a22-ad1c5c7bb80e" providerId="ADAL" clId="{E6423C45-A262-49EC-98C5-999CA2BE8752}" dt="2026-04-21T17:22:22.590" v="2163" actId="404"/>
          <ac:spMkLst>
            <pc:docMk/>
            <pc:sldMk cId="274095334" sldId="269"/>
            <ac:spMk id="3" creationId="{8ABDD9B2-926B-F56A-33AA-C6FE0653C7E9}"/>
          </ac:spMkLst>
        </pc:spChg>
        <pc:picChg chg="add mod">
          <ac:chgData name="DiRaddo, Stephanie G" userId="6aa33f53-168f-4a59-8a22-ad1c5c7bb80e" providerId="ADAL" clId="{E6423C45-A262-49EC-98C5-999CA2BE8752}" dt="2026-04-21T17:22:24.813" v="2164" actId="1076"/>
          <ac:picMkLst>
            <pc:docMk/>
            <pc:sldMk cId="274095334" sldId="269"/>
            <ac:picMk id="4" creationId="{85DAF09D-1386-B46A-7194-D74BA5678703}"/>
          </ac:picMkLst>
        </pc:pic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_105_7CB91D06.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layout>
        <c:manualLayout>
          <c:xMode val="edge"/>
          <c:yMode val="edge"/>
          <c:x val="0.3221463095664191"/>
          <c:y val="8.0038014905977395E-2"/>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pieChart>
        <c:varyColors val="1"/>
        <c:ser>
          <c:idx val="0"/>
          <c:order val="0"/>
          <c:tx>
            <c:strRef>
              <c:f>Sheet1!$B$1</c:f>
              <c:strCache>
                <c:ptCount val="1"/>
                <c:pt idx="0">
                  <c:v>80/10/10 Split</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BCDD-4714-9B71-25BE0D7A787A}"/>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BCDD-4714-9B71-25BE0D7A787A}"/>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BCDD-4714-9B71-25BE0D7A787A}"/>
              </c:ext>
            </c:extLst>
          </c:dPt>
          <c:cat>
            <c:strRef>
              <c:f>Sheet1!$A$2:$A$4</c:f>
              <c:strCache>
                <c:ptCount val="3"/>
                <c:pt idx="0">
                  <c:v>Train</c:v>
                </c:pt>
                <c:pt idx="1">
                  <c:v>Validation</c:v>
                </c:pt>
                <c:pt idx="2">
                  <c:v>Test</c:v>
                </c:pt>
              </c:strCache>
            </c:strRef>
          </c:cat>
          <c:val>
            <c:numRef>
              <c:f>Sheet1!$B$2:$B$4</c:f>
              <c:numCache>
                <c:formatCode>General</c:formatCode>
                <c:ptCount val="3"/>
                <c:pt idx="0">
                  <c:v>80</c:v>
                </c:pt>
                <c:pt idx="1">
                  <c:v>10</c:v>
                </c:pt>
                <c:pt idx="2">
                  <c:v>10</c:v>
                </c:pt>
              </c:numCache>
            </c:numRef>
          </c:val>
          <c:extLst>
            <c:ext xmlns:c16="http://schemas.microsoft.com/office/drawing/2014/chart" uri="{C3380CC4-5D6E-409C-BE32-E72D297353CC}">
              <c16:uniqueId val="{00000000-72D8-4422-97C3-40022BA5C6ED}"/>
            </c:ext>
          </c:extLst>
        </c:ser>
        <c:dLbls>
          <c:showLegendKey val="0"/>
          <c:showVal val="0"/>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omments/modernComment_10A_4C7F65F9.xml><?xml version="1.0" encoding="utf-8"?>
<p188:cmLst xmlns:a="http://schemas.openxmlformats.org/drawingml/2006/main" xmlns:r="http://schemas.openxmlformats.org/officeDocument/2006/relationships" xmlns:p188="http://schemas.microsoft.com/office/powerpoint/2018/8/main">
  <p188:cm id="{B564AF97-6A25-4351-8D36-0D6D57576A31}" authorId="{808F3756-52CD-54E7-36FF-D6188044BF6E}" created="2026-04-21T16:11:52.529">
    <pc:sldMkLst xmlns:pc="http://schemas.microsoft.com/office/powerpoint/2013/main/command">
      <pc:docMk/>
      <pc:sldMk cId="1283417593" sldId="266"/>
    </pc:sldMkLst>
    <p188:txBody>
      <a:bodyPr/>
      <a:lstStyle/>
      <a:p>
        <a:r>
          <a:rPr lang="en-US"/>
          <a:t>Everyone present for 20 seconds what you learned</a:t>
        </a:r>
      </a:p>
    </p188:txBody>
  </p188:cm>
  <p188:cm id="{90C1D18A-0BD7-4A05-96A2-8A3A9CC650DC}" authorId="{AA3DFB2B-B08E-4236-573D-75FC3810D694}" created="2026-04-23T15:35:48.819">
    <pc:sldMkLst xmlns:pc="http://schemas.microsoft.com/office/powerpoint/2013/main/command">
      <pc:docMk/>
      <pc:sldMk cId="1283417593" sldId="266"/>
    </pc:sldMkLst>
    <p188:txBody>
      <a:bodyPr/>
      <a:lstStyle/>
      <a:p>
        <a:r>
          <a:rPr lang="en-US"/>
          <a:t>Role: analysis 
reflection: Exploring the intersection of LLM analysis and data workflows, collaborating across AI and engineering teams to build understanding and sharpen insights.</a:t>
        </a:r>
      </a:p>
    </p188:txBody>
  </p188:cm>
  <p188:cm id="{C5363577-F966-4086-8297-CF9F31A76022}" authorId="{9354E099-9770-917E-779B-0F8CCE7A6649}" created="2026-04-23T15:43:34.974">
    <ac:deMkLst xmlns:ac="http://schemas.microsoft.com/office/drawing/2013/main/command">
      <pc:docMk xmlns:pc="http://schemas.microsoft.com/office/powerpoint/2013/main/command"/>
      <pc:sldMk xmlns:pc="http://schemas.microsoft.com/office/powerpoint/2013/main/command" cId="1283417593" sldId="266"/>
      <ac:picMk id="14" creationId="{1233FEFB-56AB-0C66-95EB-4FCFA966C6F2}"/>
    </ac:deMkLst>
    <p188:txBody>
      <a:bodyPr/>
      <a:lstStyle/>
      <a:p>
        <a:r>
          <a:rPr lang="en-US"/>
          <a:t>Need to update my role (tried to ungroup)-  Prompt design and data discovery workflow. Pivot from GW to SW and data fitness</a:t>
        </a:r>
      </a:p>
    </p188:txBody>
  </p188:cm>
</p188:cmLst>
</file>

<file path=ppt/comments/modernComment_10B_144E1DA.xml><?xml version="1.0" encoding="utf-8"?>
<p188:cmLst xmlns:a="http://schemas.openxmlformats.org/drawingml/2006/main" xmlns:r="http://schemas.openxmlformats.org/officeDocument/2006/relationships" xmlns:p188="http://schemas.microsoft.com/office/powerpoint/2018/8/main">
  <p188:cm id="{065838EB-7C7B-4443-9200-5489472DAD18}" authorId="{808F3756-52CD-54E7-36FF-D6188044BF6E}" created="2026-04-21T16:16:06.739">
    <pc:sldMkLst xmlns:pc="http://schemas.microsoft.com/office/powerpoint/2013/main/command">
      <pc:docMk/>
      <pc:sldMk cId="21291482" sldId="267"/>
    </pc:sldMkLst>
    <p188:txBody>
      <a:bodyPr/>
      <a:lstStyle/>
      <a:p>
        <a:r>
          <a:rPr lang="en-US"/>
          <a:t>[@Jivanjee, Alejandro] </a:t>
        </a:r>
      </a:p>
    </p188:txBody>
  </p188:cm>
</p188:cmLst>
</file>

<file path=ppt/comments/modernComment_10D_10565CE6.xml><?xml version="1.0" encoding="utf-8"?>
<p188:cmLst xmlns:a="http://schemas.openxmlformats.org/drawingml/2006/main" xmlns:r="http://schemas.openxmlformats.org/officeDocument/2006/relationships" xmlns:p188="http://schemas.microsoft.com/office/powerpoint/2018/8/main">
  <p188:cm id="{0EA0A5A2-EAF2-4B1D-92F5-65C9FDDBAD54}" authorId="{808F3756-52CD-54E7-36FF-D6188044BF6E}" created="2026-04-21T16:35:28.815">
    <pc:sldMkLst xmlns:pc="http://schemas.microsoft.com/office/powerpoint/2013/main/command">
      <pc:docMk/>
      <pc:sldMk cId="274095334" sldId="269"/>
    </pc:sldMkLst>
    <p188:txBody>
      <a:bodyPr/>
      <a:lstStyle/>
      <a:p>
        <a:r>
          <a:rPr lang="en-US"/>
          <a:t>[@Jeffs, Amzi] </a:t>
        </a:r>
      </a:p>
    </p188:txBody>
  </p188:cm>
</p188:cmLst>
</file>

<file path=ppt/comments/modernComment_100_CCE4D887.xml><?xml version="1.0" encoding="utf-8"?>
<p188:cmLst xmlns:a="http://schemas.openxmlformats.org/drawingml/2006/main" xmlns:r="http://schemas.openxmlformats.org/officeDocument/2006/relationships" xmlns:p188="http://schemas.microsoft.com/office/powerpoint/2018/8/main">
  <p188:cm id="{53CEF04D-4C6F-45AB-85B5-A0C03CB69504}" authorId="{808F3756-52CD-54E7-36FF-D6188044BF6E}" created="2026-04-23T15:07:32.523">
    <pc:sldMkLst xmlns:pc="http://schemas.microsoft.com/office/powerpoint/2013/main/command">
      <pc:docMk/>
      <pc:sldMk cId="3437549703" sldId="256"/>
    </pc:sldMkLst>
    <p188:txBody>
      <a:bodyPr/>
      <a:lstStyle/>
      <a:p>
        <a:r>
          <a:rPr lang="en-US"/>
          <a:t>Stephanie to kick us off</a:t>
        </a:r>
      </a:p>
    </p188:txBody>
  </p188:cm>
</p188:cmLst>
</file>

<file path=ppt/comments/modernComment_103_2FB4FE6B.xml><?xml version="1.0" encoding="utf-8"?>
<p188:cmLst xmlns:a="http://schemas.openxmlformats.org/drawingml/2006/main" xmlns:r="http://schemas.openxmlformats.org/officeDocument/2006/relationships" xmlns:p188="http://schemas.microsoft.com/office/powerpoint/2018/8/main">
  <p188:cm id="{AE3D6BF7-B789-40E6-96E9-2ABF3F56DAD2}" authorId="{808F3756-52CD-54E7-36FF-D6188044BF6E}" created="2026-04-21T16:14:09.196">
    <pc:sldMkLst xmlns:pc="http://schemas.microsoft.com/office/powerpoint/2013/main/command">
      <pc:docMk/>
      <pc:sldMk cId="800390763" sldId="259"/>
    </pc:sldMkLst>
    <p188:txBody>
      <a:bodyPr/>
      <a:lstStyle/>
      <a:p>
        <a:r>
          <a:rPr lang="en-US"/>
          <a:t>[@Glass, Tarrah] </a:t>
        </a:r>
      </a:p>
    </p188:txBody>
  </p188:cm>
</p188:cmLst>
</file>

<file path=ppt/comments/modernComment_104_79DBE72F.xml><?xml version="1.0" encoding="utf-8"?>
<p188:cmLst xmlns:a="http://schemas.openxmlformats.org/drawingml/2006/main" xmlns:r="http://schemas.openxmlformats.org/officeDocument/2006/relationships" xmlns:p188="http://schemas.microsoft.com/office/powerpoint/2018/8/main">
  <p188:cm id="{3444565C-75FC-4CD6-A3F3-56042DFB1712}" authorId="{808F3756-52CD-54E7-36FF-D6188044BF6E}" created="2026-04-21T16:14:39.419">
    <pc:sldMkLst xmlns:pc="http://schemas.microsoft.com/office/powerpoint/2013/main/command">
      <pc:docMk/>
      <pc:sldMk cId="2044454703" sldId="260"/>
    </pc:sldMkLst>
    <p188:txBody>
      <a:bodyPr/>
      <a:lstStyle/>
      <a:p>
        <a:r>
          <a:rPr lang="en-US"/>
          <a:t>[@Verma, Seema] </a:t>
        </a:r>
      </a:p>
    </p188:txBody>
    <p188:extLst>
      <p:ext xmlns:p="http://schemas.openxmlformats.org/presentationml/2006/main" uri="{57CB4572-C831-44C2-8A1C-0ADB6CCDFE69}">
        <p223:reactions xmlns:p223="http://schemas.microsoft.com/office/powerpoint/2022/03/main">
          <p223:rxn type="👍">
            <p223:instance time="2026-04-21T21:13:30.877" authorId="{9354E099-9770-917E-779B-0F8CCE7A6649}"/>
          </p223:rxn>
        </p223:reactions>
      </p:ext>
    </p188:extLst>
  </p188:cm>
  <p188:cm id="{92FE5BD5-FE85-4471-A25E-C53AF1F888B4}" authorId="{92A55CF9-D83C-1A68-3FF6-D68FD98FB54E}" created="2026-04-21T16:35:43.279">
    <ac:deMkLst xmlns:ac="http://schemas.microsoft.com/office/drawing/2013/main/command">
      <pc:docMk xmlns:pc="http://schemas.microsoft.com/office/powerpoint/2013/main/command"/>
      <pc:sldMk xmlns:pc="http://schemas.microsoft.com/office/powerpoint/2013/main/command" cId="2044454703" sldId="260"/>
      <ac:picMk id="3" creationId="{4B0FAFB9-06A0-AD3D-E91A-9CC5AD71C83C}"/>
    </ac:deMkLst>
    <p188:replyLst>
      <p188:reply id="{E70A0B10-7652-4826-A395-7AAC1A6B4D22}" authorId="{9354E099-9770-917E-779B-0F8CCE7A6649}" created="2026-04-21T21:14:09.331">
        <p188:txBody>
          <a:bodyPr/>
          <a:lstStyle/>
          <a:p>
            <a:r>
              <a:rPr lang="en-US"/>
              <a:t>Thank you!</a:t>
            </a:r>
          </a:p>
        </p188:txBody>
      </p188:reply>
    </p188:replyLst>
    <p188:txBody>
      <a:bodyPr/>
      <a:lstStyle/>
      <a:p>
        <a:r>
          <a:rPr lang="en-US"/>
          <a:t>This is the latest data gap figure. Black = data present, green = data has ok qualifier like "revised", red = data has bad qualifier like "ICE"</a:t>
        </a:r>
      </a:p>
    </p188:txBody>
    <p188:extLst>
      <p:ext xmlns:p="http://schemas.openxmlformats.org/presentationml/2006/main" uri="{57CB4572-C831-44C2-8A1C-0ADB6CCDFE69}">
        <p223:reactions xmlns:p223="http://schemas.microsoft.com/office/powerpoint/2022/03/main">
          <p223:rxn type="👍">
            <p223:instance time="2026-04-21T21:13:35.181" authorId="{9354E099-9770-917E-779B-0F8CCE7A6649}"/>
          </p223:rxn>
        </p223:reactions>
      </p:ext>
    </p188:extLst>
  </p188:cm>
</p188:cmLst>
</file>

<file path=ppt/comments/modernComment_105_7CB91D06.xml><?xml version="1.0" encoding="utf-8"?>
<p188:cmLst xmlns:a="http://schemas.openxmlformats.org/drawingml/2006/main" xmlns:r="http://schemas.openxmlformats.org/officeDocument/2006/relationships" xmlns:p188="http://schemas.microsoft.com/office/powerpoint/2018/8/main">
  <p188:cm id="{0D88AC8C-3562-45F0-8B90-3A347B38D7E4}" authorId="{808F3756-52CD-54E7-36FF-D6188044BF6E}" created="2026-04-21T16:16:19.625">
    <pc:sldMkLst xmlns:pc="http://schemas.microsoft.com/office/powerpoint/2013/main/command">
      <pc:docMk/>
      <pc:sldMk cId="2092506374" sldId="261"/>
    </pc:sldMkLst>
    <p188:txBody>
      <a:bodyPr/>
      <a:lstStyle/>
      <a:p>
        <a:r>
          <a:rPr lang="en-US"/>
          <a:t>[@DiRaddo, Stephanie G] </a:t>
        </a:r>
      </a:p>
    </p188:txBody>
  </p188:cm>
</p188:cmLst>
</file>

<file path=ppt/comments/modernComment_106_9531900E.xml><?xml version="1.0" encoding="utf-8"?>
<p188:cmLst xmlns:a="http://schemas.openxmlformats.org/drawingml/2006/main" xmlns:r="http://schemas.openxmlformats.org/officeDocument/2006/relationships" xmlns:p188="http://schemas.microsoft.com/office/powerpoint/2018/8/main">
  <p188:cm id="{30F0C12C-7994-4AE6-97FD-F47065D196B1}" authorId="{808F3756-52CD-54E7-36FF-D6188044BF6E}" created="2026-04-21T16:17:02.843">
    <pc:sldMkLst xmlns:pc="http://schemas.microsoft.com/office/powerpoint/2013/main/command">
      <pc:docMk/>
      <pc:sldMk cId="2503053326" sldId="262"/>
    </pc:sldMkLst>
    <p188:txBody>
      <a:bodyPr/>
      <a:lstStyle/>
      <a:p>
        <a:r>
          <a:rPr lang="en-US"/>
          <a:t>[@Afzal, Yusuf S] </a:t>
        </a:r>
      </a:p>
    </p188:txBody>
  </p188:cm>
</p188:cmLst>
</file>

<file path=ppt/comments/modernComment_107_7C3A4B57.xml><?xml version="1.0" encoding="utf-8"?>
<p188:cmLst xmlns:a="http://schemas.openxmlformats.org/drawingml/2006/main" xmlns:r="http://schemas.openxmlformats.org/officeDocument/2006/relationships" xmlns:p188="http://schemas.microsoft.com/office/powerpoint/2018/8/main">
  <p188:cm id="{34BA12BA-9987-413C-BD59-15922120DE70}" authorId="{808F3756-52CD-54E7-36FF-D6188044BF6E}" created="2026-04-21T16:13:55.552">
    <pc:sldMkLst xmlns:pc="http://schemas.microsoft.com/office/powerpoint/2013/main/command">
      <pc:docMk/>
      <pc:sldMk cId="2084195159" sldId="263"/>
    </pc:sldMkLst>
    <p188:txBody>
      <a:bodyPr/>
      <a:lstStyle/>
      <a:p>
        <a:r>
          <a:rPr lang="en-US"/>
          <a:t>[@DiRaddo, Stephanie G] </a:t>
        </a:r>
      </a:p>
    </p188:txBody>
  </p188:cm>
</p188:cmLst>
</file>

<file path=ppt/diagrams/colors1.xml><?xml version="1.0" encoding="utf-8"?>
<dgm:colorsDef xmlns:dgm="http://schemas.openxmlformats.org/drawingml/2006/diagram" xmlns:a="http://schemas.openxmlformats.org/drawingml/2006/main" uniqueId="urn:microsoft.com/office/officeart/2005/8/colors/accent6_3">
  <dgm:title val=""/>
  <dgm:desc val=""/>
  <dgm:catLst>
    <dgm:cat type="accent6" pri="11300"/>
  </dgm:catLst>
  <dgm:styleLbl name="node0">
    <dgm:fillClrLst meth="repeat">
      <a:schemeClr val="accent6">
        <a:shade val="80000"/>
      </a:schemeClr>
    </dgm:fillClrLst>
    <dgm:linClrLst meth="repeat">
      <a:schemeClr val="lt1"/>
    </dgm:linClrLst>
    <dgm:effectClrLst/>
    <dgm:txLinClrLst/>
    <dgm:txFillClrLst/>
    <dgm:txEffectClrLst/>
  </dgm:styleLbl>
  <dgm:styleLbl name="node1">
    <dgm:fillClrLst>
      <a:schemeClr val="accent6">
        <a:shade val="80000"/>
      </a:schemeClr>
      <a:schemeClr val="accent6">
        <a:tint val="70000"/>
      </a:schemeClr>
    </dgm:fillClrLst>
    <dgm:linClrLst meth="repeat">
      <a:schemeClr val="lt1"/>
    </dgm:linClrLst>
    <dgm:effectClrLst/>
    <dgm:txLinClrLst/>
    <dgm:txFillClrLst/>
    <dgm:txEffectClrLst/>
  </dgm:styleLbl>
  <dgm:styleLbl name="alignNode1">
    <dgm:fillClrLst>
      <a:schemeClr val="accent6">
        <a:shade val="80000"/>
      </a:schemeClr>
      <a:schemeClr val="accent6">
        <a:tint val="70000"/>
      </a:schemeClr>
    </dgm:fillClrLst>
    <dgm:linClrLst>
      <a:schemeClr val="accent6">
        <a:shade val="80000"/>
      </a:schemeClr>
      <a:schemeClr val="accent6">
        <a:tint val="70000"/>
      </a:schemeClr>
    </dgm:linClrLst>
    <dgm:effectClrLst/>
    <dgm:txLinClrLst/>
    <dgm:txFillClrLst/>
    <dgm:txEffectClrLst/>
  </dgm:styleLbl>
  <dgm:styleLbl name="lnNode1">
    <dgm:fillClrLst>
      <a:schemeClr val="accent6">
        <a:shade val="80000"/>
      </a:schemeClr>
      <a:schemeClr val="accent6">
        <a:tint val="70000"/>
      </a:schemeClr>
    </dgm:fillClrLst>
    <dgm:linClrLst meth="repeat">
      <a:schemeClr val="lt1"/>
    </dgm:linClrLst>
    <dgm:effectClrLst/>
    <dgm:txLinClrLst/>
    <dgm:txFillClrLst/>
    <dgm:txEffectClrLst/>
  </dgm:styleLbl>
  <dgm:styleLbl name="vennNode1">
    <dgm:fillClrLst>
      <a:schemeClr val="accent6">
        <a:shade val="80000"/>
        <a:alpha val="50000"/>
      </a:schemeClr>
      <a:schemeClr val="accent6">
        <a:tint val="70000"/>
        <a:alpha val="50000"/>
      </a:schemeClr>
    </dgm:fillClrLst>
    <dgm:linClrLst meth="repeat">
      <a:schemeClr val="lt1"/>
    </dgm:linClrLst>
    <dgm:effectClrLst/>
    <dgm:txLinClrLst/>
    <dgm:txFillClrLst/>
    <dgm:txEffectClrLst/>
  </dgm:styleLbl>
  <dgm:styleLbl name="node2">
    <dgm:fillClrLst>
      <a:schemeClr val="accent6">
        <a:tint val="99000"/>
      </a:schemeClr>
    </dgm:fillClrLst>
    <dgm:linClrLst meth="repeat">
      <a:schemeClr val="lt1"/>
    </dgm:linClrLst>
    <dgm:effectClrLst/>
    <dgm:txLinClrLst/>
    <dgm:txFillClrLst/>
    <dgm:txEffectClrLst/>
  </dgm:styleLbl>
  <dgm:styleLbl name="node3">
    <dgm:fillClrLst>
      <a:schemeClr val="accent6">
        <a:tint val="80000"/>
      </a:schemeClr>
    </dgm:fillClrLst>
    <dgm:linClrLst meth="repeat">
      <a:schemeClr val="lt1"/>
    </dgm:linClrLst>
    <dgm:effectClrLst/>
    <dgm:txLinClrLst/>
    <dgm:txFillClrLst/>
    <dgm:txEffectClrLst/>
  </dgm:styleLbl>
  <dgm:styleLbl name="node4">
    <dgm:fillClrLst>
      <a:schemeClr val="accent6">
        <a:tint val="70000"/>
      </a:schemeClr>
    </dgm:fillClrLst>
    <dgm:linClrLst meth="repeat">
      <a:schemeClr val="lt1"/>
    </dgm:linClrLst>
    <dgm:effectClrLst/>
    <dgm:txLinClrLst/>
    <dgm:txFillClrLst/>
    <dgm:txEffectClrLst/>
  </dgm:styleLbl>
  <dgm:styleLbl name="fg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6">
        <a:shade val="90000"/>
      </a:schemeClr>
      <a:schemeClr val="accent6">
        <a:tint val="70000"/>
      </a:schemeClr>
    </dgm:fillClrLst>
    <dgm:linClrLst>
      <a:schemeClr val="accent6">
        <a:shade val="90000"/>
      </a:schemeClr>
      <a:schemeClr val="accent6">
        <a:tint val="70000"/>
      </a:schemeClr>
    </dgm:linClrLst>
    <dgm:effectClrLst/>
    <dgm:txLinClrLst/>
    <dgm:txFillClrLst/>
    <dgm:txEffectClrLst/>
  </dgm:styleLbl>
  <dgm:styleLbl name="fgSibTrans2D1">
    <dgm:fillClrLst>
      <a:schemeClr val="accent6">
        <a:shade val="90000"/>
      </a:schemeClr>
      <a:schemeClr val="accent6">
        <a:tint val="70000"/>
      </a:schemeClr>
    </dgm:fillClrLst>
    <dgm:linClrLst>
      <a:schemeClr val="accent6">
        <a:shade val="90000"/>
      </a:schemeClr>
      <a:schemeClr val="accent6">
        <a:tint val="70000"/>
      </a:schemeClr>
    </dgm:linClrLst>
    <dgm:effectClrLst/>
    <dgm:txLinClrLst/>
    <dgm:txFillClrLst meth="repeat">
      <a:schemeClr val="lt1"/>
    </dgm:txFillClrLst>
    <dgm:txEffectClrLst/>
  </dgm:styleLbl>
  <dgm:styleLbl name="bgSibTrans2D1">
    <dgm:fillClrLst>
      <a:schemeClr val="accent6">
        <a:shade val="90000"/>
      </a:schemeClr>
      <a:schemeClr val="accent6">
        <a:tint val="70000"/>
      </a:schemeClr>
    </dgm:fillClrLst>
    <dgm:linClrLst>
      <a:schemeClr val="accent6">
        <a:shade val="90000"/>
      </a:schemeClr>
      <a:schemeClr val="accent6">
        <a:tint val="70000"/>
      </a:schemeClr>
    </dgm:linClrLst>
    <dgm:effectClrLst/>
    <dgm:txLinClrLst/>
    <dgm:txFillClrLst meth="repeat">
      <a:schemeClr val="lt1"/>
    </dgm:txFillClrLst>
    <dgm:txEffectClrLst/>
  </dgm:styleLbl>
  <dgm:styleLbl name="sibTrans1D1">
    <dgm:fillClrLst>
      <a:schemeClr val="accent6">
        <a:shade val="90000"/>
      </a:schemeClr>
      <a:schemeClr val="accent6">
        <a:tint val="70000"/>
      </a:schemeClr>
    </dgm:fillClrLst>
    <dgm:linClrLst>
      <a:schemeClr val="accent6">
        <a:shade val="90000"/>
      </a:schemeClr>
      <a:schemeClr val="accent6">
        <a:tint val="70000"/>
      </a:schemeClr>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accent6">
        <a:shade val="80000"/>
      </a:schemeClr>
    </dgm:fillClrLst>
    <dgm:linClrLst meth="repeat">
      <a:schemeClr val="lt1"/>
    </dgm:linClrLst>
    <dgm:effectClrLst/>
    <dgm:txLinClrLst/>
    <dgm:txFillClrLst/>
    <dgm:txEffectClrLst/>
  </dgm:styleLbl>
  <dgm:styleLbl name="asst1">
    <dgm:fillClrLst meth="repeat">
      <a:schemeClr val="accent6">
        <a:shade val="80000"/>
      </a:schemeClr>
    </dgm:fillClrLst>
    <dgm:linClrLst meth="repeat">
      <a:schemeClr val="lt1"/>
    </dgm:linClrLst>
    <dgm:effectClrLst/>
    <dgm:txLinClrLst/>
    <dgm:txFillClrLst/>
    <dgm:txEffectClrLst/>
  </dgm:styleLbl>
  <dgm:styleLbl name="asst2">
    <dgm:fillClrLst>
      <a:schemeClr val="accent6">
        <a:tint val="99000"/>
      </a:schemeClr>
    </dgm:fillClrLst>
    <dgm:linClrLst meth="repeat">
      <a:schemeClr val="lt1"/>
    </dgm:linClrLst>
    <dgm:effectClrLst/>
    <dgm:txLinClrLst/>
    <dgm:txFillClrLst/>
    <dgm:txEffectClrLst/>
  </dgm:styleLbl>
  <dgm:styleLbl name="asst3">
    <dgm:fillClrLst>
      <a:schemeClr val="accent6">
        <a:tint val="80000"/>
      </a:schemeClr>
    </dgm:fillClrLst>
    <dgm:linClrLst meth="repeat">
      <a:schemeClr val="lt1"/>
    </dgm:linClrLst>
    <dgm:effectClrLst/>
    <dgm:txLinClrLst/>
    <dgm:txFillClrLst/>
    <dgm:txEffectClrLst/>
  </dgm:styleLbl>
  <dgm:styleLbl name="asst4">
    <dgm:fillClrLst>
      <a:schemeClr val="accent6">
        <a:tint val="70000"/>
      </a:schemeClr>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a:tint val="90000"/>
      </a:schemeClr>
    </dgm:fillClrLst>
    <dgm:linClrLst meth="repeat">
      <a:schemeClr val="accent6">
        <a:tint val="90000"/>
      </a:schemeClr>
    </dgm:linClrLst>
    <dgm:effectClrLst/>
    <dgm:txLinClrLst/>
    <dgm:txFillClrLst/>
    <dgm:txEffectClrLst/>
  </dgm:styleLbl>
  <dgm:styleLbl name="parChTrans2D3">
    <dgm:fillClrLst meth="repeat">
      <a:schemeClr val="accent6">
        <a:tint val="70000"/>
      </a:schemeClr>
    </dgm:fillClrLst>
    <dgm:linClrLst meth="repeat">
      <a:schemeClr val="accent6">
        <a:tint val="70000"/>
      </a:schemeClr>
    </dgm:linClrLst>
    <dgm:effectClrLst/>
    <dgm:txLinClrLst/>
    <dgm:txFillClrLst/>
    <dgm:txEffectClrLst/>
  </dgm:styleLbl>
  <dgm:styleLbl name="parChTrans2D4">
    <dgm:fillClrLst meth="repeat">
      <a:schemeClr val="accent6">
        <a:tint val="50000"/>
      </a:schemeClr>
    </dgm:fillClrLst>
    <dgm:linClrLst meth="repeat">
      <a:schemeClr val="accent6">
        <a:tint val="50000"/>
      </a:schemeClr>
    </dgm:linClrLst>
    <dgm:effectClrLst/>
    <dgm:txLinClrLst/>
    <dgm:txFillClrLst meth="repeat">
      <a:schemeClr val="lt1"/>
    </dgm:txFillClrLst>
    <dgm:txEffectClrLst/>
  </dgm:styleLbl>
  <dgm:styleLbl name="parChTrans1D1">
    <dgm:fillClrLst meth="repeat">
      <a:schemeClr val="accent6">
        <a:shade val="80000"/>
      </a:schemeClr>
    </dgm:fillClrLst>
    <dgm:linClrLst meth="repeat">
      <a:schemeClr val="accent6">
        <a:shade val="80000"/>
      </a:schemeClr>
    </dgm:linClrLst>
    <dgm:effectClrLst/>
    <dgm:txLinClrLst/>
    <dgm:txFillClrLst meth="repeat">
      <a:schemeClr val="tx1"/>
    </dgm:txFillClrLst>
    <dgm:txEffectClrLst/>
  </dgm:styleLbl>
  <dgm:styleLbl name="parChTrans1D2">
    <dgm:fillClrLst meth="repeat">
      <a:schemeClr val="accent6">
        <a:tint val="99000"/>
      </a:schemeClr>
    </dgm:fillClrLst>
    <dgm:linClrLst meth="repeat">
      <a:schemeClr val="accent6">
        <a:tint val="99000"/>
      </a:schemeClr>
    </dgm:linClrLst>
    <dgm:effectClrLst/>
    <dgm:txLinClrLst/>
    <dgm:txFillClrLst meth="repeat">
      <a:schemeClr val="tx1"/>
    </dgm:txFillClrLst>
    <dgm:txEffectClrLst/>
  </dgm:styleLbl>
  <dgm:styleLbl name="parChTrans1D3">
    <dgm:fillClrLst meth="repeat">
      <a:schemeClr val="accent6">
        <a:tint val="80000"/>
      </a:schemeClr>
    </dgm:fillClrLst>
    <dgm:linClrLst meth="repeat">
      <a:schemeClr val="accent6">
        <a:tint val="80000"/>
      </a:schemeClr>
    </dgm:linClrLst>
    <dgm:effectClrLst/>
    <dgm:txLinClrLst/>
    <dgm:txFillClrLst meth="repeat">
      <a:schemeClr val="tx1"/>
    </dgm:txFillClrLst>
    <dgm:txEffectClrLst/>
  </dgm:styleLbl>
  <dgm:styleLbl name="parChTrans1D4">
    <dgm:fillClrLst meth="repeat">
      <a:schemeClr val="accent6">
        <a:tint val="70000"/>
      </a:schemeClr>
    </dgm:fillClrLst>
    <dgm:linClrLst meth="repeat">
      <a:schemeClr val="accent6">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6">
        <a:shade val="80000"/>
      </a:schemeClr>
      <a:schemeClr val="accent6">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6">
        <a:shade val="80000"/>
      </a:schemeClr>
      <a:schemeClr val="accent6">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6">
        <a:shade val="80000"/>
      </a:schemeClr>
      <a:schemeClr val="accent6">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a:schemeClr val="accent6">
        <a:shade val="80000"/>
      </a:schemeClr>
      <a:schemeClr val="accent6">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6">
        <a:shade val="80000"/>
      </a:schemeClr>
      <a:schemeClr val="accent6">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a:tint val="70000"/>
      </a:schemeClr>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6">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3AA5CB8-314D-7F44-A036-E1CA4E953647}" type="doc">
      <dgm:prSet loTypeId="urn:microsoft.com/office/officeart/2005/8/layout/vList5" loCatId="list" qsTypeId="urn:microsoft.com/office/officeart/2005/8/quickstyle/simple4" qsCatId="simple" csTypeId="urn:microsoft.com/office/officeart/2005/8/colors/accent6_3" csCatId="accent6" phldr="1"/>
      <dgm:spPr/>
      <dgm:t>
        <a:bodyPr/>
        <a:lstStyle/>
        <a:p>
          <a:endParaRPr lang="en-US"/>
        </a:p>
      </dgm:t>
    </dgm:pt>
    <dgm:pt modelId="{3F76AD78-05B0-7148-BDEB-739BCC87F806}">
      <dgm:prSet/>
      <dgm:spPr/>
      <dgm:t>
        <a:bodyPr/>
        <a:lstStyle/>
        <a:p>
          <a:r>
            <a:rPr lang="en-US" b="1"/>
            <a:t>Problem</a:t>
          </a:r>
          <a:r>
            <a:rPr lang="en-US"/>
            <a:t> </a:t>
          </a:r>
        </a:p>
      </dgm:t>
    </dgm:pt>
    <dgm:pt modelId="{372F39E1-0252-114E-BEB8-E4D9644164EA}" type="parTrans" cxnId="{F9171A32-6C8D-3F47-B850-49890A8FE290}">
      <dgm:prSet/>
      <dgm:spPr/>
      <dgm:t>
        <a:bodyPr/>
        <a:lstStyle/>
        <a:p>
          <a:endParaRPr lang="en-US"/>
        </a:p>
      </dgm:t>
    </dgm:pt>
    <dgm:pt modelId="{33142F64-B86C-4145-93C1-C217C0CA7437}" type="sibTrans" cxnId="{F9171A32-6C8D-3F47-B850-49890A8FE290}">
      <dgm:prSet/>
      <dgm:spPr/>
      <dgm:t>
        <a:bodyPr/>
        <a:lstStyle/>
        <a:p>
          <a:endParaRPr lang="en-US"/>
        </a:p>
      </dgm:t>
    </dgm:pt>
    <dgm:pt modelId="{9FD9EA9E-3E82-0449-A51A-BBC4D9CE5799}">
      <dgm:prSet/>
      <dgm:spPr/>
      <dgm:t>
        <a:bodyPr/>
        <a:lstStyle/>
        <a:p>
          <a:pPr>
            <a:buNone/>
          </a:pPr>
          <a:r>
            <a:rPr lang="en-US"/>
            <a:t>  Columbia River Basalt Group (CRBG) aquifers are under stress, </a:t>
          </a:r>
          <a:r>
            <a:rPr lang="en-US" i="0"/>
            <a:t>declining ~2 ft per year. The solution? Drill deeper wells</a:t>
          </a:r>
          <a:endParaRPr lang="en-US"/>
        </a:p>
      </dgm:t>
    </dgm:pt>
    <dgm:pt modelId="{B78B09FF-E7C3-6941-8063-11C309BDAAB5}" type="parTrans" cxnId="{02FE6B98-5FE0-AB43-A8BF-1F835BDA8EB0}">
      <dgm:prSet/>
      <dgm:spPr/>
      <dgm:t>
        <a:bodyPr/>
        <a:lstStyle/>
        <a:p>
          <a:endParaRPr lang="en-US"/>
        </a:p>
      </dgm:t>
    </dgm:pt>
    <dgm:pt modelId="{70F32612-D2FD-2A48-96D5-B95946FF0845}" type="sibTrans" cxnId="{02FE6B98-5FE0-AB43-A8BF-1F835BDA8EB0}">
      <dgm:prSet/>
      <dgm:spPr/>
      <dgm:t>
        <a:bodyPr/>
        <a:lstStyle/>
        <a:p>
          <a:endParaRPr lang="en-US"/>
        </a:p>
      </dgm:t>
    </dgm:pt>
    <dgm:pt modelId="{B37E566D-F3D1-EC40-90DE-75F4339AB82E}">
      <dgm:prSet/>
      <dgm:spPr/>
      <dgm:t>
        <a:bodyPr/>
        <a:lstStyle/>
        <a:p>
          <a:r>
            <a:rPr lang="en-US" b="1"/>
            <a:t>Goal</a:t>
          </a:r>
          <a:r>
            <a:rPr lang="en-US"/>
            <a:t> </a:t>
          </a:r>
        </a:p>
      </dgm:t>
    </dgm:pt>
    <dgm:pt modelId="{A22ADA2D-4835-574D-9AF2-335913C1420E}" type="parTrans" cxnId="{E69178C1-264F-6741-8651-B413F64856DE}">
      <dgm:prSet/>
      <dgm:spPr/>
      <dgm:t>
        <a:bodyPr/>
        <a:lstStyle/>
        <a:p>
          <a:endParaRPr lang="en-US"/>
        </a:p>
      </dgm:t>
    </dgm:pt>
    <dgm:pt modelId="{35FF885A-153D-D047-A96F-EA9BD282E83E}" type="sibTrans" cxnId="{E69178C1-264F-6741-8651-B413F64856DE}">
      <dgm:prSet/>
      <dgm:spPr/>
      <dgm:t>
        <a:bodyPr/>
        <a:lstStyle/>
        <a:p>
          <a:endParaRPr lang="en-US"/>
        </a:p>
      </dgm:t>
    </dgm:pt>
    <dgm:pt modelId="{87B8BCBF-4480-3C46-863D-9F8EF642BE3B}">
      <dgm:prSet/>
      <dgm:spPr/>
      <dgm:t>
        <a:bodyPr/>
        <a:lstStyle/>
        <a:p>
          <a:pPr>
            <a:buNone/>
          </a:pPr>
          <a:r>
            <a:rPr lang="en-US"/>
            <a:t>  AI prototype that detects anomalies, forecasts water levels 1 year ahead, and classifies sites as Normal / Watch / Warning</a:t>
          </a:r>
        </a:p>
      </dgm:t>
    </dgm:pt>
    <dgm:pt modelId="{2B58AAC3-568B-C44B-9CD7-5FEAD093A9D8}" type="parTrans" cxnId="{A279D327-1A88-4940-B77D-78A77B1ED8DB}">
      <dgm:prSet/>
      <dgm:spPr/>
      <dgm:t>
        <a:bodyPr/>
        <a:lstStyle/>
        <a:p>
          <a:endParaRPr lang="en-US"/>
        </a:p>
      </dgm:t>
    </dgm:pt>
    <dgm:pt modelId="{AFCF0A9C-7465-934F-B1A2-9E24C8963A19}" type="sibTrans" cxnId="{A279D327-1A88-4940-B77D-78A77B1ED8DB}">
      <dgm:prSet/>
      <dgm:spPr/>
      <dgm:t>
        <a:bodyPr/>
        <a:lstStyle/>
        <a:p>
          <a:endParaRPr lang="en-US"/>
        </a:p>
      </dgm:t>
    </dgm:pt>
    <dgm:pt modelId="{1D3445CA-7429-B144-A39C-DCE8E9DF8506}">
      <dgm:prSet/>
      <dgm:spPr/>
      <dgm:t>
        <a:bodyPr/>
        <a:lstStyle/>
        <a:p>
          <a:r>
            <a:rPr lang="en-US" b="1"/>
            <a:t>Dataset</a:t>
          </a:r>
          <a:r>
            <a:rPr lang="en-US"/>
            <a:t> </a:t>
          </a:r>
        </a:p>
      </dgm:t>
    </dgm:pt>
    <dgm:pt modelId="{3B47BA06-92CA-4847-8596-451F707E1021}" type="parTrans" cxnId="{047241C8-8E03-CC4A-A711-CA135E89C08E}">
      <dgm:prSet/>
      <dgm:spPr/>
      <dgm:t>
        <a:bodyPr/>
        <a:lstStyle/>
        <a:p>
          <a:endParaRPr lang="en-US"/>
        </a:p>
      </dgm:t>
    </dgm:pt>
    <dgm:pt modelId="{B8796291-8527-954D-97E7-B85945C55530}" type="sibTrans" cxnId="{047241C8-8E03-CC4A-A711-CA135E89C08E}">
      <dgm:prSet/>
      <dgm:spPr/>
      <dgm:t>
        <a:bodyPr/>
        <a:lstStyle/>
        <a:p>
          <a:endParaRPr lang="en-US"/>
        </a:p>
      </dgm:t>
    </dgm:pt>
    <dgm:pt modelId="{5A86846D-FA74-C440-AD08-16DCCDEA587C}">
      <dgm:prSet/>
      <dgm:spPr/>
      <dgm:t>
        <a:bodyPr/>
        <a:lstStyle/>
        <a:p>
          <a:pPr>
            <a:buNone/>
          </a:pPr>
          <a:r>
            <a:rPr lang="en-US"/>
            <a:t>  USGS Water Data API — 74 monitoring sites, records back to the 1950s, ~1.2M data points</a:t>
          </a:r>
        </a:p>
      </dgm:t>
    </dgm:pt>
    <dgm:pt modelId="{390F32C3-49C4-9841-AA0D-4A82E6DDCC1A}" type="parTrans" cxnId="{234489D6-28F5-DD4B-9BFF-810C9942D1E8}">
      <dgm:prSet/>
      <dgm:spPr/>
      <dgm:t>
        <a:bodyPr/>
        <a:lstStyle/>
        <a:p>
          <a:endParaRPr lang="en-US"/>
        </a:p>
      </dgm:t>
    </dgm:pt>
    <dgm:pt modelId="{42D39040-5589-D04E-8D2C-B2BF83ABD2D7}" type="sibTrans" cxnId="{234489D6-28F5-DD4B-9BFF-810C9942D1E8}">
      <dgm:prSet/>
      <dgm:spPr/>
      <dgm:t>
        <a:bodyPr/>
        <a:lstStyle/>
        <a:p>
          <a:endParaRPr lang="en-US"/>
        </a:p>
      </dgm:t>
    </dgm:pt>
    <dgm:pt modelId="{8F694D51-4E79-FC44-8458-AA2F25159C91}">
      <dgm:prSet/>
      <dgm:spPr/>
      <dgm:t>
        <a:bodyPr/>
        <a:lstStyle/>
        <a:p>
          <a:r>
            <a:rPr lang="en-US" b="1"/>
            <a:t>Limitations</a:t>
          </a:r>
          <a:r>
            <a:rPr lang="en-US"/>
            <a:t> </a:t>
          </a:r>
        </a:p>
      </dgm:t>
    </dgm:pt>
    <dgm:pt modelId="{7476D747-3C83-2D47-9D67-7DB52B49A15E}" type="parTrans" cxnId="{ECB1E38F-D22C-E14E-A65A-552902A093E6}">
      <dgm:prSet/>
      <dgm:spPr/>
      <dgm:t>
        <a:bodyPr/>
        <a:lstStyle/>
        <a:p>
          <a:endParaRPr lang="en-US"/>
        </a:p>
      </dgm:t>
    </dgm:pt>
    <dgm:pt modelId="{4DFE22A1-6424-7649-A350-05ED3545F46C}" type="sibTrans" cxnId="{ECB1E38F-D22C-E14E-A65A-552902A093E6}">
      <dgm:prSet/>
      <dgm:spPr/>
      <dgm:t>
        <a:bodyPr/>
        <a:lstStyle/>
        <a:p>
          <a:endParaRPr lang="en-US"/>
        </a:p>
      </dgm:t>
    </dgm:pt>
    <dgm:pt modelId="{FF2AC8F3-FADC-DF4A-9150-F85986B3DFAE}">
      <dgm:prSet/>
      <dgm:spPr/>
      <dgm:t>
        <a:bodyPr/>
        <a:lstStyle/>
        <a:p>
          <a:pPr>
            <a:buNone/>
          </a:pPr>
          <a:r>
            <a:rPr lang="en-US"/>
            <a:t>  Uneven spatial coverage, multi-year gaps, variable record lengths </a:t>
          </a:r>
        </a:p>
      </dgm:t>
    </dgm:pt>
    <dgm:pt modelId="{3AD1A893-071F-6944-9D92-3D3879142073}" type="parTrans" cxnId="{D26B90AE-526E-4D41-B2B6-0141B3116FF3}">
      <dgm:prSet/>
      <dgm:spPr/>
      <dgm:t>
        <a:bodyPr/>
        <a:lstStyle/>
        <a:p>
          <a:endParaRPr lang="en-US"/>
        </a:p>
      </dgm:t>
    </dgm:pt>
    <dgm:pt modelId="{E6BAFFE7-B620-AB4D-B96D-BD4E5AE24C0B}" type="sibTrans" cxnId="{D26B90AE-526E-4D41-B2B6-0141B3116FF3}">
      <dgm:prSet/>
      <dgm:spPr/>
      <dgm:t>
        <a:bodyPr/>
        <a:lstStyle/>
        <a:p>
          <a:endParaRPr lang="en-US"/>
        </a:p>
      </dgm:t>
    </dgm:pt>
    <dgm:pt modelId="{0BA96A2E-F7D8-C447-B00A-A635D17167ED}" type="pres">
      <dgm:prSet presAssocID="{33AA5CB8-314D-7F44-A036-E1CA4E953647}" presName="Name0" presStyleCnt="0">
        <dgm:presLayoutVars>
          <dgm:dir/>
          <dgm:animLvl val="lvl"/>
          <dgm:resizeHandles val="exact"/>
        </dgm:presLayoutVars>
      </dgm:prSet>
      <dgm:spPr/>
    </dgm:pt>
    <dgm:pt modelId="{99CA9590-00D4-1E4D-923C-02944CDF3FE2}" type="pres">
      <dgm:prSet presAssocID="{3F76AD78-05B0-7148-BDEB-739BCC87F806}" presName="linNode" presStyleCnt="0"/>
      <dgm:spPr/>
    </dgm:pt>
    <dgm:pt modelId="{7A8F7AA6-2E83-C646-A0B5-74C249A3BFB9}" type="pres">
      <dgm:prSet presAssocID="{3F76AD78-05B0-7148-BDEB-739BCC87F806}" presName="parentText" presStyleLbl="node1" presStyleIdx="0" presStyleCnt="4">
        <dgm:presLayoutVars>
          <dgm:chMax val="1"/>
          <dgm:bulletEnabled val="1"/>
        </dgm:presLayoutVars>
      </dgm:prSet>
      <dgm:spPr/>
    </dgm:pt>
    <dgm:pt modelId="{9F6E6645-F00E-CF4C-B19D-1BEDE3E14356}" type="pres">
      <dgm:prSet presAssocID="{3F76AD78-05B0-7148-BDEB-739BCC87F806}" presName="descendantText" presStyleLbl="alignAccFollowNode1" presStyleIdx="0" presStyleCnt="4">
        <dgm:presLayoutVars>
          <dgm:bulletEnabled val="1"/>
        </dgm:presLayoutVars>
      </dgm:prSet>
      <dgm:spPr/>
    </dgm:pt>
    <dgm:pt modelId="{63B20DA3-DB2F-BA45-81EB-DE454EC0795F}" type="pres">
      <dgm:prSet presAssocID="{33142F64-B86C-4145-93C1-C217C0CA7437}" presName="sp" presStyleCnt="0"/>
      <dgm:spPr/>
    </dgm:pt>
    <dgm:pt modelId="{8B75AFAB-5CC3-504F-806B-21556C6FD39D}" type="pres">
      <dgm:prSet presAssocID="{B37E566D-F3D1-EC40-90DE-75F4339AB82E}" presName="linNode" presStyleCnt="0"/>
      <dgm:spPr/>
    </dgm:pt>
    <dgm:pt modelId="{8512BEFE-D0DC-4044-88BA-E5E1142A1CEC}" type="pres">
      <dgm:prSet presAssocID="{B37E566D-F3D1-EC40-90DE-75F4339AB82E}" presName="parentText" presStyleLbl="node1" presStyleIdx="1" presStyleCnt="4">
        <dgm:presLayoutVars>
          <dgm:chMax val="1"/>
          <dgm:bulletEnabled val="1"/>
        </dgm:presLayoutVars>
      </dgm:prSet>
      <dgm:spPr/>
    </dgm:pt>
    <dgm:pt modelId="{09D65AA9-C5D1-4949-A62B-D2A68DC17E74}" type="pres">
      <dgm:prSet presAssocID="{B37E566D-F3D1-EC40-90DE-75F4339AB82E}" presName="descendantText" presStyleLbl="alignAccFollowNode1" presStyleIdx="1" presStyleCnt="4">
        <dgm:presLayoutVars>
          <dgm:bulletEnabled val="1"/>
        </dgm:presLayoutVars>
      </dgm:prSet>
      <dgm:spPr/>
    </dgm:pt>
    <dgm:pt modelId="{A436DC70-11A6-684D-8627-580F45FDDC2B}" type="pres">
      <dgm:prSet presAssocID="{35FF885A-153D-D047-A96F-EA9BD282E83E}" presName="sp" presStyleCnt="0"/>
      <dgm:spPr/>
    </dgm:pt>
    <dgm:pt modelId="{5D023FD0-8D49-6F44-8FD1-C4A960836BE7}" type="pres">
      <dgm:prSet presAssocID="{1D3445CA-7429-B144-A39C-DCE8E9DF8506}" presName="linNode" presStyleCnt="0"/>
      <dgm:spPr/>
    </dgm:pt>
    <dgm:pt modelId="{96919096-445C-304E-8CA7-8DE907DEC896}" type="pres">
      <dgm:prSet presAssocID="{1D3445CA-7429-B144-A39C-DCE8E9DF8506}" presName="parentText" presStyleLbl="node1" presStyleIdx="2" presStyleCnt="4">
        <dgm:presLayoutVars>
          <dgm:chMax val="1"/>
          <dgm:bulletEnabled val="1"/>
        </dgm:presLayoutVars>
      </dgm:prSet>
      <dgm:spPr/>
    </dgm:pt>
    <dgm:pt modelId="{E1B4F9FE-DC13-9C4E-8A14-FAAC6DF69299}" type="pres">
      <dgm:prSet presAssocID="{1D3445CA-7429-B144-A39C-DCE8E9DF8506}" presName="descendantText" presStyleLbl="alignAccFollowNode1" presStyleIdx="2" presStyleCnt="4">
        <dgm:presLayoutVars>
          <dgm:bulletEnabled val="1"/>
        </dgm:presLayoutVars>
      </dgm:prSet>
      <dgm:spPr/>
    </dgm:pt>
    <dgm:pt modelId="{49A8886D-A0C3-5448-9EA9-0148ED94F48C}" type="pres">
      <dgm:prSet presAssocID="{B8796291-8527-954D-97E7-B85945C55530}" presName="sp" presStyleCnt="0"/>
      <dgm:spPr/>
    </dgm:pt>
    <dgm:pt modelId="{0CF1B17F-018C-F745-9F5F-F612AE5C1068}" type="pres">
      <dgm:prSet presAssocID="{8F694D51-4E79-FC44-8458-AA2F25159C91}" presName="linNode" presStyleCnt="0"/>
      <dgm:spPr/>
    </dgm:pt>
    <dgm:pt modelId="{CAD949A3-C2EA-DA42-9A45-2B83FEA0BDD5}" type="pres">
      <dgm:prSet presAssocID="{8F694D51-4E79-FC44-8458-AA2F25159C91}" presName="parentText" presStyleLbl="node1" presStyleIdx="3" presStyleCnt="4">
        <dgm:presLayoutVars>
          <dgm:chMax val="1"/>
          <dgm:bulletEnabled val="1"/>
        </dgm:presLayoutVars>
      </dgm:prSet>
      <dgm:spPr/>
    </dgm:pt>
    <dgm:pt modelId="{F64A9FF3-477E-3A4C-ADF5-4DC8F90E0EAA}" type="pres">
      <dgm:prSet presAssocID="{8F694D51-4E79-FC44-8458-AA2F25159C91}" presName="descendantText" presStyleLbl="alignAccFollowNode1" presStyleIdx="3" presStyleCnt="4">
        <dgm:presLayoutVars>
          <dgm:bulletEnabled val="1"/>
        </dgm:presLayoutVars>
      </dgm:prSet>
      <dgm:spPr/>
    </dgm:pt>
  </dgm:ptLst>
  <dgm:cxnLst>
    <dgm:cxn modelId="{6B26CF16-D714-644D-BE8B-9273BD7BCDBD}" type="presOf" srcId="{1D3445CA-7429-B144-A39C-DCE8E9DF8506}" destId="{96919096-445C-304E-8CA7-8DE907DEC896}" srcOrd="0" destOrd="0" presId="urn:microsoft.com/office/officeart/2005/8/layout/vList5"/>
    <dgm:cxn modelId="{A279D327-1A88-4940-B77D-78A77B1ED8DB}" srcId="{B37E566D-F3D1-EC40-90DE-75F4339AB82E}" destId="{87B8BCBF-4480-3C46-863D-9F8EF642BE3B}" srcOrd="0" destOrd="0" parTransId="{2B58AAC3-568B-C44B-9CD7-5FEAD093A9D8}" sibTransId="{AFCF0A9C-7465-934F-B1A2-9E24C8963A19}"/>
    <dgm:cxn modelId="{F9171A32-6C8D-3F47-B850-49890A8FE290}" srcId="{33AA5CB8-314D-7F44-A036-E1CA4E953647}" destId="{3F76AD78-05B0-7148-BDEB-739BCC87F806}" srcOrd="0" destOrd="0" parTransId="{372F39E1-0252-114E-BEB8-E4D9644164EA}" sibTransId="{33142F64-B86C-4145-93C1-C217C0CA7437}"/>
    <dgm:cxn modelId="{E917445E-C697-194A-A73A-81181A38A33D}" type="presOf" srcId="{9FD9EA9E-3E82-0449-A51A-BBC4D9CE5799}" destId="{9F6E6645-F00E-CF4C-B19D-1BEDE3E14356}" srcOrd="0" destOrd="0" presId="urn:microsoft.com/office/officeart/2005/8/layout/vList5"/>
    <dgm:cxn modelId="{46559C47-D4DB-AE45-A14B-06F2479E2760}" type="presOf" srcId="{FF2AC8F3-FADC-DF4A-9150-F85986B3DFAE}" destId="{F64A9FF3-477E-3A4C-ADF5-4DC8F90E0EAA}" srcOrd="0" destOrd="0" presId="urn:microsoft.com/office/officeart/2005/8/layout/vList5"/>
    <dgm:cxn modelId="{ECB1E38F-D22C-E14E-A65A-552902A093E6}" srcId="{33AA5CB8-314D-7F44-A036-E1CA4E953647}" destId="{8F694D51-4E79-FC44-8458-AA2F25159C91}" srcOrd="3" destOrd="0" parTransId="{7476D747-3C83-2D47-9D67-7DB52B49A15E}" sibTransId="{4DFE22A1-6424-7649-A350-05ED3545F46C}"/>
    <dgm:cxn modelId="{02FE6B98-5FE0-AB43-A8BF-1F835BDA8EB0}" srcId="{3F76AD78-05B0-7148-BDEB-739BCC87F806}" destId="{9FD9EA9E-3E82-0449-A51A-BBC4D9CE5799}" srcOrd="0" destOrd="0" parTransId="{B78B09FF-E7C3-6941-8063-11C309BDAAB5}" sibTransId="{70F32612-D2FD-2A48-96D5-B95946FF0845}"/>
    <dgm:cxn modelId="{0810699B-5968-C94A-8C39-F6E4C4D5B588}" type="presOf" srcId="{87B8BCBF-4480-3C46-863D-9F8EF642BE3B}" destId="{09D65AA9-C5D1-4949-A62B-D2A68DC17E74}" srcOrd="0" destOrd="0" presId="urn:microsoft.com/office/officeart/2005/8/layout/vList5"/>
    <dgm:cxn modelId="{8B02E7A9-921F-6E41-B0EE-4CF237B9A726}" type="presOf" srcId="{33AA5CB8-314D-7F44-A036-E1CA4E953647}" destId="{0BA96A2E-F7D8-C447-B00A-A635D17167ED}" srcOrd="0" destOrd="0" presId="urn:microsoft.com/office/officeart/2005/8/layout/vList5"/>
    <dgm:cxn modelId="{D26B90AE-526E-4D41-B2B6-0141B3116FF3}" srcId="{8F694D51-4E79-FC44-8458-AA2F25159C91}" destId="{FF2AC8F3-FADC-DF4A-9150-F85986B3DFAE}" srcOrd="0" destOrd="0" parTransId="{3AD1A893-071F-6944-9D92-3D3879142073}" sibTransId="{E6BAFFE7-B620-AB4D-B96D-BD4E5AE24C0B}"/>
    <dgm:cxn modelId="{467A3BB8-F776-6446-83DB-2B5BAD483F1D}" type="presOf" srcId="{8F694D51-4E79-FC44-8458-AA2F25159C91}" destId="{CAD949A3-C2EA-DA42-9A45-2B83FEA0BDD5}" srcOrd="0" destOrd="0" presId="urn:microsoft.com/office/officeart/2005/8/layout/vList5"/>
    <dgm:cxn modelId="{B369F4BB-84BD-AE42-8146-4B9AE687D972}" type="presOf" srcId="{5A86846D-FA74-C440-AD08-16DCCDEA587C}" destId="{E1B4F9FE-DC13-9C4E-8A14-FAAC6DF69299}" srcOrd="0" destOrd="0" presId="urn:microsoft.com/office/officeart/2005/8/layout/vList5"/>
    <dgm:cxn modelId="{E69178C1-264F-6741-8651-B413F64856DE}" srcId="{33AA5CB8-314D-7F44-A036-E1CA4E953647}" destId="{B37E566D-F3D1-EC40-90DE-75F4339AB82E}" srcOrd="1" destOrd="0" parTransId="{A22ADA2D-4835-574D-9AF2-335913C1420E}" sibTransId="{35FF885A-153D-D047-A96F-EA9BD282E83E}"/>
    <dgm:cxn modelId="{047241C8-8E03-CC4A-A711-CA135E89C08E}" srcId="{33AA5CB8-314D-7F44-A036-E1CA4E953647}" destId="{1D3445CA-7429-B144-A39C-DCE8E9DF8506}" srcOrd="2" destOrd="0" parTransId="{3B47BA06-92CA-4847-8596-451F707E1021}" sibTransId="{B8796291-8527-954D-97E7-B85945C55530}"/>
    <dgm:cxn modelId="{234489D6-28F5-DD4B-9BFF-810C9942D1E8}" srcId="{1D3445CA-7429-B144-A39C-DCE8E9DF8506}" destId="{5A86846D-FA74-C440-AD08-16DCCDEA587C}" srcOrd="0" destOrd="0" parTransId="{390F32C3-49C4-9841-AA0D-4A82E6DDCC1A}" sibTransId="{42D39040-5589-D04E-8D2C-B2BF83ABD2D7}"/>
    <dgm:cxn modelId="{EF7FDFDB-DDEA-3A49-8641-C22BA9AB403D}" type="presOf" srcId="{3F76AD78-05B0-7148-BDEB-739BCC87F806}" destId="{7A8F7AA6-2E83-C646-A0B5-74C249A3BFB9}" srcOrd="0" destOrd="0" presId="urn:microsoft.com/office/officeart/2005/8/layout/vList5"/>
    <dgm:cxn modelId="{7AD21EDE-B8CD-EB44-B5A8-6E2928A66F66}" type="presOf" srcId="{B37E566D-F3D1-EC40-90DE-75F4339AB82E}" destId="{8512BEFE-D0DC-4044-88BA-E5E1142A1CEC}" srcOrd="0" destOrd="0" presId="urn:microsoft.com/office/officeart/2005/8/layout/vList5"/>
    <dgm:cxn modelId="{EE84D39A-C877-AF4F-B1D9-47C6BF36A756}" type="presParOf" srcId="{0BA96A2E-F7D8-C447-B00A-A635D17167ED}" destId="{99CA9590-00D4-1E4D-923C-02944CDF3FE2}" srcOrd="0" destOrd="0" presId="urn:microsoft.com/office/officeart/2005/8/layout/vList5"/>
    <dgm:cxn modelId="{F7170A8B-98B1-094E-8128-9105F8414D8B}" type="presParOf" srcId="{99CA9590-00D4-1E4D-923C-02944CDF3FE2}" destId="{7A8F7AA6-2E83-C646-A0B5-74C249A3BFB9}" srcOrd="0" destOrd="0" presId="urn:microsoft.com/office/officeart/2005/8/layout/vList5"/>
    <dgm:cxn modelId="{1E367CAF-DB39-054A-A7DB-74F09E3AE3C8}" type="presParOf" srcId="{99CA9590-00D4-1E4D-923C-02944CDF3FE2}" destId="{9F6E6645-F00E-CF4C-B19D-1BEDE3E14356}" srcOrd="1" destOrd="0" presId="urn:microsoft.com/office/officeart/2005/8/layout/vList5"/>
    <dgm:cxn modelId="{8AE0E4D7-DADA-F144-81DD-A99B3829ABD3}" type="presParOf" srcId="{0BA96A2E-F7D8-C447-B00A-A635D17167ED}" destId="{63B20DA3-DB2F-BA45-81EB-DE454EC0795F}" srcOrd="1" destOrd="0" presId="urn:microsoft.com/office/officeart/2005/8/layout/vList5"/>
    <dgm:cxn modelId="{EA6C23C2-269E-4B4E-8082-6009F59BEAAA}" type="presParOf" srcId="{0BA96A2E-F7D8-C447-B00A-A635D17167ED}" destId="{8B75AFAB-5CC3-504F-806B-21556C6FD39D}" srcOrd="2" destOrd="0" presId="urn:microsoft.com/office/officeart/2005/8/layout/vList5"/>
    <dgm:cxn modelId="{1D54A29A-FA43-5748-A038-479B4EFF7EE6}" type="presParOf" srcId="{8B75AFAB-5CC3-504F-806B-21556C6FD39D}" destId="{8512BEFE-D0DC-4044-88BA-E5E1142A1CEC}" srcOrd="0" destOrd="0" presId="urn:microsoft.com/office/officeart/2005/8/layout/vList5"/>
    <dgm:cxn modelId="{E537BA52-0877-AB44-BE15-CAF18B7EE070}" type="presParOf" srcId="{8B75AFAB-5CC3-504F-806B-21556C6FD39D}" destId="{09D65AA9-C5D1-4949-A62B-D2A68DC17E74}" srcOrd="1" destOrd="0" presId="urn:microsoft.com/office/officeart/2005/8/layout/vList5"/>
    <dgm:cxn modelId="{F722F5EB-614D-4B49-A962-F559740C6768}" type="presParOf" srcId="{0BA96A2E-F7D8-C447-B00A-A635D17167ED}" destId="{A436DC70-11A6-684D-8627-580F45FDDC2B}" srcOrd="3" destOrd="0" presId="urn:microsoft.com/office/officeart/2005/8/layout/vList5"/>
    <dgm:cxn modelId="{5186250E-98D2-1249-BEC1-EA00A1DCC68D}" type="presParOf" srcId="{0BA96A2E-F7D8-C447-B00A-A635D17167ED}" destId="{5D023FD0-8D49-6F44-8FD1-C4A960836BE7}" srcOrd="4" destOrd="0" presId="urn:microsoft.com/office/officeart/2005/8/layout/vList5"/>
    <dgm:cxn modelId="{EB590505-4289-1345-BD06-EDC01C5EA549}" type="presParOf" srcId="{5D023FD0-8D49-6F44-8FD1-C4A960836BE7}" destId="{96919096-445C-304E-8CA7-8DE907DEC896}" srcOrd="0" destOrd="0" presId="urn:microsoft.com/office/officeart/2005/8/layout/vList5"/>
    <dgm:cxn modelId="{86D16232-7A04-254B-93E6-63E83BCE8189}" type="presParOf" srcId="{5D023FD0-8D49-6F44-8FD1-C4A960836BE7}" destId="{E1B4F9FE-DC13-9C4E-8A14-FAAC6DF69299}" srcOrd="1" destOrd="0" presId="urn:microsoft.com/office/officeart/2005/8/layout/vList5"/>
    <dgm:cxn modelId="{F740A4E6-905E-DD4A-AD8B-48B9B44A6B6C}" type="presParOf" srcId="{0BA96A2E-F7D8-C447-B00A-A635D17167ED}" destId="{49A8886D-A0C3-5448-9EA9-0148ED94F48C}" srcOrd="5" destOrd="0" presId="urn:microsoft.com/office/officeart/2005/8/layout/vList5"/>
    <dgm:cxn modelId="{EC311B7A-221A-1240-99CE-9D942F12457A}" type="presParOf" srcId="{0BA96A2E-F7D8-C447-B00A-A635D17167ED}" destId="{0CF1B17F-018C-F745-9F5F-F612AE5C1068}" srcOrd="6" destOrd="0" presId="urn:microsoft.com/office/officeart/2005/8/layout/vList5"/>
    <dgm:cxn modelId="{0F398122-7DBC-5240-A8E7-68880AED858F}" type="presParOf" srcId="{0CF1B17F-018C-F745-9F5F-F612AE5C1068}" destId="{CAD949A3-C2EA-DA42-9A45-2B83FEA0BDD5}" srcOrd="0" destOrd="0" presId="urn:microsoft.com/office/officeart/2005/8/layout/vList5"/>
    <dgm:cxn modelId="{EFBA8A8D-FE95-AB41-93E1-9C76B08DAB15}" type="presParOf" srcId="{0CF1B17F-018C-F745-9F5F-F612AE5C1068}" destId="{F64A9FF3-477E-3A4C-ADF5-4DC8F90E0EAA}"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F6E6645-F00E-CF4C-B19D-1BEDE3E14356}">
      <dsp:nvSpPr>
        <dsp:cNvPr id="0" name=""/>
        <dsp:cNvSpPr/>
      </dsp:nvSpPr>
      <dsp:spPr>
        <a:xfrm rot="5400000">
          <a:off x="4271783" y="-1664839"/>
          <a:ext cx="880467" cy="4434839"/>
        </a:xfrm>
        <a:prstGeom prst="round2SameRect">
          <a:avLst/>
        </a:prstGeom>
        <a:solidFill>
          <a:schemeClr val="accent6">
            <a:alpha val="90000"/>
            <a:tint val="40000"/>
            <a:hueOff val="0"/>
            <a:satOff val="0"/>
            <a:lumOff val="0"/>
            <a:alphaOff val="0"/>
          </a:schemeClr>
        </a:solidFill>
        <a:ln w="6350" cap="flat" cmpd="sng" algn="ctr">
          <a:solidFill>
            <a:schemeClr val="accent6">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60960" tIns="30480" rIns="60960" bIns="30480" numCol="1" spcCol="1270" anchor="ctr" anchorCtr="0">
          <a:noAutofit/>
        </a:bodyPr>
        <a:lstStyle/>
        <a:p>
          <a:pPr marL="171450" lvl="1" indent="-171450" algn="l" defTabSz="711200">
            <a:lnSpc>
              <a:spcPct val="90000"/>
            </a:lnSpc>
            <a:spcBef>
              <a:spcPct val="0"/>
            </a:spcBef>
            <a:spcAft>
              <a:spcPct val="15000"/>
            </a:spcAft>
            <a:buNone/>
          </a:pPr>
          <a:r>
            <a:rPr lang="en-US" sz="1600" kern="1200"/>
            <a:t>  Columbia River Basalt Group (CRBG) aquifers are under stress, </a:t>
          </a:r>
          <a:r>
            <a:rPr lang="en-US" sz="1600" i="0" kern="1200"/>
            <a:t>declining ~2 ft per year. The solution? Drill deeper wells</a:t>
          </a:r>
          <a:endParaRPr lang="en-US" sz="1600" kern="1200"/>
        </a:p>
      </dsp:txBody>
      <dsp:txXfrm rot="-5400000">
        <a:off x="2494598" y="155327"/>
        <a:ext cx="4391858" cy="794505"/>
      </dsp:txXfrm>
    </dsp:sp>
    <dsp:sp modelId="{7A8F7AA6-2E83-C646-A0B5-74C249A3BFB9}">
      <dsp:nvSpPr>
        <dsp:cNvPr id="0" name=""/>
        <dsp:cNvSpPr/>
      </dsp:nvSpPr>
      <dsp:spPr>
        <a:xfrm>
          <a:off x="0" y="2288"/>
          <a:ext cx="2494597" cy="1100584"/>
        </a:xfrm>
        <a:prstGeom prst="roundRect">
          <a:avLst/>
        </a:prstGeom>
        <a:gradFill rotWithShape="0">
          <a:gsLst>
            <a:gs pos="0">
              <a:schemeClr val="accent6">
                <a:shade val="80000"/>
                <a:hueOff val="0"/>
                <a:satOff val="0"/>
                <a:lumOff val="0"/>
                <a:alphaOff val="0"/>
                <a:satMod val="103000"/>
                <a:lumMod val="102000"/>
                <a:tint val="94000"/>
              </a:schemeClr>
            </a:gs>
            <a:gs pos="50000">
              <a:schemeClr val="accent6">
                <a:shade val="80000"/>
                <a:hueOff val="0"/>
                <a:satOff val="0"/>
                <a:lumOff val="0"/>
                <a:alphaOff val="0"/>
                <a:satMod val="110000"/>
                <a:lumMod val="100000"/>
                <a:shade val="100000"/>
              </a:schemeClr>
            </a:gs>
            <a:gs pos="100000">
              <a:schemeClr val="accent6">
                <a:shade val="80000"/>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0490" tIns="55245" rIns="110490" bIns="55245" numCol="1" spcCol="1270" anchor="ctr" anchorCtr="0">
          <a:noAutofit/>
        </a:bodyPr>
        <a:lstStyle/>
        <a:p>
          <a:pPr marL="0" lvl="0" indent="0" algn="ctr" defTabSz="1289050">
            <a:lnSpc>
              <a:spcPct val="90000"/>
            </a:lnSpc>
            <a:spcBef>
              <a:spcPct val="0"/>
            </a:spcBef>
            <a:spcAft>
              <a:spcPct val="35000"/>
            </a:spcAft>
            <a:buNone/>
          </a:pPr>
          <a:r>
            <a:rPr lang="en-US" sz="2900" b="1" kern="1200"/>
            <a:t>Problem</a:t>
          </a:r>
          <a:r>
            <a:rPr lang="en-US" sz="2900" kern="1200"/>
            <a:t> </a:t>
          </a:r>
        </a:p>
      </dsp:txBody>
      <dsp:txXfrm>
        <a:off x="53726" y="56014"/>
        <a:ext cx="2387145" cy="993132"/>
      </dsp:txXfrm>
    </dsp:sp>
    <dsp:sp modelId="{09D65AA9-C5D1-4949-A62B-D2A68DC17E74}">
      <dsp:nvSpPr>
        <dsp:cNvPr id="0" name=""/>
        <dsp:cNvSpPr/>
      </dsp:nvSpPr>
      <dsp:spPr>
        <a:xfrm rot="5400000">
          <a:off x="4271783" y="-509226"/>
          <a:ext cx="880467" cy="4434839"/>
        </a:xfrm>
        <a:prstGeom prst="round2SameRect">
          <a:avLst/>
        </a:prstGeom>
        <a:solidFill>
          <a:schemeClr val="accent6">
            <a:alpha val="90000"/>
            <a:tint val="40000"/>
            <a:hueOff val="0"/>
            <a:satOff val="0"/>
            <a:lumOff val="0"/>
            <a:alphaOff val="0"/>
          </a:schemeClr>
        </a:solidFill>
        <a:ln w="6350" cap="flat" cmpd="sng" algn="ctr">
          <a:solidFill>
            <a:schemeClr val="accent6">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60960" tIns="30480" rIns="60960" bIns="30480" numCol="1" spcCol="1270" anchor="ctr" anchorCtr="0">
          <a:noAutofit/>
        </a:bodyPr>
        <a:lstStyle/>
        <a:p>
          <a:pPr marL="171450" lvl="1" indent="-171450" algn="l" defTabSz="711200">
            <a:lnSpc>
              <a:spcPct val="90000"/>
            </a:lnSpc>
            <a:spcBef>
              <a:spcPct val="0"/>
            </a:spcBef>
            <a:spcAft>
              <a:spcPct val="15000"/>
            </a:spcAft>
            <a:buNone/>
          </a:pPr>
          <a:r>
            <a:rPr lang="en-US" sz="1600" kern="1200"/>
            <a:t>  AI prototype that detects anomalies, forecasts water levels 1 year ahead, and classifies sites as Normal / Watch / Warning</a:t>
          </a:r>
        </a:p>
      </dsp:txBody>
      <dsp:txXfrm rot="-5400000">
        <a:off x="2494598" y="1310940"/>
        <a:ext cx="4391858" cy="794505"/>
      </dsp:txXfrm>
    </dsp:sp>
    <dsp:sp modelId="{8512BEFE-D0DC-4044-88BA-E5E1142A1CEC}">
      <dsp:nvSpPr>
        <dsp:cNvPr id="0" name=""/>
        <dsp:cNvSpPr/>
      </dsp:nvSpPr>
      <dsp:spPr>
        <a:xfrm>
          <a:off x="0" y="1157901"/>
          <a:ext cx="2494597" cy="1100584"/>
        </a:xfrm>
        <a:prstGeom prst="roundRect">
          <a:avLst/>
        </a:prstGeom>
        <a:gradFill rotWithShape="0">
          <a:gsLst>
            <a:gs pos="0">
              <a:schemeClr val="accent6">
                <a:shade val="80000"/>
                <a:hueOff val="256414"/>
                <a:satOff val="-26333"/>
                <a:lumOff val="13493"/>
                <a:alphaOff val="0"/>
                <a:satMod val="103000"/>
                <a:lumMod val="102000"/>
                <a:tint val="94000"/>
              </a:schemeClr>
            </a:gs>
            <a:gs pos="50000">
              <a:schemeClr val="accent6">
                <a:shade val="80000"/>
                <a:hueOff val="256414"/>
                <a:satOff val="-26333"/>
                <a:lumOff val="13493"/>
                <a:alphaOff val="0"/>
                <a:satMod val="110000"/>
                <a:lumMod val="100000"/>
                <a:shade val="100000"/>
              </a:schemeClr>
            </a:gs>
            <a:gs pos="100000">
              <a:schemeClr val="accent6">
                <a:shade val="80000"/>
                <a:hueOff val="256414"/>
                <a:satOff val="-26333"/>
                <a:lumOff val="13493"/>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0490" tIns="55245" rIns="110490" bIns="55245" numCol="1" spcCol="1270" anchor="ctr" anchorCtr="0">
          <a:noAutofit/>
        </a:bodyPr>
        <a:lstStyle/>
        <a:p>
          <a:pPr marL="0" lvl="0" indent="0" algn="ctr" defTabSz="1289050">
            <a:lnSpc>
              <a:spcPct val="90000"/>
            </a:lnSpc>
            <a:spcBef>
              <a:spcPct val="0"/>
            </a:spcBef>
            <a:spcAft>
              <a:spcPct val="35000"/>
            </a:spcAft>
            <a:buNone/>
          </a:pPr>
          <a:r>
            <a:rPr lang="en-US" sz="2900" b="1" kern="1200"/>
            <a:t>Goal</a:t>
          </a:r>
          <a:r>
            <a:rPr lang="en-US" sz="2900" kern="1200"/>
            <a:t> </a:t>
          </a:r>
        </a:p>
      </dsp:txBody>
      <dsp:txXfrm>
        <a:off x="53726" y="1211627"/>
        <a:ext cx="2387145" cy="993132"/>
      </dsp:txXfrm>
    </dsp:sp>
    <dsp:sp modelId="{E1B4F9FE-DC13-9C4E-8A14-FAAC6DF69299}">
      <dsp:nvSpPr>
        <dsp:cNvPr id="0" name=""/>
        <dsp:cNvSpPr/>
      </dsp:nvSpPr>
      <dsp:spPr>
        <a:xfrm rot="5400000">
          <a:off x="4271783" y="646387"/>
          <a:ext cx="880467" cy="4434839"/>
        </a:xfrm>
        <a:prstGeom prst="round2SameRect">
          <a:avLst/>
        </a:prstGeom>
        <a:solidFill>
          <a:schemeClr val="accent6">
            <a:alpha val="90000"/>
            <a:tint val="40000"/>
            <a:hueOff val="0"/>
            <a:satOff val="0"/>
            <a:lumOff val="0"/>
            <a:alphaOff val="0"/>
          </a:schemeClr>
        </a:solidFill>
        <a:ln w="6350" cap="flat" cmpd="sng" algn="ctr">
          <a:solidFill>
            <a:schemeClr val="accent6">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60960" tIns="30480" rIns="60960" bIns="30480" numCol="1" spcCol="1270" anchor="ctr" anchorCtr="0">
          <a:noAutofit/>
        </a:bodyPr>
        <a:lstStyle/>
        <a:p>
          <a:pPr marL="171450" lvl="1" indent="-171450" algn="l" defTabSz="711200">
            <a:lnSpc>
              <a:spcPct val="90000"/>
            </a:lnSpc>
            <a:spcBef>
              <a:spcPct val="0"/>
            </a:spcBef>
            <a:spcAft>
              <a:spcPct val="15000"/>
            </a:spcAft>
            <a:buNone/>
          </a:pPr>
          <a:r>
            <a:rPr lang="en-US" sz="1600" kern="1200"/>
            <a:t>  USGS Water Data API — 74 monitoring sites, records back to the 1950s, ~1.2M data points</a:t>
          </a:r>
        </a:p>
      </dsp:txBody>
      <dsp:txXfrm rot="-5400000">
        <a:off x="2494598" y="2466554"/>
        <a:ext cx="4391858" cy="794505"/>
      </dsp:txXfrm>
    </dsp:sp>
    <dsp:sp modelId="{96919096-445C-304E-8CA7-8DE907DEC896}">
      <dsp:nvSpPr>
        <dsp:cNvPr id="0" name=""/>
        <dsp:cNvSpPr/>
      </dsp:nvSpPr>
      <dsp:spPr>
        <a:xfrm>
          <a:off x="0" y="2313515"/>
          <a:ext cx="2494597" cy="1100584"/>
        </a:xfrm>
        <a:prstGeom prst="roundRect">
          <a:avLst/>
        </a:prstGeom>
        <a:gradFill rotWithShape="0">
          <a:gsLst>
            <a:gs pos="0">
              <a:schemeClr val="accent6">
                <a:shade val="80000"/>
                <a:hueOff val="512827"/>
                <a:satOff val="-52665"/>
                <a:lumOff val="26986"/>
                <a:alphaOff val="0"/>
                <a:satMod val="103000"/>
                <a:lumMod val="102000"/>
                <a:tint val="94000"/>
              </a:schemeClr>
            </a:gs>
            <a:gs pos="50000">
              <a:schemeClr val="accent6">
                <a:shade val="80000"/>
                <a:hueOff val="512827"/>
                <a:satOff val="-52665"/>
                <a:lumOff val="26986"/>
                <a:alphaOff val="0"/>
                <a:satMod val="110000"/>
                <a:lumMod val="100000"/>
                <a:shade val="100000"/>
              </a:schemeClr>
            </a:gs>
            <a:gs pos="100000">
              <a:schemeClr val="accent6">
                <a:shade val="80000"/>
                <a:hueOff val="512827"/>
                <a:satOff val="-52665"/>
                <a:lumOff val="26986"/>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0490" tIns="55245" rIns="110490" bIns="55245" numCol="1" spcCol="1270" anchor="ctr" anchorCtr="0">
          <a:noAutofit/>
        </a:bodyPr>
        <a:lstStyle/>
        <a:p>
          <a:pPr marL="0" lvl="0" indent="0" algn="ctr" defTabSz="1289050">
            <a:lnSpc>
              <a:spcPct val="90000"/>
            </a:lnSpc>
            <a:spcBef>
              <a:spcPct val="0"/>
            </a:spcBef>
            <a:spcAft>
              <a:spcPct val="35000"/>
            </a:spcAft>
            <a:buNone/>
          </a:pPr>
          <a:r>
            <a:rPr lang="en-US" sz="2900" b="1" kern="1200"/>
            <a:t>Dataset</a:t>
          </a:r>
          <a:r>
            <a:rPr lang="en-US" sz="2900" kern="1200"/>
            <a:t> </a:t>
          </a:r>
        </a:p>
      </dsp:txBody>
      <dsp:txXfrm>
        <a:off x="53726" y="2367241"/>
        <a:ext cx="2387145" cy="993132"/>
      </dsp:txXfrm>
    </dsp:sp>
    <dsp:sp modelId="{F64A9FF3-477E-3A4C-ADF5-4DC8F90E0EAA}">
      <dsp:nvSpPr>
        <dsp:cNvPr id="0" name=""/>
        <dsp:cNvSpPr/>
      </dsp:nvSpPr>
      <dsp:spPr>
        <a:xfrm rot="5400000">
          <a:off x="4271783" y="1802000"/>
          <a:ext cx="880467" cy="4434839"/>
        </a:xfrm>
        <a:prstGeom prst="round2SameRect">
          <a:avLst/>
        </a:prstGeom>
        <a:solidFill>
          <a:schemeClr val="accent6">
            <a:alpha val="90000"/>
            <a:tint val="40000"/>
            <a:hueOff val="0"/>
            <a:satOff val="0"/>
            <a:lumOff val="0"/>
            <a:alphaOff val="0"/>
          </a:schemeClr>
        </a:solidFill>
        <a:ln w="6350" cap="flat" cmpd="sng" algn="ctr">
          <a:solidFill>
            <a:schemeClr val="accent6">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60960" tIns="30480" rIns="60960" bIns="30480" numCol="1" spcCol="1270" anchor="ctr" anchorCtr="0">
          <a:noAutofit/>
        </a:bodyPr>
        <a:lstStyle/>
        <a:p>
          <a:pPr marL="171450" lvl="1" indent="-171450" algn="l" defTabSz="711200">
            <a:lnSpc>
              <a:spcPct val="90000"/>
            </a:lnSpc>
            <a:spcBef>
              <a:spcPct val="0"/>
            </a:spcBef>
            <a:spcAft>
              <a:spcPct val="15000"/>
            </a:spcAft>
            <a:buNone/>
          </a:pPr>
          <a:r>
            <a:rPr lang="en-US" sz="1600" kern="1200"/>
            <a:t>  Uneven spatial coverage, multi-year gaps, variable record lengths </a:t>
          </a:r>
        </a:p>
      </dsp:txBody>
      <dsp:txXfrm rot="-5400000">
        <a:off x="2494598" y="3622167"/>
        <a:ext cx="4391858" cy="794505"/>
      </dsp:txXfrm>
    </dsp:sp>
    <dsp:sp modelId="{CAD949A3-C2EA-DA42-9A45-2B83FEA0BDD5}">
      <dsp:nvSpPr>
        <dsp:cNvPr id="0" name=""/>
        <dsp:cNvSpPr/>
      </dsp:nvSpPr>
      <dsp:spPr>
        <a:xfrm>
          <a:off x="0" y="3469128"/>
          <a:ext cx="2494597" cy="1100584"/>
        </a:xfrm>
        <a:prstGeom prst="roundRect">
          <a:avLst/>
        </a:prstGeom>
        <a:gradFill rotWithShape="0">
          <a:gsLst>
            <a:gs pos="0">
              <a:schemeClr val="accent6">
                <a:shade val="80000"/>
                <a:hueOff val="769241"/>
                <a:satOff val="-78998"/>
                <a:lumOff val="40479"/>
                <a:alphaOff val="0"/>
                <a:satMod val="103000"/>
                <a:lumMod val="102000"/>
                <a:tint val="94000"/>
              </a:schemeClr>
            </a:gs>
            <a:gs pos="50000">
              <a:schemeClr val="accent6">
                <a:shade val="80000"/>
                <a:hueOff val="769241"/>
                <a:satOff val="-78998"/>
                <a:lumOff val="40479"/>
                <a:alphaOff val="0"/>
                <a:satMod val="110000"/>
                <a:lumMod val="100000"/>
                <a:shade val="100000"/>
              </a:schemeClr>
            </a:gs>
            <a:gs pos="100000">
              <a:schemeClr val="accent6">
                <a:shade val="80000"/>
                <a:hueOff val="769241"/>
                <a:satOff val="-78998"/>
                <a:lumOff val="40479"/>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0490" tIns="55245" rIns="110490" bIns="55245" numCol="1" spcCol="1270" anchor="ctr" anchorCtr="0">
          <a:noAutofit/>
        </a:bodyPr>
        <a:lstStyle/>
        <a:p>
          <a:pPr marL="0" lvl="0" indent="0" algn="ctr" defTabSz="1289050">
            <a:lnSpc>
              <a:spcPct val="90000"/>
            </a:lnSpc>
            <a:spcBef>
              <a:spcPct val="0"/>
            </a:spcBef>
            <a:spcAft>
              <a:spcPct val="35000"/>
            </a:spcAft>
            <a:buNone/>
          </a:pPr>
          <a:r>
            <a:rPr lang="en-US" sz="2900" b="1" kern="1200"/>
            <a:t>Limitations</a:t>
          </a:r>
          <a:r>
            <a:rPr lang="en-US" sz="2900" kern="1200"/>
            <a:t> </a:t>
          </a:r>
        </a:p>
      </dsp:txBody>
      <dsp:txXfrm>
        <a:off x="53726" y="3522854"/>
        <a:ext cx="2387145" cy="993132"/>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01D58E6-0594-4045-ABDD-3F778A23E4DE}" type="datetimeFigureOut">
              <a:rPr lang="en-US" smtClean="0"/>
              <a:t>4/23/2026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1A67C33-CD7D-43FF-88EA-C5E58C47970C}" type="slidenum">
              <a:rPr lang="en-US" smtClean="0"/>
              <a:t>‹#›</a:t>
            </a:fld>
            <a:endParaRPr lang="en-US"/>
          </a:p>
        </p:txBody>
      </p:sp>
    </p:spTree>
    <p:extLst>
      <p:ext uri="{BB962C8B-B14F-4D97-AF65-F5344CB8AC3E}">
        <p14:creationId xmlns:p14="http://schemas.microsoft.com/office/powerpoint/2010/main" val="20685199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i="1"/>
              <a:t>Why did you do this to us - LLMs are not designed to crunch large datasets!!!!</a:t>
            </a:r>
          </a:p>
          <a:p>
            <a:endParaRPr lang="en-US"/>
          </a:p>
        </p:txBody>
      </p:sp>
      <p:sp>
        <p:nvSpPr>
          <p:cNvPr id="4" name="Slide Number Placeholder 3"/>
          <p:cNvSpPr>
            <a:spLocks noGrp="1"/>
          </p:cNvSpPr>
          <p:nvPr>
            <p:ph type="sldNum" sz="quarter" idx="5"/>
          </p:nvPr>
        </p:nvSpPr>
        <p:spPr/>
        <p:txBody>
          <a:bodyPr/>
          <a:lstStyle/>
          <a:p>
            <a:fld id="{71A67C33-CD7D-43FF-88EA-C5E58C47970C}" type="slidenum">
              <a:rPr lang="en-US" smtClean="0"/>
              <a:t>3</a:t>
            </a:fld>
            <a:endParaRPr lang="en-US"/>
          </a:p>
        </p:txBody>
      </p:sp>
    </p:spTree>
    <p:extLst>
      <p:ext uri="{BB962C8B-B14F-4D97-AF65-F5344CB8AC3E}">
        <p14:creationId xmlns:p14="http://schemas.microsoft.com/office/powerpoint/2010/main" val="22899707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1A67C33-CD7D-43FF-88EA-C5E58C47970C}" type="slidenum">
              <a:rPr lang="en-US" smtClean="0"/>
              <a:t>5</a:t>
            </a:fld>
            <a:endParaRPr lang="en-US"/>
          </a:p>
        </p:txBody>
      </p:sp>
    </p:spTree>
    <p:extLst>
      <p:ext uri="{BB962C8B-B14F-4D97-AF65-F5344CB8AC3E}">
        <p14:creationId xmlns:p14="http://schemas.microsoft.com/office/powerpoint/2010/main" val="27674058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mn-lt"/>
                <a:ea typeface="+mn-ea"/>
                <a:cs typeface="+mn-cs"/>
              </a:rPr>
              <a:t>Figure 1. Monitoring location from the Columbia River showing time series flow rates (cubic feet per second), that the actual flow‑rate data has strong seasonal cycles with noisy daily variation. ARIMA produces almost linear forecasts that fail to follow these cycles, underfitting both validation and test periods. ARIMAX models the seasonal pattern more effectively with a sinusoidal shape, but its predictions still show amplitude and timing mismatches compared to the actual data. Overall, ARIMAX captures the structure better than ARIMA.</a:t>
            </a:r>
          </a:p>
          <a:p>
            <a:endParaRPr lang="en-US"/>
          </a:p>
        </p:txBody>
      </p:sp>
      <p:sp>
        <p:nvSpPr>
          <p:cNvPr id="4" name="Slide Number Placeholder 3"/>
          <p:cNvSpPr>
            <a:spLocks noGrp="1"/>
          </p:cNvSpPr>
          <p:nvPr>
            <p:ph type="sldNum" sz="quarter" idx="5"/>
          </p:nvPr>
        </p:nvSpPr>
        <p:spPr/>
        <p:txBody>
          <a:bodyPr/>
          <a:lstStyle/>
          <a:p>
            <a:fld id="{71A67C33-CD7D-43FF-88EA-C5E58C47970C}" type="slidenum">
              <a:rPr lang="en-US" smtClean="0"/>
              <a:t>8</a:t>
            </a:fld>
            <a:endParaRPr lang="en-US"/>
          </a:p>
        </p:txBody>
      </p:sp>
    </p:spTree>
    <p:extLst>
      <p:ext uri="{BB962C8B-B14F-4D97-AF65-F5344CB8AC3E}">
        <p14:creationId xmlns:p14="http://schemas.microsoft.com/office/powerpoint/2010/main" val="363862673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1_Title Slide_Plain_Black">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436B83B-A5E4-524E-96A9-DFC12D58F12A}"/>
              </a:ext>
            </a:extLst>
          </p:cNvPr>
          <p:cNvSpPr/>
          <p:nvPr/>
        </p:nvSpPr>
        <p:spPr>
          <a:xfrm>
            <a:off x="762000" y="0"/>
            <a:ext cx="4572000" cy="6858000"/>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00"/>
          </a:p>
        </p:txBody>
      </p:sp>
      <p:sp>
        <p:nvSpPr>
          <p:cNvPr id="11" name="TextBox 10">
            <a:extLst>
              <a:ext uri="{FF2B5EF4-FFF2-40B4-BE49-F238E27FC236}">
                <a16:creationId xmlns:a16="http://schemas.microsoft.com/office/drawing/2014/main" id="{421DF1AC-1D08-B945-A034-B740A35902F9}"/>
              </a:ext>
            </a:extLst>
          </p:cNvPr>
          <p:cNvSpPr txBox="1"/>
          <p:nvPr/>
        </p:nvSpPr>
        <p:spPr>
          <a:xfrm>
            <a:off x="1143000" y="6286500"/>
            <a:ext cx="3048000" cy="190500"/>
          </a:xfrm>
          <a:prstGeom prst="rect">
            <a:avLst/>
          </a:prstGeom>
          <a:noFill/>
        </p:spPr>
        <p:txBody>
          <a:bodyPr wrap="square" lIns="0" tIns="0" rIns="0" bIns="0" rtlCol="0" anchor="t" anchorCtr="0">
            <a:noAutofit/>
          </a:bodyPr>
          <a:lstStyle/>
          <a:p>
            <a:pPr>
              <a:spcAft>
                <a:spcPts val="500"/>
              </a:spcAft>
            </a:pPr>
            <a:r>
              <a:rPr lang="en-US" sz="667">
                <a:solidFill>
                  <a:srgbClr val="616265">
                    <a:alpha val="75000"/>
                  </a:srgbClr>
                </a:solidFill>
                <a:latin typeface="Arial" panose="020B0604020202020204" pitchFamily="34" charset="0"/>
                <a:cs typeface="Arial" panose="020B0604020202020204" pitchFamily="34" charset="0"/>
              </a:rPr>
              <a:t>PNNL is operated by Battelle for the U.S. Department of Energy</a:t>
            </a:r>
          </a:p>
        </p:txBody>
      </p:sp>
      <p:sp>
        <p:nvSpPr>
          <p:cNvPr id="2" name="Title 1"/>
          <p:cNvSpPr>
            <a:spLocks noGrp="1"/>
          </p:cNvSpPr>
          <p:nvPr>
            <p:ph type="ctrTitle"/>
          </p:nvPr>
        </p:nvSpPr>
        <p:spPr>
          <a:xfrm>
            <a:off x="1143000" y="2286000"/>
            <a:ext cx="3810000" cy="1524000"/>
          </a:xfrm>
          <a:prstGeom prst="rect">
            <a:avLst/>
          </a:prstGeom>
        </p:spPr>
        <p:txBody>
          <a:bodyPr lIns="0" tIns="0" rIns="0" bIns="0" anchor="b">
            <a:noAutofit/>
          </a:bodyPr>
          <a:lstStyle>
            <a:lvl1pPr algn="r">
              <a:defRPr sz="4000" b="1">
                <a:solidFill>
                  <a:schemeClr val="tx2"/>
                </a:solidFill>
                <a:latin typeface="Arial" panose="020B0604020202020204" pitchFamily="34" charset="0"/>
                <a:cs typeface="Arial" panose="020B0604020202020204" pitchFamily="34" charset="0"/>
              </a:defRPr>
            </a:lvl1pPr>
          </a:lstStyle>
          <a:p>
            <a:r>
              <a:rPr lang="en-US"/>
              <a:t>Click to edit Master title style</a:t>
            </a:r>
          </a:p>
        </p:txBody>
      </p:sp>
      <p:sp>
        <p:nvSpPr>
          <p:cNvPr id="20" name="Text Placeholder 19">
            <a:extLst>
              <a:ext uri="{FF2B5EF4-FFF2-40B4-BE49-F238E27FC236}">
                <a16:creationId xmlns:a16="http://schemas.microsoft.com/office/drawing/2014/main" id="{3061D5F4-8719-384B-945C-9A27060F99A0}"/>
              </a:ext>
            </a:extLst>
          </p:cNvPr>
          <p:cNvSpPr>
            <a:spLocks noGrp="1"/>
          </p:cNvSpPr>
          <p:nvPr>
            <p:ph type="body" sz="quarter" idx="10" hasCustomPrompt="1"/>
          </p:nvPr>
        </p:nvSpPr>
        <p:spPr>
          <a:xfrm>
            <a:off x="1142108" y="4724400"/>
            <a:ext cx="3810000" cy="228600"/>
          </a:xfrm>
          <a:prstGeom prst="rect">
            <a:avLst/>
          </a:prstGeom>
        </p:spPr>
        <p:txBody>
          <a:bodyPr wrap="none" lIns="0" tIns="0" rIns="0" bIns="0">
            <a:noAutofit/>
          </a:bodyPr>
          <a:lstStyle>
            <a:lvl1pPr marL="0" indent="0" algn="r">
              <a:buNone/>
              <a:defRPr sz="1500" b="1">
                <a:solidFill>
                  <a:srgbClr val="000000"/>
                </a:solidFill>
                <a:latin typeface="Arial" panose="020B0604020202020204" pitchFamily="34" charset="0"/>
                <a:cs typeface="Arial" panose="020B0604020202020204" pitchFamily="34" charset="0"/>
              </a:defRPr>
            </a:lvl1pPr>
            <a:lvl2pPr marL="457182" indent="0">
              <a:buNone/>
              <a:defRPr/>
            </a:lvl2pPr>
            <a:lvl3pPr marL="914363" indent="0">
              <a:buNone/>
              <a:defRPr/>
            </a:lvl3pPr>
            <a:lvl4pPr marL="1371545" indent="0">
              <a:buNone/>
              <a:defRPr/>
            </a:lvl4pPr>
            <a:lvl5pPr marL="1828727" indent="0">
              <a:buNone/>
              <a:defRPr/>
            </a:lvl5pPr>
          </a:lstStyle>
          <a:p>
            <a:pPr lvl="0"/>
            <a:r>
              <a:rPr lang="en-US"/>
              <a:t>Click to add presenter’s name</a:t>
            </a:r>
          </a:p>
        </p:txBody>
      </p:sp>
      <p:sp>
        <p:nvSpPr>
          <p:cNvPr id="21" name="Text Placeholder 19">
            <a:extLst>
              <a:ext uri="{FF2B5EF4-FFF2-40B4-BE49-F238E27FC236}">
                <a16:creationId xmlns:a16="http://schemas.microsoft.com/office/drawing/2014/main" id="{3E2D432E-6648-6643-9C6E-38B1EFF5EE31}"/>
              </a:ext>
            </a:extLst>
          </p:cNvPr>
          <p:cNvSpPr>
            <a:spLocks noGrp="1"/>
          </p:cNvSpPr>
          <p:nvPr>
            <p:ph type="body" sz="quarter" idx="11" hasCustomPrompt="1"/>
          </p:nvPr>
        </p:nvSpPr>
        <p:spPr>
          <a:xfrm>
            <a:off x="1143000" y="4986130"/>
            <a:ext cx="3810000" cy="228600"/>
          </a:xfrm>
          <a:prstGeom prst="rect">
            <a:avLst/>
          </a:prstGeom>
        </p:spPr>
        <p:txBody>
          <a:bodyPr wrap="none" lIns="0" tIns="0" rIns="0" bIns="0">
            <a:noAutofit/>
          </a:bodyPr>
          <a:lstStyle>
            <a:lvl1pPr marL="0" indent="0" algn="r">
              <a:buNone/>
              <a:defRPr sz="1333">
                <a:solidFill>
                  <a:srgbClr val="616265"/>
                </a:solidFill>
                <a:latin typeface="Arial" panose="020B0604020202020204" pitchFamily="34" charset="0"/>
                <a:cs typeface="Arial" panose="020B0604020202020204" pitchFamily="34" charset="0"/>
              </a:defRPr>
            </a:lvl1pPr>
            <a:lvl2pPr marL="457182" indent="0">
              <a:buNone/>
              <a:defRPr/>
            </a:lvl2pPr>
            <a:lvl3pPr marL="914363" indent="0">
              <a:buNone/>
              <a:defRPr/>
            </a:lvl3pPr>
            <a:lvl4pPr marL="1371545" indent="0">
              <a:buNone/>
              <a:defRPr/>
            </a:lvl4pPr>
            <a:lvl5pPr marL="1828727" indent="0">
              <a:buNone/>
              <a:defRPr/>
            </a:lvl5pPr>
          </a:lstStyle>
          <a:p>
            <a:pPr lvl="0"/>
            <a:r>
              <a:rPr lang="en-US"/>
              <a:t>Click to add presenter’s title</a:t>
            </a:r>
          </a:p>
        </p:txBody>
      </p:sp>
      <p:sp>
        <p:nvSpPr>
          <p:cNvPr id="6" name="TextBox 5">
            <a:extLst>
              <a:ext uri="{FF2B5EF4-FFF2-40B4-BE49-F238E27FC236}">
                <a16:creationId xmlns:a16="http://schemas.microsoft.com/office/drawing/2014/main" id="{8915389B-4BB4-1644-9B7E-35A85D0C1E3B}"/>
              </a:ext>
            </a:extLst>
          </p:cNvPr>
          <p:cNvSpPr txBox="1"/>
          <p:nvPr/>
        </p:nvSpPr>
        <p:spPr>
          <a:xfrm>
            <a:off x="3092174" y="-1038086"/>
            <a:ext cx="184731" cy="323165"/>
          </a:xfrm>
          <a:prstGeom prst="rect">
            <a:avLst/>
          </a:prstGeom>
          <a:noFill/>
        </p:spPr>
        <p:txBody>
          <a:bodyPr wrap="none" rtlCol="0">
            <a:spAutoFit/>
          </a:bodyPr>
          <a:lstStyle/>
          <a:p>
            <a:endParaRPr lang="en-US" sz="1500"/>
          </a:p>
        </p:txBody>
      </p:sp>
      <p:pic>
        <p:nvPicPr>
          <p:cNvPr id="12" name="Picture 11">
            <a:extLst>
              <a:ext uri="{FF2B5EF4-FFF2-40B4-BE49-F238E27FC236}">
                <a16:creationId xmlns:a16="http://schemas.microsoft.com/office/drawing/2014/main" id="{45A7D3E1-BCC3-C843-81A0-EA4EDFB44528}"/>
              </a:ext>
            </a:extLst>
          </p:cNvPr>
          <p:cNvPicPr>
            <a:picLocks noChangeAspect="1"/>
          </p:cNvPicPr>
          <p:nvPr/>
        </p:nvPicPr>
        <p:blipFill>
          <a:blip r:embed="rId2"/>
          <a:stretch>
            <a:fillRect/>
          </a:stretch>
        </p:blipFill>
        <p:spPr>
          <a:xfrm>
            <a:off x="1143000" y="198120"/>
            <a:ext cx="1066800" cy="1041020"/>
          </a:xfrm>
          <a:prstGeom prst="rect">
            <a:avLst/>
          </a:prstGeom>
        </p:spPr>
      </p:pic>
      <p:pic>
        <p:nvPicPr>
          <p:cNvPr id="13" name="Picture 12">
            <a:extLst>
              <a:ext uri="{FF2B5EF4-FFF2-40B4-BE49-F238E27FC236}">
                <a16:creationId xmlns:a16="http://schemas.microsoft.com/office/drawing/2014/main" id="{56617363-F73D-B74F-9647-C9D747AC7023}"/>
              </a:ext>
            </a:extLst>
          </p:cNvPr>
          <p:cNvPicPr>
            <a:picLocks noChangeAspect="1"/>
          </p:cNvPicPr>
          <p:nvPr/>
        </p:nvPicPr>
        <p:blipFill>
          <a:blip r:embed="rId3"/>
          <a:srcRect/>
          <a:stretch/>
        </p:blipFill>
        <p:spPr>
          <a:xfrm>
            <a:off x="1183992" y="5990378"/>
            <a:ext cx="838200" cy="240555"/>
          </a:xfrm>
          <a:prstGeom prst="rect">
            <a:avLst/>
          </a:prstGeom>
        </p:spPr>
      </p:pic>
      <p:pic>
        <p:nvPicPr>
          <p:cNvPr id="14" name="Picture 13">
            <a:extLst>
              <a:ext uri="{FF2B5EF4-FFF2-40B4-BE49-F238E27FC236}">
                <a16:creationId xmlns:a16="http://schemas.microsoft.com/office/drawing/2014/main" id="{D290C8FB-601C-A04C-84F7-213A857D3E6A}"/>
              </a:ext>
            </a:extLst>
          </p:cNvPr>
          <p:cNvPicPr>
            <a:picLocks noChangeAspect="1"/>
          </p:cNvPicPr>
          <p:nvPr/>
        </p:nvPicPr>
        <p:blipFill>
          <a:blip r:embed="rId4"/>
          <a:stretch>
            <a:fillRect/>
          </a:stretch>
        </p:blipFill>
        <p:spPr>
          <a:xfrm>
            <a:off x="2065230" y="6045886"/>
            <a:ext cx="774841" cy="129540"/>
          </a:xfrm>
          <a:prstGeom prst="rect">
            <a:avLst/>
          </a:prstGeom>
        </p:spPr>
      </p:pic>
      <p:sp>
        <p:nvSpPr>
          <p:cNvPr id="15" name="Date Placeholder 1">
            <a:extLst>
              <a:ext uri="{FF2B5EF4-FFF2-40B4-BE49-F238E27FC236}">
                <a16:creationId xmlns:a16="http://schemas.microsoft.com/office/drawing/2014/main" id="{9D9DB338-5D5C-4ACA-9ECF-C3E34C44127A}"/>
              </a:ext>
            </a:extLst>
          </p:cNvPr>
          <p:cNvSpPr>
            <a:spLocks noGrp="1"/>
          </p:cNvSpPr>
          <p:nvPr>
            <p:ph type="dt" sz="half" idx="2"/>
          </p:nvPr>
        </p:nvSpPr>
        <p:spPr>
          <a:xfrm>
            <a:off x="2209701" y="4096371"/>
            <a:ext cx="2742407" cy="365125"/>
          </a:xfrm>
          <a:prstGeom prst="rect">
            <a:avLst/>
          </a:prstGeom>
        </p:spPr>
        <p:txBody>
          <a:bodyPr vert="horz" lIns="91440" tIns="45720" rIns="91440" bIns="45720" rtlCol="0" anchor="ctr"/>
          <a:lstStyle>
            <a:lvl1pPr algn="r">
              <a:defRPr sz="1500">
                <a:solidFill>
                  <a:schemeClr val="tx1">
                    <a:tint val="75000"/>
                  </a:schemeClr>
                </a:solidFill>
              </a:defRPr>
            </a:lvl1pPr>
          </a:lstStyle>
          <a:p>
            <a:fld id="{832F53A4-F3E1-4EF4-8D83-41D423C56C55}" type="datetimeFigureOut">
              <a:rPr lang="en-US" smtClean="0"/>
              <a:t>4/23/2026</a:t>
            </a:fld>
            <a:endParaRPr lang="en-US"/>
          </a:p>
        </p:txBody>
      </p:sp>
      <p:sp>
        <p:nvSpPr>
          <p:cNvPr id="16" name="Footer Placeholder 2">
            <a:extLst>
              <a:ext uri="{FF2B5EF4-FFF2-40B4-BE49-F238E27FC236}">
                <a16:creationId xmlns:a16="http://schemas.microsoft.com/office/drawing/2014/main" id="{F55B65E8-4040-44D0-A4FE-A050FD948A79}"/>
              </a:ext>
            </a:extLst>
          </p:cNvPr>
          <p:cNvSpPr>
            <a:spLocks noGrp="1"/>
          </p:cNvSpPr>
          <p:nvPr>
            <p:ph type="ftr" sz="quarter" idx="3"/>
          </p:nvPr>
        </p:nvSpPr>
        <p:spPr>
          <a:xfrm>
            <a:off x="990865" y="6441765"/>
            <a:ext cx="4114271" cy="365125"/>
          </a:xfrm>
          <a:prstGeom prst="rect">
            <a:avLst/>
          </a:prstGeom>
        </p:spPr>
        <p:txBody>
          <a:bodyPr vert="horz" lIns="91440" tIns="45720" rIns="91440" bIns="45720" rtlCol="0" anchor="ctr"/>
          <a:lstStyle>
            <a:lvl1pPr algn="ctr">
              <a:defRPr sz="1000">
                <a:solidFill>
                  <a:schemeClr val="tx1">
                    <a:tint val="75000"/>
                  </a:schemeClr>
                </a:solidFill>
              </a:defRPr>
            </a:lvl1pPr>
          </a:lstStyle>
          <a:p>
            <a:endParaRPr lang="en-US"/>
          </a:p>
        </p:txBody>
      </p:sp>
    </p:spTree>
    <p:extLst>
      <p:ext uri="{BB962C8B-B14F-4D97-AF65-F5344CB8AC3E}">
        <p14:creationId xmlns:p14="http://schemas.microsoft.com/office/powerpoint/2010/main" val="267572867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arge Imag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49C90B8-4BAF-9A46-98DB-81259C436289}"/>
              </a:ext>
            </a:extLst>
          </p:cNvPr>
          <p:cNvSpPr/>
          <p:nvPr/>
        </p:nvSpPr>
        <p:spPr>
          <a:xfrm>
            <a:off x="4191000" y="0"/>
            <a:ext cx="8001000" cy="6858000"/>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00"/>
          </a:p>
        </p:txBody>
      </p:sp>
      <p:sp>
        <p:nvSpPr>
          <p:cNvPr id="12" name="Picture Placeholder 2">
            <a:extLst>
              <a:ext uri="{FF2B5EF4-FFF2-40B4-BE49-F238E27FC236}">
                <a16:creationId xmlns:a16="http://schemas.microsoft.com/office/drawing/2014/main" id="{66026595-8D7E-D24C-9263-B65316A326B9}"/>
              </a:ext>
            </a:extLst>
          </p:cNvPr>
          <p:cNvSpPr>
            <a:spLocks noGrp="1"/>
          </p:cNvSpPr>
          <p:nvPr>
            <p:ph type="pic" sz="quarter" idx="10"/>
          </p:nvPr>
        </p:nvSpPr>
        <p:spPr>
          <a:xfrm>
            <a:off x="5334000" y="381000"/>
            <a:ext cx="6477000" cy="6096000"/>
          </a:xfrm>
          <a:prstGeom prst="rect">
            <a:avLst/>
          </a:prstGeom>
          <a:solidFill>
            <a:srgbClr val="B3B3B3"/>
          </a:solidFill>
        </p:spPr>
        <p:txBody>
          <a:bodyPr lIns="0" tIns="0" rIns="0" bIns="0" anchor="ctr" anchorCtr="0"/>
          <a:lstStyle>
            <a:lvl1pPr marL="0" indent="0" algn="ctr">
              <a:buNone/>
              <a:defRPr sz="1500">
                <a:solidFill>
                  <a:srgbClr val="000000"/>
                </a:solidFill>
                <a:latin typeface="Arial" panose="020B0604020202020204" pitchFamily="34" charset="0"/>
                <a:cs typeface="Arial" panose="020B0604020202020204" pitchFamily="34" charset="0"/>
              </a:defRPr>
            </a:lvl1pPr>
          </a:lstStyle>
          <a:p>
            <a:r>
              <a:rPr lang="en-US"/>
              <a:t>Click icon to add picture</a:t>
            </a:r>
          </a:p>
        </p:txBody>
      </p:sp>
      <p:sp>
        <p:nvSpPr>
          <p:cNvPr id="13" name="Slide Number Placeholder 3">
            <a:extLst>
              <a:ext uri="{FF2B5EF4-FFF2-40B4-BE49-F238E27FC236}">
                <a16:creationId xmlns:a16="http://schemas.microsoft.com/office/drawing/2014/main" id="{3338E046-DF9E-FC49-A812-491AB8058B4E}"/>
              </a:ext>
            </a:extLst>
          </p:cNvPr>
          <p:cNvSpPr>
            <a:spLocks noGrp="1"/>
          </p:cNvSpPr>
          <p:nvPr>
            <p:ph type="sldNum" sz="quarter" idx="12"/>
          </p:nvPr>
        </p:nvSpPr>
        <p:spPr>
          <a:xfrm>
            <a:off x="11661914" y="6477000"/>
            <a:ext cx="377686" cy="381000"/>
          </a:xfrm>
          <a:prstGeom prst="rect">
            <a:avLst/>
          </a:prstGeom>
        </p:spPr>
        <p:txBody>
          <a:bodyPr lIns="0" tIns="0" rIns="0" bIns="0" anchor="ctr" anchorCtr="0"/>
          <a:lstStyle>
            <a:lvl1pPr algn="r">
              <a:defRPr sz="1000">
                <a:solidFill>
                  <a:srgbClr val="B3B3B3"/>
                </a:solidFill>
                <a:latin typeface="Arial" panose="020B0604020202020204" pitchFamily="34" charset="0"/>
                <a:cs typeface="Arial" panose="020B0604020202020204" pitchFamily="34" charset="0"/>
              </a:defRPr>
            </a:lvl1pPr>
          </a:lstStyle>
          <a:p>
            <a:fld id="{9E4E550C-4B88-4802-A5F6-391898D47B36}" type="slidenum">
              <a:rPr lang="en-US" smtClean="0"/>
              <a:t>‹#›</a:t>
            </a:fld>
            <a:endParaRPr lang="en-US"/>
          </a:p>
        </p:txBody>
      </p:sp>
      <p:sp>
        <p:nvSpPr>
          <p:cNvPr id="8" name="Text Placeholder 5">
            <a:extLst>
              <a:ext uri="{FF2B5EF4-FFF2-40B4-BE49-F238E27FC236}">
                <a16:creationId xmlns:a16="http://schemas.microsoft.com/office/drawing/2014/main" id="{1D0CE8D1-2F12-5A44-A6B5-2CD466F52A60}"/>
              </a:ext>
            </a:extLst>
          </p:cNvPr>
          <p:cNvSpPr>
            <a:spLocks noGrp="1"/>
          </p:cNvSpPr>
          <p:nvPr>
            <p:ph type="body" sz="quarter" idx="14" hasCustomPrompt="1"/>
          </p:nvPr>
        </p:nvSpPr>
        <p:spPr>
          <a:xfrm>
            <a:off x="5334000" y="5715000"/>
            <a:ext cx="6477000" cy="762000"/>
          </a:xfrm>
          <a:prstGeom prst="rect">
            <a:avLst/>
          </a:prstGeom>
          <a:gradFill>
            <a:gsLst>
              <a:gs pos="0">
                <a:srgbClr val="000000">
                  <a:alpha val="0"/>
                </a:srgbClr>
              </a:gs>
              <a:gs pos="100000">
                <a:srgbClr val="000000"/>
              </a:gs>
            </a:gsLst>
            <a:lin ang="5400000" scaled="0"/>
          </a:gradFill>
        </p:spPr>
        <p:txBody>
          <a:bodyPr lIns="182880" tIns="182880" rIns="182880" bIns="182880" anchor="b" anchorCtr="0"/>
          <a:lstStyle>
            <a:lvl1pPr marL="0" indent="0">
              <a:buNone/>
              <a:defRPr sz="1500" b="1">
                <a:solidFill>
                  <a:schemeClr val="bg1"/>
                </a:solidFill>
                <a:latin typeface="Arial" panose="020B0604020202020204" pitchFamily="34" charset="0"/>
                <a:cs typeface="Arial" panose="020B0604020202020204" pitchFamily="34" charset="0"/>
              </a:defRPr>
            </a:lvl1pPr>
            <a:lvl2pPr marL="457182" indent="0">
              <a:buNone/>
              <a:defRPr sz="1167">
                <a:latin typeface="Arial" panose="020B0604020202020204" pitchFamily="34" charset="0"/>
                <a:cs typeface="Arial" panose="020B0604020202020204" pitchFamily="34" charset="0"/>
              </a:defRPr>
            </a:lvl2pPr>
            <a:lvl3pPr marL="914363" indent="0">
              <a:buNone/>
              <a:defRPr sz="1167">
                <a:latin typeface="Arial" panose="020B0604020202020204" pitchFamily="34" charset="0"/>
                <a:cs typeface="Arial" panose="020B0604020202020204" pitchFamily="34" charset="0"/>
              </a:defRPr>
            </a:lvl3pPr>
            <a:lvl4pPr marL="1371545" indent="0">
              <a:buNone/>
              <a:defRPr sz="1167">
                <a:latin typeface="Arial" panose="020B0604020202020204" pitchFamily="34" charset="0"/>
                <a:cs typeface="Arial" panose="020B0604020202020204" pitchFamily="34" charset="0"/>
              </a:defRPr>
            </a:lvl4pPr>
            <a:lvl5pPr marL="1828727" indent="0">
              <a:buNone/>
              <a:defRPr sz="1167">
                <a:latin typeface="Arial" panose="020B0604020202020204" pitchFamily="34" charset="0"/>
                <a:cs typeface="Arial" panose="020B0604020202020204" pitchFamily="34" charset="0"/>
              </a:defRPr>
            </a:lvl5pPr>
          </a:lstStyle>
          <a:p>
            <a:pPr lvl="0"/>
            <a:r>
              <a:rPr lang="en-US"/>
              <a:t>Click to insert image caption</a:t>
            </a:r>
          </a:p>
        </p:txBody>
      </p:sp>
      <p:sp>
        <p:nvSpPr>
          <p:cNvPr id="9" name="Title 1">
            <a:extLst>
              <a:ext uri="{FF2B5EF4-FFF2-40B4-BE49-F238E27FC236}">
                <a16:creationId xmlns:a16="http://schemas.microsoft.com/office/drawing/2014/main" id="{B99B87A2-8960-403D-AE0D-D54946272206}"/>
              </a:ext>
            </a:extLst>
          </p:cNvPr>
          <p:cNvSpPr>
            <a:spLocks noGrp="1"/>
          </p:cNvSpPr>
          <p:nvPr>
            <p:ph type="title" hasCustomPrompt="1"/>
          </p:nvPr>
        </p:nvSpPr>
        <p:spPr>
          <a:xfrm>
            <a:off x="1143000" y="1912938"/>
            <a:ext cx="3810001" cy="1325563"/>
          </a:xfrm>
          <a:prstGeom prst="rect">
            <a:avLst/>
          </a:prstGeom>
        </p:spPr>
        <p:txBody>
          <a:bodyPr lIns="0" anchor="b"/>
          <a:lstStyle>
            <a:lvl1pPr>
              <a:defRPr lang="en-US" sz="3000" b="1" kern="1200" dirty="0">
                <a:solidFill>
                  <a:schemeClr val="tx2"/>
                </a:solidFill>
                <a:latin typeface="Arial" panose="020B0604020202020204" pitchFamily="34" charset="0"/>
                <a:ea typeface="+mn-ea"/>
                <a:cs typeface="Arial" panose="020B0604020202020204" pitchFamily="34" charset="0"/>
              </a:defRPr>
            </a:lvl1pPr>
          </a:lstStyle>
          <a:p>
            <a:r>
              <a:rPr lang="en-US"/>
              <a:t>Click to edit slide title</a:t>
            </a:r>
          </a:p>
        </p:txBody>
      </p:sp>
      <p:sp>
        <p:nvSpPr>
          <p:cNvPr id="11" name="Content Placeholder 13">
            <a:extLst>
              <a:ext uri="{FF2B5EF4-FFF2-40B4-BE49-F238E27FC236}">
                <a16:creationId xmlns:a16="http://schemas.microsoft.com/office/drawing/2014/main" id="{29354FF4-9871-4E1B-A45A-ABAA2BE2B69B}"/>
              </a:ext>
            </a:extLst>
          </p:cNvPr>
          <p:cNvSpPr>
            <a:spLocks noGrp="1"/>
          </p:cNvSpPr>
          <p:nvPr>
            <p:ph sz="quarter" idx="21"/>
          </p:nvPr>
        </p:nvSpPr>
        <p:spPr>
          <a:xfrm>
            <a:off x="1162049" y="3644194"/>
            <a:ext cx="3810000" cy="2857500"/>
          </a:xfrm>
          <a:prstGeom prst="rect">
            <a:avLst/>
          </a:prstGeom>
        </p:spPr>
        <p:txBody>
          <a:bodyPr/>
          <a:lstStyle>
            <a:lvl1pPr>
              <a:defRPr sz="2333"/>
            </a:lvl1pPr>
            <a:lvl2pPr marL="685773" indent="-228591">
              <a:buFont typeface="Wingdings" panose="05000000000000000000" pitchFamily="2" charset="2"/>
              <a:buChar char="§"/>
              <a:defRPr sz="2000"/>
            </a:lvl2pPr>
            <a:lvl3pPr marL="1142954" indent="-228591">
              <a:buFont typeface="Wingdings" panose="05000000000000000000" pitchFamily="2" charset="2"/>
              <a:buChar char="ü"/>
              <a:defRPr sz="1667"/>
            </a:lvl3pPr>
            <a:lvl4pPr>
              <a:defRPr sz="1500"/>
            </a:lvl4pPr>
            <a:lvl5pPr marL="2057318" indent="-228591">
              <a:buFont typeface="Wingdings" panose="05000000000000000000" pitchFamily="2" charset="2"/>
              <a:buChar char="§"/>
              <a:defRPr sz="1333"/>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Date Placeholder 1">
            <a:extLst>
              <a:ext uri="{FF2B5EF4-FFF2-40B4-BE49-F238E27FC236}">
                <a16:creationId xmlns:a16="http://schemas.microsoft.com/office/drawing/2014/main" id="{47EFCEB6-2E27-4C42-A1E5-AC8A8BA83783}"/>
              </a:ext>
            </a:extLst>
          </p:cNvPr>
          <p:cNvSpPr>
            <a:spLocks noGrp="1"/>
          </p:cNvSpPr>
          <p:nvPr>
            <p:ph type="dt" sz="half" idx="2"/>
          </p:nvPr>
        </p:nvSpPr>
        <p:spPr>
          <a:xfrm>
            <a:off x="8919507" y="6495963"/>
            <a:ext cx="2590006" cy="362038"/>
          </a:xfrm>
          <a:prstGeom prst="rect">
            <a:avLst/>
          </a:prstGeom>
        </p:spPr>
        <p:txBody>
          <a:bodyPr vert="horz" lIns="91440" tIns="45720" rIns="91440" bIns="45720" rtlCol="0" anchor="ctr"/>
          <a:lstStyle>
            <a:lvl1pPr algn="r">
              <a:defRPr sz="1000">
                <a:solidFill>
                  <a:schemeClr val="tx1">
                    <a:tint val="75000"/>
                  </a:schemeClr>
                </a:solidFill>
              </a:defRPr>
            </a:lvl1pPr>
          </a:lstStyle>
          <a:p>
            <a:fld id="{832F53A4-F3E1-4EF4-8D83-41D423C56C55}" type="datetimeFigureOut">
              <a:rPr lang="en-US" smtClean="0"/>
              <a:t>4/23/2026</a:t>
            </a:fld>
            <a:endParaRPr lang="en-US"/>
          </a:p>
        </p:txBody>
      </p:sp>
      <p:sp>
        <p:nvSpPr>
          <p:cNvPr id="15" name="Footer Placeholder 2">
            <a:extLst>
              <a:ext uri="{FF2B5EF4-FFF2-40B4-BE49-F238E27FC236}">
                <a16:creationId xmlns:a16="http://schemas.microsoft.com/office/drawing/2014/main" id="{A86FAFB9-0DC0-4AB0-9E8B-6EC7C8ABAAF1}"/>
              </a:ext>
            </a:extLst>
          </p:cNvPr>
          <p:cNvSpPr>
            <a:spLocks noGrp="1"/>
          </p:cNvSpPr>
          <p:nvPr>
            <p:ph type="ftr" sz="quarter" idx="3"/>
          </p:nvPr>
        </p:nvSpPr>
        <p:spPr>
          <a:xfrm>
            <a:off x="774372" y="6477000"/>
            <a:ext cx="10006518" cy="365125"/>
          </a:xfrm>
          <a:prstGeom prst="rect">
            <a:avLst/>
          </a:prstGeom>
        </p:spPr>
        <p:txBody>
          <a:bodyPr vert="horz" lIns="91440" tIns="45720" rIns="91440" bIns="45720" rtlCol="0" anchor="ctr"/>
          <a:lstStyle>
            <a:lvl1pPr algn="ctr">
              <a:defRPr sz="1000">
                <a:solidFill>
                  <a:schemeClr val="tx1">
                    <a:tint val="75000"/>
                  </a:schemeClr>
                </a:solidFill>
              </a:defRPr>
            </a:lvl1pPr>
          </a:lstStyle>
          <a:p>
            <a:endParaRPr lang="en-US"/>
          </a:p>
        </p:txBody>
      </p:sp>
    </p:spTree>
    <p:extLst>
      <p:ext uri="{BB962C8B-B14F-4D97-AF65-F5344CB8AC3E}">
        <p14:creationId xmlns:p14="http://schemas.microsoft.com/office/powerpoint/2010/main" val="352299390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arge Text Box">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49C90B8-4BAF-9A46-98DB-81259C436289}"/>
              </a:ext>
            </a:extLst>
          </p:cNvPr>
          <p:cNvSpPr/>
          <p:nvPr/>
        </p:nvSpPr>
        <p:spPr>
          <a:xfrm>
            <a:off x="4191000" y="0"/>
            <a:ext cx="8001000" cy="6858000"/>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00"/>
          </a:p>
        </p:txBody>
      </p:sp>
      <p:sp>
        <p:nvSpPr>
          <p:cNvPr id="13" name="Slide Number Placeholder 3">
            <a:extLst>
              <a:ext uri="{FF2B5EF4-FFF2-40B4-BE49-F238E27FC236}">
                <a16:creationId xmlns:a16="http://schemas.microsoft.com/office/drawing/2014/main" id="{3338E046-DF9E-FC49-A812-491AB8058B4E}"/>
              </a:ext>
            </a:extLst>
          </p:cNvPr>
          <p:cNvSpPr>
            <a:spLocks noGrp="1"/>
          </p:cNvSpPr>
          <p:nvPr>
            <p:ph type="sldNum" sz="quarter" idx="12"/>
          </p:nvPr>
        </p:nvSpPr>
        <p:spPr>
          <a:xfrm>
            <a:off x="11661914" y="6477000"/>
            <a:ext cx="377686" cy="381000"/>
          </a:xfrm>
          <a:prstGeom prst="rect">
            <a:avLst/>
          </a:prstGeom>
        </p:spPr>
        <p:txBody>
          <a:bodyPr lIns="0" tIns="0" rIns="0" bIns="0" anchor="ctr" anchorCtr="0"/>
          <a:lstStyle>
            <a:lvl1pPr algn="r">
              <a:defRPr sz="1000">
                <a:solidFill>
                  <a:srgbClr val="B3B3B3"/>
                </a:solidFill>
                <a:latin typeface="Arial" panose="020B0604020202020204" pitchFamily="34" charset="0"/>
                <a:cs typeface="Arial" panose="020B0604020202020204" pitchFamily="34" charset="0"/>
              </a:defRPr>
            </a:lvl1pPr>
          </a:lstStyle>
          <a:p>
            <a:fld id="{9E4E550C-4B88-4802-A5F6-391898D47B36}" type="slidenum">
              <a:rPr lang="en-US" smtClean="0"/>
              <a:t>‹#›</a:t>
            </a:fld>
            <a:endParaRPr lang="en-US"/>
          </a:p>
        </p:txBody>
      </p:sp>
      <p:sp>
        <p:nvSpPr>
          <p:cNvPr id="12" name="Content Placeholder 4">
            <a:extLst>
              <a:ext uri="{FF2B5EF4-FFF2-40B4-BE49-F238E27FC236}">
                <a16:creationId xmlns:a16="http://schemas.microsoft.com/office/drawing/2014/main" id="{F0C408BC-A7DE-4A08-AD26-56414D2DD808}"/>
              </a:ext>
            </a:extLst>
          </p:cNvPr>
          <p:cNvSpPr>
            <a:spLocks noGrp="1"/>
          </p:cNvSpPr>
          <p:nvPr>
            <p:ph sz="quarter" idx="20"/>
          </p:nvPr>
        </p:nvSpPr>
        <p:spPr>
          <a:xfrm>
            <a:off x="5358868" y="380999"/>
            <a:ext cx="6477000" cy="6096000"/>
          </a:xfrm>
          <a:prstGeom prst="rect">
            <a:avLst/>
          </a:prstGeom>
        </p:spPr>
        <p:txBody>
          <a:bodyPr/>
          <a:lstStyle>
            <a:lvl1pPr>
              <a:defRPr sz="2333">
                <a:latin typeface="Arial" panose="020B0604020202020204" pitchFamily="34" charset="0"/>
                <a:cs typeface="Arial" panose="020B0604020202020204" pitchFamily="34" charset="0"/>
              </a:defRPr>
            </a:lvl1pPr>
            <a:lvl2pPr marL="685773" indent="-228591">
              <a:buFont typeface="Wingdings" panose="05000000000000000000" pitchFamily="2" charset="2"/>
              <a:buChar char="§"/>
              <a:defRPr sz="2000">
                <a:latin typeface="Arial" panose="020B0604020202020204" pitchFamily="34" charset="0"/>
                <a:cs typeface="Arial" panose="020B0604020202020204" pitchFamily="34" charset="0"/>
              </a:defRPr>
            </a:lvl2pPr>
            <a:lvl3pPr marL="1142954" indent="-228591">
              <a:buFont typeface="Wingdings" panose="05000000000000000000" pitchFamily="2" charset="2"/>
              <a:buChar char="ü"/>
              <a:defRPr sz="1667">
                <a:latin typeface="Arial" panose="020B0604020202020204" pitchFamily="34" charset="0"/>
                <a:cs typeface="Arial" panose="020B0604020202020204" pitchFamily="34" charset="0"/>
              </a:defRPr>
            </a:lvl3pPr>
            <a:lvl4pPr>
              <a:defRPr sz="1500">
                <a:latin typeface="Arial" panose="020B0604020202020204" pitchFamily="34" charset="0"/>
                <a:cs typeface="Arial" panose="020B0604020202020204" pitchFamily="34" charset="0"/>
              </a:defRPr>
            </a:lvl4pPr>
            <a:lvl5pPr marL="2057318" indent="-228591">
              <a:buFont typeface="Wingdings" panose="05000000000000000000" pitchFamily="2" charset="2"/>
              <a:buChar char="§"/>
              <a:defRPr sz="1333">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A3C58F0F-5237-4527-BB8E-6EEF623543BB}"/>
              </a:ext>
            </a:extLst>
          </p:cNvPr>
          <p:cNvSpPr>
            <a:spLocks noGrp="1"/>
          </p:cNvSpPr>
          <p:nvPr>
            <p:ph sz="quarter" idx="21"/>
          </p:nvPr>
        </p:nvSpPr>
        <p:spPr>
          <a:xfrm>
            <a:off x="1162049" y="3644194"/>
            <a:ext cx="3810000" cy="2857500"/>
          </a:xfrm>
          <a:prstGeom prst="rect">
            <a:avLst/>
          </a:prstGeom>
        </p:spPr>
        <p:txBody>
          <a:bodyPr/>
          <a:lstStyle>
            <a:lvl1pPr>
              <a:defRPr sz="2333"/>
            </a:lvl1pPr>
            <a:lvl2pPr marL="685773" indent="-228591">
              <a:buFont typeface="Wingdings" panose="05000000000000000000" pitchFamily="2" charset="2"/>
              <a:buChar char="§"/>
              <a:defRPr sz="2000"/>
            </a:lvl2pPr>
            <a:lvl3pPr marL="1142954" indent="-228591">
              <a:buFont typeface="Wingdings" panose="05000000000000000000" pitchFamily="2" charset="2"/>
              <a:buChar char="ü"/>
              <a:defRPr sz="1667"/>
            </a:lvl3pPr>
            <a:lvl4pPr>
              <a:defRPr sz="1500"/>
            </a:lvl4pPr>
            <a:lvl5pPr marL="2057318" indent="-228591">
              <a:buFont typeface="Wingdings" panose="05000000000000000000" pitchFamily="2" charset="2"/>
              <a:buChar char="§"/>
              <a:defRPr sz="1333"/>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Date Placeholder 1">
            <a:extLst>
              <a:ext uri="{FF2B5EF4-FFF2-40B4-BE49-F238E27FC236}">
                <a16:creationId xmlns:a16="http://schemas.microsoft.com/office/drawing/2014/main" id="{33D0FD2D-15F4-4320-9C04-2023CAB47E08}"/>
              </a:ext>
            </a:extLst>
          </p:cNvPr>
          <p:cNvSpPr>
            <a:spLocks noGrp="1"/>
          </p:cNvSpPr>
          <p:nvPr>
            <p:ph type="dt" sz="half" idx="2"/>
          </p:nvPr>
        </p:nvSpPr>
        <p:spPr>
          <a:xfrm>
            <a:off x="8919507" y="6495963"/>
            <a:ext cx="2590006" cy="362038"/>
          </a:xfrm>
          <a:prstGeom prst="rect">
            <a:avLst/>
          </a:prstGeom>
        </p:spPr>
        <p:txBody>
          <a:bodyPr vert="horz" lIns="91440" tIns="45720" rIns="91440" bIns="45720" rtlCol="0" anchor="ctr"/>
          <a:lstStyle>
            <a:lvl1pPr algn="r">
              <a:defRPr sz="1000">
                <a:solidFill>
                  <a:schemeClr val="tx1">
                    <a:tint val="75000"/>
                  </a:schemeClr>
                </a:solidFill>
              </a:defRPr>
            </a:lvl1pPr>
          </a:lstStyle>
          <a:p>
            <a:fld id="{832F53A4-F3E1-4EF4-8D83-41D423C56C55}" type="datetimeFigureOut">
              <a:rPr lang="en-US" smtClean="0"/>
              <a:t>4/23/2026</a:t>
            </a:fld>
            <a:endParaRPr lang="en-US"/>
          </a:p>
        </p:txBody>
      </p:sp>
      <p:sp>
        <p:nvSpPr>
          <p:cNvPr id="19" name="Footer Placeholder 2">
            <a:extLst>
              <a:ext uri="{FF2B5EF4-FFF2-40B4-BE49-F238E27FC236}">
                <a16:creationId xmlns:a16="http://schemas.microsoft.com/office/drawing/2014/main" id="{08FBEF60-4239-4E67-A385-B22B813AD40B}"/>
              </a:ext>
            </a:extLst>
          </p:cNvPr>
          <p:cNvSpPr>
            <a:spLocks noGrp="1"/>
          </p:cNvSpPr>
          <p:nvPr>
            <p:ph type="ftr" sz="quarter" idx="3"/>
          </p:nvPr>
        </p:nvSpPr>
        <p:spPr>
          <a:xfrm>
            <a:off x="774372" y="6477000"/>
            <a:ext cx="10006518" cy="365125"/>
          </a:xfrm>
          <a:prstGeom prst="rect">
            <a:avLst/>
          </a:prstGeom>
        </p:spPr>
        <p:txBody>
          <a:bodyPr vert="horz" lIns="91440" tIns="45720" rIns="91440" bIns="45720" rtlCol="0" anchor="ctr"/>
          <a:lstStyle>
            <a:lvl1pPr algn="ctr">
              <a:defRPr sz="1000">
                <a:solidFill>
                  <a:schemeClr val="tx1">
                    <a:tint val="75000"/>
                  </a:schemeClr>
                </a:solidFill>
              </a:defRPr>
            </a:lvl1pPr>
          </a:lstStyle>
          <a:p>
            <a:endParaRPr lang="en-US"/>
          </a:p>
        </p:txBody>
      </p:sp>
      <p:sp>
        <p:nvSpPr>
          <p:cNvPr id="20" name="Title 1">
            <a:extLst>
              <a:ext uri="{FF2B5EF4-FFF2-40B4-BE49-F238E27FC236}">
                <a16:creationId xmlns:a16="http://schemas.microsoft.com/office/drawing/2014/main" id="{77614967-FAA9-4DA9-B7DE-539AA8923534}"/>
              </a:ext>
            </a:extLst>
          </p:cNvPr>
          <p:cNvSpPr>
            <a:spLocks noGrp="1"/>
          </p:cNvSpPr>
          <p:nvPr>
            <p:ph type="title" hasCustomPrompt="1"/>
          </p:nvPr>
        </p:nvSpPr>
        <p:spPr>
          <a:xfrm>
            <a:off x="1143000" y="1912938"/>
            <a:ext cx="3810001" cy="1325563"/>
          </a:xfrm>
          <a:prstGeom prst="rect">
            <a:avLst/>
          </a:prstGeom>
        </p:spPr>
        <p:txBody>
          <a:bodyPr lIns="0" anchor="b"/>
          <a:lstStyle>
            <a:lvl1pPr>
              <a:defRPr lang="en-US" sz="3000" b="1" kern="1200" dirty="0">
                <a:solidFill>
                  <a:schemeClr val="tx2"/>
                </a:solidFill>
                <a:latin typeface="Arial" panose="020B0604020202020204" pitchFamily="34" charset="0"/>
                <a:ea typeface="+mn-ea"/>
                <a:cs typeface="Arial" panose="020B0604020202020204" pitchFamily="34" charset="0"/>
              </a:defRPr>
            </a:lvl1pPr>
          </a:lstStyle>
          <a:p>
            <a:r>
              <a:rPr lang="en-US"/>
              <a:t>Click to edit slide title</a:t>
            </a:r>
          </a:p>
        </p:txBody>
      </p:sp>
    </p:spTree>
    <p:extLst>
      <p:ext uri="{BB962C8B-B14F-4D97-AF65-F5344CB8AC3E}">
        <p14:creationId xmlns:p14="http://schemas.microsoft.com/office/powerpoint/2010/main" val="419824280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D96EEDE-6486-774B-B0E3-751BBA42CE35}"/>
              </a:ext>
            </a:extLst>
          </p:cNvPr>
          <p:cNvSpPr/>
          <p:nvPr/>
        </p:nvSpPr>
        <p:spPr>
          <a:xfrm>
            <a:off x="4191000" y="0"/>
            <a:ext cx="8001000" cy="6858000"/>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00"/>
          </a:p>
        </p:txBody>
      </p:sp>
      <p:sp>
        <p:nvSpPr>
          <p:cNvPr id="4" name="Slide Number Placeholder 3"/>
          <p:cNvSpPr>
            <a:spLocks noGrp="1"/>
          </p:cNvSpPr>
          <p:nvPr>
            <p:ph type="sldNum" sz="quarter" idx="12"/>
          </p:nvPr>
        </p:nvSpPr>
        <p:spPr>
          <a:xfrm>
            <a:off x="11661914" y="6477000"/>
            <a:ext cx="377686" cy="381000"/>
          </a:xfrm>
          <a:prstGeom prst="rect">
            <a:avLst/>
          </a:prstGeom>
        </p:spPr>
        <p:txBody>
          <a:bodyPr lIns="0" tIns="0" rIns="0" bIns="0" anchor="ctr" anchorCtr="0"/>
          <a:lstStyle>
            <a:lvl1pPr algn="r">
              <a:defRPr sz="1000">
                <a:solidFill>
                  <a:srgbClr val="B3B3B3"/>
                </a:solidFill>
                <a:latin typeface="Arial" panose="020B0604020202020204" pitchFamily="34" charset="0"/>
                <a:cs typeface="Arial" panose="020B0604020202020204" pitchFamily="34" charset="0"/>
              </a:defRPr>
            </a:lvl1pPr>
          </a:lstStyle>
          <a:p>
            <a:fld id="{9E4E550C-4B88-4802-A5F6-391898D47B36}" type="slidenum">
              <a:rPr lang="en-US" smtClean="0"/>
              <a:t>‹#›</a:t>
            </a:fld>
            <a:endParaRPr lang="en-US"/>
          </a:p>
        </p:txBody>
      </p:sp>
      <p:sp>
        <p:nvSpPr>
          <p:cNvPr id="6" name="Title 1">
            <a:extLst>
              <a:ext uri="{FF2B5EF4-FFF2-40B4-BE49-F238E27FC236}">
                <a16:creationId xmlns:a16="http://schemas.microsoft.com/office/drawing/2014/main" id="{7C1406DC-BAEC-4717-8F68-46C92F16638A}"/>
              </a:ext>
            </a:extLst>
          </p:cNvPr>
          <p:cNvSpPr>
            <a:spLocks noGrp="1"/>
          </p:cNvSpPr>
          <p:nvPr>
            <p:ph type="title" hasCustomPrompt="1"/>
          </p:nvPr>
        </p:nvSpPr>
        <p:spPr>
          <a:xfrm>
            <a:off x="2667000" y="225778"/>
            <a:ext cx="9144000" cy="1092483"/>
          </a:xfrm>
          <a:prstGeom prst="rect">
            <a:avLst/>
          </a:prstGeom>
        </p:spPr>
        <p:txBody>
          <a:bodyPr lIns="0" anchor="b"/>
          <a:lstStyle>
            <a:lvl1pPr>
              <a:defRPr lang="en-US" sz="3000" b="1" kern="1200" dirty="0">
                <a:solidFill>
                  <a:schemeClr val="tx2"/>
                </a:solidFill>
                <a:latin typeface="Arial" panose="020B0604020202020204" pitchFamily="34" charset="0"/>
                <a:ea typeface="+mn-ea"/>
                <a:cs typeface="Arial" panose="020B0604020202020204" pitchFamily="34" charset="0"/>
              </a:defRPr>
            </a:lvl1pPr>
          </a:lstStyle>
          <a:p>
            <a:r>
              <a:rPr lang="en-US"/>
              <a:t>Click to edit slide title</a:t>
            </a:r>
          </a:p>
        </p:txBody>
      </p:sp>
      <p:sp>
        <p:nvSpPr>
          <p:cNvPr id="10" name="Content Placeholder 4">
            <a:extLst>
              <a:ext uri="{FF2B5EF4-FFF2-40B4-BE49-F238E27FC236}">
                <a16:creationId xmlns:a16="http://schemas.microsoft.com/office/drawing/2014/main" id="{028E3363-7137-4431-9927-3AE087A5B2BE}"/>
              </a:ext>
            </a:extLst>
          </p:cNvPr>
          <p:cNvSpPr>
            <a:spLocks noGrp="1"/>
          </p:cNvSpPr>
          <p:nvPr>
            <p:ph sz="quarter" idx="20"/>
          </p:nvPr>
        </p:nvSpPr>
        <p:spPr>
          <a:xfrm>
            <a:off x="1143000" y="1714500"/>
            <a:ext cx="10668000" cy="4572001"/>
          </a:xfrm>
          <a:prstGeom prst="rect">
            <a:avLst/>
          </a:prstGeom>
        </p:spPr>
        <p:txBody>
          <a:bodyPr/>
          <a:lstStyle>
            <a:lvl1pPr>
              <a:defRPr sz="2333">
                <a:latin typeface="Arial" panose="020B0604020202020204" pitchFamily="34" charset="0"/>
                <a:cs typeface="Arial" panose="020B0604020202020204" pitchFamily="34" charset="0"/>
              </a:defRPr>
            </a:lvl1pPr>
            <a:lvl2pPr marL="685773" indent="-228591">
              <a:buFont typeface="Wingdings" panose="05000000000000000000" pitchFamily="2" charset="2"/>
              <a:buChar char="§"/>
              <a:defRPr sz="2000">
                <a:latin typeface="Arial" panose="020B0604020202020204" pitchFamily="34" charset="0"/>
                <a:cs typeface="Arial" panose="020B0604020202020204" pitchFamily="34" charset="0"/>
              </a:defRPr>
            </a:lvl2pPr>
            <a:lvl3pPr marL="1142954" indent="-228591">
              <a:buFont typeface="Wingdings" panose="05000000000000000000" pitchFamily="2" charset="2"/>
              <a:buChar char="ü"/>
              <a:defRPr sz="1667">
                <a:latin typeface="Arial" panose="020B0604020202020204" pitchFamily="34" charset="0"/>
                <a:cs typeface="Arial" panose="020B0604020202020204" pitchFamily="34" charset="0"/>
              </a:defRPr>
            </a:lvl3pPr>
            <a:lvl4pPr>
              <a:defRPr sz="1500">
                <a:latin typeface="Arial" panose="020B0604020202020204" pitchFamily="34" charset="0"/>
                <a:cs typeface="Arial" panose="020B0604020202020204" pitchFamily="34" charset="0"/>
              </a:defRPr>
            </a:lvl4pPr>
            <a:lvl5pPr marL="2057318" indent="-228591">
              <a:buFont typeface="Wingdings" panose="05000000000000000000" pitchFamily="2" charset="2"/>
              <a:buChar char="§"/>
              <a:defRPr sz="1333">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Date Placeholder 1">
            <a:extLst>
              <a:ext uri="{FF2B5EF4-FFF2-40B4-BE49-F238E27FC236}">
                <a16:creationId xmlns:a16="http://schemas.microsoft.com/office/drawing/2014/main" id="{E76F451D-D169-4CA9-91EE-97F19A35C6DE}"/>
              </a:ext>
            </a:extLst>
          </p:cNvPr>
          <p:cNvSpPr>
            <a:spLocks noGrp="1"/>
          </p:cNvSpPr>
          <p:nvPr>
            <p:ph type="dt" sz="half" idx="2"/>
          </p:nvPr>
        </p:nvSpPr>
        <p:spPr>
          <a:xfrm>
            <a:off x="8919507" y="6495963"/>
            <a:ext cx="2590006" cy="362038"/>
          </a:xfrm>
          <a:prstGeom prst="rect">
            <a:avLst/>
          </a:prstGeom>
        </p:spPr>
        <p:txBody>
          <a:bodyPr vert="horz" lIns="91440" tIns="45720" rIns="91440" bIns="45720" rtlCol="0" anchor="ctr"/>
          <a:lstStyle>
            <a:lvl1pPr algn="r">
              <a:defRPr sz="1000">
                <a:solidFill>
                  <a:schemeClr val="tx1">
                    <a:tint val="75000"/>
                  </a:schemeClr>
                </a:solidFill>
              </a:defRPr>
            </a:lvl1pPr>
          </a:lstStyle>
          <a:p>
            <a:fld id="{832F53A4-F3E1-4EF4-8D83-41D423C56C55}" type="datetimeFigureOut">
              <a:rPr lang="en-US" smtClean="0"/>
              <a:t>4/23/2026</a:t>
            </a:fld>
            <a:endParaRPr lang="en-US"/>
          </a:p>
        </p:txBody>
      </p:sp>
      <p:sp>
        <p:nvSpPr>
          <p:cNvPr id="15" name="Footer Placeholder 2">
            <a:extLst>
              <a:ext uri="{FF2B5EF4-FFF2-40B4-BE49-F238E27FC236}">
                <a16:creationId xmlns:a16="http://schemas.microsoft.com/office/drawing/2014/main" id="{8A19F790-0343-4862-A140-1B409986B7FB}"/>
              </a:ext>
            </a:extLst>
          </p:cNvPr>
          <p:cNvSpPr>
            <a:spLocks noGrp="1"/>
          </p:cNvSpPr>
          <p:nvPr>
            <p:ph type="ftr" sz="quarter" idx="3"/>
          </p:nvPr>
        </p:nvSpPr>
        <p:spPr>
          <a:xfrm>
            <a:off x="774372" y="6477000"/>
            <a:ext cx="10006518" cy="365125"/>
          </a:xfrm>
          <a:prstGeom prst="rect">
            <a:avLst/>
          </a:prstGeom>
        </p:spPr>
        <p:txBody>
          <a:bodyPr vert="horz" lIns="91440" tIns="45720" rIns="91440" bIns="45720" rtlCol="0" anchor="ctr"/>
          <a:lstStyle>
            <a:lvl1pPr algn="ctr">
              <a:defRPr sz="1000">
                <a:solidFill>
                  <a:schemeClr val="tx1">
                    <a:tint val="75000"/>
                  </a:schemeClr>
                </a:solidFill>
              </a:defRPr>
            </a:lvl1pPr>
          </a:lstStyle>
          <a:p>
            <a:endParaRPr lang="en-US"/>
          </a:p>
        </p:txBody>
      </p:sp>
    </p:spTree>
    <p:extLst>
      <p:ext uri="{BB962C8B-B14F-4D97-AF65-F5344CB8AC3E}">
        <p14:creationId xmlns:p14="http://schemas.microsoft.com/office/powerpoint/2010/main" val="353522266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4-Picture Gri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49C90B8-4BAF-9A46-98DB-81259C436289}"/>
              </a:ext>
            </a:extLst>
          </p:cNvPr>
          <p:cNvSpPr/>
          <p:nvPr/>
        </p:nvSpPr>
        <p:spPr>
          <a:xfrm>
            <a:off x="4191000" y="0"/>
            <a:ext cx="8001000" cy="6858000"/>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00"/>
          </a:p>
        </p:txBody>
      </p:sp>
      <p:sp>
        <p:nvSpPr>
          <p:cNvPr id="3" name="Picture Placeholder 2">
            <a:extLst>
              <a:ext uri="{FF2B5EF4-FFF2-40B4-BE49-F238E27FC236}">
                <a16:creationId xmlns:a16="http://schemas.microsoft.com/office/drawing/2014/main" id="{3DEE2FC3-856F-2F4B-A52D-94189159AC19}"/>
              </a:ext>
            </a:extLst>
          </p:cNvPr>
          <p:cNvSpPr>
            <a:spLocks noGrp="1"/>
          </p:cNvSpPr>
          <p:nvPr>
            <p:ph type="pic" sz="quarter" idx="10"/>
          </p:nvPr>
        </p:nvSpPr>
        <p:spPr>
          <a:xfrm>
            <a:off x="5334000" y="381000"/>
            <a:ext cx="3048000" cy="2857500"/>
          </a:xfrm>
          <a:prstGeom prst="rect">
            <a:avLst/>
          </a:prstGeom>
          <a:solidFill>
            <a:srgbClr val="B3B3B3"/>
          </a:solidFill>
        </p:spPr>
        <p:txBody>
          <a:bodyPr lIns="0" tIns="0" rIns="0" bIns="0" anchor="ctr" anchorCtr="0"/>
          <a:lstStyle>
            <a:lvl1pPr marL="0" indent="0" algn="ctr">
              <a:buNone/>
              <a:defRPr sz="1500">
                <a:solidFill>
                  <a:srgbClr val="000000"/>
                </a:solidFill>
                <a:latin typeface="Arial" panose="020B0604020202020204" pitchFamily="34" charset="0"/>
                <a:cs typeface="Arial" panose="020B0604020202020204" pitchFamily="34" charset="0"/>
              </a:defRPr>
            </a:lvl1pPr>
          </a:lstStyle>
          <a:p>
            <a:r>
              <a:rPr lang="en-US"/>
              <a:t>Click icon to add picture</a:t>
            </a:r>
          </a:p>
        </p:txBody>
      </p:sp>
      <p:sp>
        <p:nvSpPr>
          <p:cNvPr id="7" name="Picture Placeholder 2">
            <a:extLst>
              <a:ext uri="{FF2B5EF4-FFF2-40B4-BE49-F238E27FC236}">
                <a16:creationId xmlns:a16="http://schemas.microsoft.com/office/drawing/2014/main" id="{FD00854A-4EC7-2D48-A025-5B0B48548BC7}"/>
              </a:ext>
            </a:extLst>
          </p:cNvPr>
          <p:cNvSpPr>
            <a:spLocks noGrp="1"/>
          </p:cNvSpPr>
          <p:nvPr>
            <p:ph type="pic" sz="quarter" idx="11"/>
          </p:nvPr>
        </p:nvSpPr>
        <p:spPr>
          <a:xfrm>
            <a:off x="8763000" y="381000"/>
            <a:ext cx="3048000" cy="2857500"/>
          </a:xfrm>
          <a:prstGeom prst="rect">
            <a:avLst/>
          </a:prstGeom>
          <a:solidFill>
            <a:srgbClr val="B3B3B3"/>
          </a:solidFill>
        </p:spPr>
        <p:txBody>
          <a:bodyPr lIns="0" tIns="0" rIns="0" bIns="0" anchor="ctr" anchorCtr="0"/>
          <a:lstStyle>
            <a:lvl1pPr marL="0" indent="0" algn="ctr">
              <a:buNone/>
              <a:defRPr sz="1500">
                <a:solidFill>
                  <a:srgbClr val="000000"/>
                </a:solidFill>
                <a:latin typeface="Arial" panose="020B0604020202020204" pitchFamily="34" charset="0"/>
                <a:cs typeface="Arial" panose="020B0604020202020204" pitchFamily="34" charset="0"/>
              </a:defRPr>
            </a:lvl1pPr>
          </a:lstStyle>
          <a:p>
            <a:r>
              <a:rPr lang="en-US"/>
              <a:t>Click icon to add picture</a:t>
            </a:r>
          </a:p>
        </p:txBody>
      </p:sp>
      <p:sp>
        <p:nvSpPr>
          <p:cNvPr id="8" name="Picture Placeholder 2">
            <a:extLst>
              <a:ext uri="{FF2B5EF4-FFF2-40B4-BE49-F238E27FC236}">
                <a16:creationId xmlns:a16="http://schemas.microsoft.com/office/drawing/2014/main" id="{67A8C708-D197-CF47-8089-89928BE1E302}"/>
              </a:ext>
            </a:extLst>
          </p:cNvPr>
          <p:cNvSpPr>
            <a:spLocks noGrp="1"/>
          </p:cNvSpPr>
          <p:nvPr>
            <p:ph type="pic" sz="quarter" idx="12"/>
          </p:nvPr>
        </p:nvSpPr>
        <p:spPr>
          <a:xfrm>
            <a:off x="5334000" y="3619500"/>
            <a:ext cx="3048000" cy="2857500"/>
          </a:xfrm>
          <a:prstGeom prst="rect">
            <a:avLst/>
          </a:prstGeom>
          <a:solidFill>
            <a:srgbClr val="B3B3B3"/>
          </a:solidFill>
        </p:spPr>
        <p:txBody>
          <a:bodyPr lIns="0" tIns="0" rIns="0" bIns="0" anchor="ctr" anchorCtr="0"/>
          <a:lstStyle>
            <a:lvl1pPr marL="0" indent="0" algn="ctr">
              <a:buNone/>
              <a:defRPr sz="1500">
                <a:solidFill>
                  <a:srgbClr val="000000"/>
                </a:solidFill>
                <a:latin typeface="Arial" panose="020B0604020202020204" pitchFamily="34" charset="0"/>
                <a:cs typeface="Arial" panose="020B0604020202020204" pitchFamily="34" charset="0"/>
              </a:defRPr>
            </a:lvl1pPr>
          </a:lstStyle>
          <a:p>
            <a:r>
              <a:rPr lang="en-US"/>
              <a:t>Click icon to add picture</a:t>
            </a:r>
          </a:p>
        </p:txBody>
      </p:sp>
      <p:sp>
        <p:nvSpPr>
          <p:cNvPr id="12" name="Picture Placeholder 2">
            <a:extLst>
              <a:ext uri="{FF2B5EF4-FFF2-40B4-BE49-F238E27FC236}">
                <a16:creationId xmlns:a16="http://schemas.microsoft.com/office/drawing/2014/main" id="{3C4D2EBC-B863-FD49-A9DF-1381563078DA}"/>
              </a:ext>
            </a:extLst>
          </p:cNvPr>
          <p:cNvSpPr>
            <a:spLocks noGrp="1"/>
          </p:cNvSpPr>
          <p:nvPr>
            <p:ph type="pic" sz="quarter" idx="13"/>
          </p:nvPr>
        </p:nvSpPr>
        <p:spPr>
          <a:xfrm>
            <a:off x="8763000" y="3619500"/>
            <a:ext cx="3048000" cy="2857500"/>
          </a:xfrm>
          <a:prstGeom prst="rect">
            <a:avLst/>
          </a:prstGeom>
          <a:solidFill>
            <a:srgbClr val="B3B3B3"/>
          </a:solidFill>
        </p:spPr>
        <p:txBody>
          <a:bodyPr lIns="0" tIns="0" rIns="0" bIns="0" anchor="ctr" anchorCtr="0"/>
          <a:lstStyle>
            <a:lvl1pPr marL="0" indent="0" algn="ctr">
              <a:buNone/>
              <a:defRPr sz="1500">
                <a:solidFill>
                  <a:srgbClr val="000000"/>
                </a:solidFill>
                <a:latin typeface="Arial" panose="020B0604020202020204" pitchFamily="34" charset="0"/>
                <a:cs typeface="Arial" panose="020B0604020202020204" pitchFamily="34" charset="0"/>
              </a:defRPr>
            </a:lvl1pPr>
          </a:lstStyle>
          <a:p>
            <a:r>
              <a:rPr lang="en-US"/>
              <a:t>Click icon to add picture</a:t>
            </a:r>
          </a:p>
        </p:txBody>
      </p:sp>
      <p:sp>
        <p:nvSpPr>
          <p:cNvPr id="6" name="Text Placeholder 5">
            <a:extLst>
              <a:ext uri="{FF2B5EF4-FFF2-40B4-BE49-F238E27FC236}">
                <a16:creationId xmlns:a16="http://schemas.microsoft.com/office/drawing/2014/main" id="{CE93B472-4A32-7C41-A565-485FDC3EB832}"/>
              </a:ext>
            </a:extLst>
          </p:cNvPr>
          <p:cNvSpPr>
            <a:spLocks noGrp="1"/>
          </p:cNvSpPr>
          <p:nvPr>
            <p:ph type="body" sz="quarter" idx="14" hasCustomPrompt="1"/>
          </p:nvPr>
        </p:nvSpPr>
        <p:spPr>
          <a:xfrm>
            <a:off x="5334000" y="2476500"/>
            <a:ext cx="3048000" cy="762000"/>
          </a:xfrm>
          <a:prstGeom prst="rect">
            <a:avLst/>
          </a:prstGeom>
          <a:gradFill>
            <a:gsLst>
              <a:gs pos="0">
                <a:srgbClr val="000000">
                  <a:alpha val="0"/>
                </a:srgbClr>
              </a:gs>
              <a:gs pos="100000">
                <a:srgbClr val="000000"/>
              </a:gs>
            </a:gsLst>
            <a:lin ang="5400000" scaled="0"/>
          </a:gradFill>
        </p:spPr>
        <p:txBody>
          <a:bodyPr lIns="182880" tIns="182880" rIns="182880" bIns="182880" anchor="b" anchorCtr="0"/>
          <a:lstStyle>
            <a:lvl1pPr marL="0" indent="0">
              <a:buNone/>
              <a:defRPr sz="1500" b="1">
                <a:solidFill>
                  <a:schemeClr val="bg1"/>
                </a:solidFill>
                <a:latin typeface="Arial" panose="020B0604020202020204" pitchFamily="34" charset="0"/>
                <a:cs typeface="Arial" panose="020B0604020202020204" pitchFamily="34" charset="0"/>
              </a:defRPr>
            </a:lvl1pPr>
            <a:lvl2pPr marL="457182" indent="0">
              <a:buNone/>
              <a:defRPr sz="1167">
                <a:latin typeface="Arial" panose="020B0604020202020204" pitchFamily="34" charset="0"/>
                <a:cs typeface="Arial" panose="020B0604020202020204" pitchFamily="34" charset="0"/>
              </a:defRPr>
            </a:lvl2pPr>
            <a:lvl3pPr marL="914363" indent="0">
              <a:buNone/>
              <a:defRPr sz="1167">
                <a:latin typeface="Arial" panose="020B0604020202020204" pitchFamily="34" charset="0"/>
                <a:cs typeface="Arial" panose="020B0604020202020204" pitchFamily="34" charset="0"/>
              </a:defRPr>
            </a:lvl3pPr>
            <a:lvl4pPr marL="1371545" indent="0">
              <a:buNone/>
              <a:defRPr sz="1167">
                <a:latin typeface="Arial" panose="020B0604020202020204" pitchFamily="34" charset="0"/>
                <a:cs typeface="Arial" panose="020B0604020202020204" pitchFamily="34" charset="0"/>
              </a:defRPr>
            </a:lvl4pPr>
            <a:lvl5pPr marL="1828727" indent="0">
              <a:buNone/>
              <a:defRPr sz="1167">
                <a:latin typeface="Arial" panose="020B0604020202020204" pitchFamily="34" charset="0"/>
                <a:cs typeface="Arial" panose="020B0604020202020204" pitchFamily="34" charset="0"/>
              </a:defRPr>
            </a:lvl5pPr>
          </a:lstStyle>
          <a:p>
            <a:pPr lvl="0"/>
            <a:r>
              <a:rPr lang="en-US"/>
              <a:t>Click to insert image caption</a:t>
            </a:r>
          </a:p>
        </p:txBody>
      </p:sp>
      <p:sp>
        <p:nvSpPr>
          <p:cNvPr id="13" name="Text Placeholder 5">
            <a:extLst>
              <a:ext uri="{FF2B5EF4-FFF2-40B4-BE49-F238E27FC236}">
                <a16:creationId xmlns:a16="http://schemas.microsoft.com/office/drawing/2014/main" id="{19F7807A-D120-BD49-9CBD-9174F26D7982}"/>
              </a:ext>
            </a:extLst>
          </p:cNvPr>
          <p:cNvSpPr>
            <a:spLocks noGrp="1"/>
          </p:cNvSpPr>
          <p:nvPr>
            <p:ph type="body" sz="quarter" idx="15" hasCustomPrompt="1"/>
          </p:nvPr>
        </p:nvSpPr>
        <p:spPr>
          <a:xfrm>
            <a:off x="5334000" y="5715000"/>
            <a:ext cx="3048000" cy="762000"/>
          </a:xfrm>
          <a:prstGeom prst="rect">
            <a:avLst/>
          </a:prstGeom>
          <a:gradFill>
            <a:gsLst>
              <a:gs pos="0">
                <a:srgbClr val="000000">
                  <a:alpha val="0"/>
                </a:srgbClr>
              </a:gs>
              <a:gs pos="100000">
                <a:srgbClr val="000000"/>
              </a:gs>
            </a:gsLst>
            <a:lin ang="5400000" scaled="0"/>
          </a:gradFill>
        </p:spPr>
        <p:txBody>
          <a:bodyPr lIns="182880" tIns="182880" rIns="182880" bIns="182880" anchor="b" anchorCtr="0"/>
          <a:lstStyle>
            <a:lvl1pPr marL="0" indent="0">
              <a:buNone/>
              <a:defRPr sz="1500" b="1">
                <a:solidFill>
                  <a:schemeClr val="bg1"/>
                </a:solidFill>
                <a:latin typeface="Arial" panose="020B0604020202020204" pitchFamily="34" charset="0"/>
                <a:cs typeface="Arial" panose="020B0604020202020204" pitchFamily="34" charset="0"/>
              </a:defRPr>
            </a:lvl1pPr>
            <a:lvl2pPr marL="457182" indent="0">
              <a:buNone/>
              <a:defRPr sz="1167">
                <a:latin typeface="Arial" panose="020B0604020202020204" pitchFamily="34" charset="0"/>
                <a:cs typeface="Arial" panose="020B0604020202020204" pitchFamily="34" charset="0"/>
              </a:defRPr>
            </a:lvl2pPr>
            <a:lvl3pPr marL="914363" indent="0">
              <a:buNone/>
              <a:defRPr sz="1167">
                <a:latin typeface="Arial" panose="020B0604020202020204" pitchFamily="34" charset="0"/>
                <a:cs typeface="Arial" panose="020B0604020202020204" pitchFamily="34" charset="0"/>
              </a:defRPr>
            </a:lvl3pPr>
            <a:lvl4pPr marL="1371545" indent="0">
              <a:buNone/>
              <a:defRPr sz="1167">
                <a:latin typeface="Arial" panose="020B0604020202020204" pitchFamily="34" charset="0"/>
                <a:cs typeface="Arial" panose="020B0604020202020204" pitchFamily="34" charset="0"/>
              </a:defRPr>
            </a:lvl4pPr>
            <a:lvl5pPr marL="1828727" indent="0">
              <a:buNone/>
              <a:defRPr sz="1167">
                <a:latin typeface="Arial" panose="020B0604020202020204" pitchFamily="34" charset="0"/>
                <a:cs typeface="Arial" panose="020B0604020202020204" pitchFamily="34" charset="0"/>
              </a:defRPr>
            </a:lvl5pPr>
          </a:lstStyle>
          <a:p>
            <a:pPr lvl="0"/>
            <a:r>
              <a:rPr lang="en-US"/>
              <a:t>Click to insert image caption</a:t>
            </a:r>
          </a:p>
        </p:txBody>
      </p:sp>
      <p:sp>
        <p:nvSpPr>
          <p:cNvPr id="14" name="Text Placeholder 5">
            <a:extLst>
              <a:ext uri="{FF2B5EF4-FFF2-40B4-BE49-F238E27FC236}">
                <a16:creationId xmlns:a16="http://schemas.microsoft.com/office/drawing/2014/main" id="{08ED17FC-CAF8-9A40-9A88-897DEF9CFEA0}"/>
              </a:ext>
            </a:extLst>
          </p:cNvPr>
          <p:cNvSpPr>
            <a:spLocks noGrp="1"/>
          </p:cNvSpPr>
          <p:nvPr>
            <p:ph type="body" sz="quarter" idx="16" hasCustomPrompt="1"/>
          </p:nvPr>
        </p:nvSpPr>
        <p:spPr>
          <a:xfrm>
            <a:off x="8763000" y="2476500"/>
            <a:ext cx="3048000" cy="762000"/>
          </a:xfrm>
          <a:prstGeom prst="rect">
            <a:avLst/>
          </a:prstGeom>
          <a:gradFill>
            <a:gsLst>
              <a:gs pos="0">
                <a:srgbClr val="000000">
                  <a:alpha val="0"/>
                </a:srgbClr>
              </a:gs>
              <a:gs pos="100000">
                <a:srgbClr val="000000"/>
              </a:gs>
            </a:gsLst>
            <a:lin ang="5400000" scaled="0"/>
          </a:gradFill>
        </p:spPr>
        <p:txBody>
          <a:bodyPr lIns="182880" tIns="182880" rIns="182880" bIns="182880" anchor="b" anchorCtr="0"/>
          <a:lstStyle>
            <a:lvl1pPr marL="0" indent="0">
              <a:buNone/>
              <a:defRPr sz="1500" b="1">
                <a:solidFill>
                  <a:schemeClr val="bg1"/>
                </a:solidFill>
                <a:latin typeface="Arial" panose="020B0604020202020204" pitchFamily="34" charset="0"/>
                <a:cs typeface="Arial" panose="020B0604020202020204" pitchFamily="34" charset="0"/>
              </a:defRPr>
            </a:lvl1pPr>
            <a:lvl2pPr marL="457182" indent="0">
              <a:buNone/>
              <a:defRPr sz="1167">
                <a:latin typeface="Arial" panose="020B0604020202020204" pitchFamily="34" charset="0"/>
                <a:cs typeface="Arial" panose="020B0604020202020204" pitchFamily="34" charset="0"/>
              </a:defRPr>
            </a:lvl2pPr>
            <a:lvl3pPr marL="914363" indent="0">
              <a:buNone/>
              <a:defRPr sz="1167">
                <a:latin typeface="Arial" panose="020B0604020202020204" pitchFamily="34" charset="0"/>
                <a:cs typeface="Arial" panose="020B0604020202020204" pitchFamily="34" charset="0"/>
              </a:defRPr>
            </a:lvl3pPr>
            <a:lvl4pPr marL="1371545" indent="0">
              <a:buNone/>
              <a:defRPr sz="1167">
                <a:latin typeface="Arial" panose="020B0604020202020204" pitchFamily="34" charset="0"/>
                <a:cs typeface="Arial" panose="020B0604020202020204" pitchFamily="34" charset="0"/>
              </a:defRPr>
            </a:lvl4pPr>
            <a:lvl5pPr marL="1828727" indent="0">
              <a:buNone/>
              <a:defRPr sz="1167">
                <a:latin typeface="Arial" panose="020B0604020202020204" pitchFamily="34" charset="0"/>
                <a:cs typeface="Arial" panose="020B0604020202020204" pitchFamily="34" charset="0"/>
              </a:defRPr>
            </a:lvl5pPr>
          </a:lstStyle>
          <a:p>
            <a:pPr lvl="0"/>
            <a:r>
              <a:rPr lang="en-US"/>
              <a:t>Click to insert image caption</a:t>
            </a:r>
          </a:p>
        </p:txBody>
      </p:sp>
      <p:sp>
        <p:nvSpPr>
          <p:cNvPr id="15" name="Text Placeholder 5">
            <a:extLst>
              <a:ext uri="{FF2B5EF4-FFF2-40B4-BE49-F238E27FC236}">
                <a16:creationId xmlns:a16="http://schemas.microsoft.com/office/drawing/2014/main" id="{4A16FA60-8BA9-8B4A-86AA-F8336C26C78B}"/>
              </a:ext>
            </a:extLst>
          </p:cNvPr>
          <p:cNvSpPr>
            <a:spLocks noGrp="1"/>
          </p:cNvSpPr>
          <p:nvPr>
            <p:ph type="body" sz="quarter" idx="17" hasCustomPrompt="1"/>
          </p:nvPr>
        </p:nvSpPr>
        <p:spPr>
          <a:xfrm>
            <a:off x="8763000" y="5715000"/>
            <a:ext cx="3048000" cy="762000"/>
          </a:xfrm>
          <a:prstGeom prst="rect">
            <a:avLst/>
          </a:prstGeom>
          <a:gradFill>
            <a:gsLst>
              <a:gs pos="0">
                <a:srgbClr val="000000">
                  <a:alpha val="0"/>
                </a:srgbClr>
              </a:gs>
              <a:gs pos="100000">
                <a:srgbClr val="000000"/>
              </a:gs>
            </a:gsLst>
            <a:lin ang="5400000" scaled="0"/>
          </a:gradFill>
        </p:spPr>
        <p:txBody>
          <a:bodyPr lIns="182880" tIns="182880" rIns="182880" bIns="182880" anchor="b" anchorCtr="0"/>
          <a:lstStyle>
            <a:lvl1pPr marL="0" indent="0">
              <a:buNone/>
              <a:defRPr sz="1500" b="1">
                <a:solidFill>
                  <a:schemeClr val="bg1"/>
                </a:solidFill>
                <a:latin typeface="Arial" panose="020B0604020202020204" pitchFamily="34" charset="0"/>
                <a:cs typeface="Arial" panose="020B0604020202020204" pitchFamily="34" charset="0"/>
              </a:defRPr>
            </a:lvl1pPr>
            <a:lvl2pPr marL="457182" indent="0">
              <a:buNone/>
              <a:defRPr sz="1167">
                <a:latin typeface="Arial" panose="020B0604020202020204" pitchFamily="34" charset="0"/>
                <a:cs typeface="Arial" panose="020B0604020202020204" pitchFamily="34" charset="0"/>
              </a:defRPr>
            </a:lvl2pPr>
            <a:lvl3pPr marL="914363" indent="0">
              <a:buNone/>
              <a:defRPr sz="1167">
                <a:latin typeface="Arial" panose="020B0604020202020204" pitchFamily="34" charset="0"/>
                <a:cs typeface="Arial" panose="020B0604020202020204" pitchFamily="34" charset="0"/>
              </a:defRPr>
            </a:lvl3pPr>
            <a:lvl4pPr marL="1371545" indent="0">
              <a:buNone/>
              <a:defRPr sz="1167">
                <a:latin typeface="Arial" panose="020B0604020202020204" pitchFamily="34" charset="0"/>
                <a:cs typeface="Arial" panose="020B0604020202020204" pitchFamily="34" charset="0"/>
              </a:defRPr>
            </a:lvl4pPr>
            <a:lvl5pPr marL="1828727" indent="0">
              <a:buNone/>
              <a:defRPr sz="1167">
                <a:latin typeface="Arial" panose="020B0604020202020204" pitchFamily="34" charset="0"/>
                <a:cs typeface="Arial" panose="020B0604020202020204" pitchFamily="34" charset="0"/>
              </a:defRPr>
            </a:lvl5pPr>
          </a:lstStyle>
          <a:p>
            <a:pPr lvl="0"/>
            <a:r>
              <a:rPr lang="en-US"/>
              <a:t>Click to insert image caption</a:t>
            </a:r>
          </a:p>
        </p:txBody>
      </p:sp>
      <p:sp>
        <p:nvSpPr>
          <p:cNvPr id="16" name="Slide Number Placeholder 3">
            <a:extLst>
              <a:ext uri="{FF2B5EF4-FFF2-40B4-BE49-F238E27FC236}">
                <a16:creationId xmlns:a16="http://schemas.microsoft.com/office/drawing/2014/main" id="{7DC2EC3E-C641-FD49-9F15-878B1AFFFD98}"/>
              </a:ext>
            </a:extLst>
          </p:cNvPr>
          <p:cNvSpPr>
            <a:spLocks noGrp="1"/>
          </p:cNvSpPr>
          <p:nvPr>
            <p:ph type="sldNum" sz="quarter" idx="18"/>
          </p:nvPr>
        </p:nvSpPr>
        <p:spPr>
          <a:xfrm>
            <a:off x="11661914" y="6477000"/>
            <a:ext cx="377686" cy="381000"/>
          </a:xfrm>
          <a:prstGeom prst="rect">
            <a:avLst/>
          </a:prstGeom>
        </p:spPr>
        <p:txBody>
          <a:bodyPr lIns="0" tIns="0" rIns="0" bIns="0" anchor="ctr" anchorCtr="0"/>
          <a:lstStyle>
            <a:lvl1pPr algn="r">
              <a:defRPr sz="1000">
                <a:solidFill>
                  <a:srgbClr val="B3B3B3"/>
                </a:solidFill>
                <a:latin typeface="Arial" panose="020B0604020202020204" pitchFamily="34" charset="0"/>
                <a:cs typeface="Arial" panose="020B0604020202020204" pitchFamily="34" charset="0"/>
              </a:defRPr>
            </a:lvl1pPr>
          </a:lstStyle>
          <a:p>
            <a:fld id="{9E4E550C-4B88-4802-A5F6-391898D47B36}" type="slidenum">
              <a:rPr lang="en-US" smtClean="0"/>
              <a:t>‹#›</a:t>
            </a:fld>
            <a:endParaRPr lang="en-US"/>
          </a:p>
        </p:txBody>
      </p:sp>
      <p:sp>
        <p:nvSpPr>
          <p:cNvPr id="19" name="Title 1">
            <a:extLst>
              <a:ext uri="{FF2B5EF4-FFF2-40B4-BE49-F238E27FC236}">
                <a16:creationId xmlns:a16="http://schemas.microsoft.com/office/drawing/2014/main" id="{3648737A-DE0E-48DB-87F0-65418715CF88}"/>
              </a:ext>
            </a:extLst>
          </p:cNvPr>
          <p:cNvSpPr>
            <a:spLocks noGrp="1"/>
          </p:cNvSpPr>
          <p:nvPr>
            <p:ph type="title" hasCustomPrompt="1"/>
          </p:nvPr>
        </p:nvSpPr>
        <p:spPr>
          <a:xfrm>
            <a:off x="1143000" y="1912938"/>
            <a:ext cx="3810001" cy="1325563"/>
          </a:xfrm>
          <a:prstGeom prst="rect">
            <a:avLst/>
          </a:prstGeom>
        </p:spPr>
        <p:txBody>
          <a:bodyPr lIns="0" anchor="b"/>
          <a:lstStyle>
            <a:lvl1pPr>
              <a:defRPr lang="en-US" sz="3000" b="1" kern="1200" dirty="0">
                <a:solidFill>
                  <a:schemeClr val="tx2"/>
                </a:solidFill>
                <a:latin typeface="Arial" panose="020B0604020202020204" pitchFamily="34" charset="0"/>
                <a:ea typeface="+mn-ea"/>
                <a:cs typeface="Arial" panose="020B0604020202020204" pitchFamily="34" charset="0"/>
              </a:defRPr>
            </a:lvl1pPr>
          </a:lstStyle>
          <a:p>
            <a:r>
              <a:rPr lang="en-US"/>
              <a:t>Click to edit slide title</a:t>
            </a:r>
          </a:p>
        </p:txBody>
      </p:sp>
      <p:sp>
        <p:nvSpPr>
          <p:cNvPr id="21" name="Content Placeholder 13">
            <a:extLst>
              <a:ext uri="{FF2B5EF4-FFF2-40B4-BE49-F238E27FC236}">
                <a16:creationId xmlns:a16="http://schemas.microsoft.com/office/drawing/2014/main" id="{97DA340F-6103-4F2C-B3B8-8D8A524DC19C}"/>
              </a:ext>
            </a:extLst>
          </p:cNvPr>
          <p:cNvSpPr>
            <a:spLocks noGrp="1"/>
          </p:cNvSpPr>
          <p:nvPr>
            <p:ph sz="quarter" idx="21"/>
          </p:nvPr>
        </p:nvSpPr>
        <p:spPr>
          <a:xfrm>
            <a:off x="1162049" y="3644194"/>
            <a:ext cx="3810000" cy="2857500"/>
          </a:xfrm>
          <a:prstGeom prst="rect">
            <a:avLst/>
          </a:prstGeom>
        </p:spPr>
        <p:txBody>
          <a:bodyPr/>
          <a:lstStyle>
            <a:lvl1pPr>
              <a:defRPr sz="2333"/>
            </a:lvl1pPr>
            <a:lvl2pPr marL="685773" indent="-228591">
              <a:buFont typeface="Wingdings" panose="05000000000000000000" pitchFamily="2" charset="2"/>
              <a:buChar char="§"/>
              <a:defRPr sz="2000"/>
            </a:lvl2pPr>
            <a:lvl3pPr marL="1142954" indent="-228591">
              <a:buFont typeface="Wingdings" panose="05000000000000000000" pitchFamily="2" charset="2"/>
              <a:buChar char="ü"/>
              <a:defRPr sz="1667"/>
            </a:lvl3pPr>
            <a:lvl4pPr>
              <a:defRPr sz="1500"/>
            </a:lvl4pPr>
            <a:lvl5pPr marL="2057318" indent="-228591">
              <a:buFont typeface="Wingdings" panose="05000000000000000000" pitchFamily="2" charset="2"/>
              <a:buChar char="§"/>
              <a:defRPr sz="1333"/>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5" name="Date Placeholder 1">
            <a:extLst>
              <a:ext uri="{FF2B5EF4-FFF2-40B4-BE49-F238E27FC236}">
                <a16:creationId xmlns:a16="http://schemas.microsoft.com/office/drawing/2014/main" id="{EE384947-F0AD-4E73-95AD-CAD4DEE44608}"/>
              </a:ext>
            </a:extLst>
          </p:cNvPr>
          <p:cNvSpPr>
            <a:spLocks noGrp="1"/>
          </p:cNvSpPr>
          <p:nvPr>
            <p:ph type="dt" sz="half" idx="2"/>
          </p:nvPr>
        </p:nvSpPr>
        <p:spPr>
          <a:xfrm>
            <a:off x="8919507" y="6495963"/>
            <a:ext cx="2590006" cy="362038"/>
          </a:xfrm>
          <a:prstGeom prst="rect">
            <a:avLst/>
          </a:prstGeom>
        </p:spPr>
        <p:txBody>
          <a:bodyPr vert="horz" lIns="91440" tIns="45720" rIns="91440" bIns="45720" rtlCol="0" anchor="ctr"/>
          <a:lstStyle>
            <a:lvl1pPr algn="r">
              <a:defRPr sz="1000">
                <a:solidFill>
                  <a:schemeClr val="tx1">
                    <a:tint val="75000"/>
                  </a:schemeClr>
                </a:solidFill>
              </a:defRPr>
            </a:lvl1pPr>
          </a:lstStyle>
          <a:p>
            <a:fld id="{832F53A4-F3E1-4EF4-8D83-41D423C56C55}" type="datetimeFigureOut">
              <a:rPr lang="en-US" smtClean="0"/>
              <a:t>4/23/2026</a:t>
            </a:fld>
            <a:endParaRPr lang="en-US"/>
          </a:p>
        </p:txBody>
      </p:sp>
      <p:sp>
        <p:nvSpPr>
          <p:cNvPr id="26" name="Footer Placeholder 2">
            <a:extLst>
              <a:ext uri="{FF2B5EF4-FFF2-40B4-BE49-F238E27FC236}">
                <a16:creationId xmlns:a16="http://schemas.microsoft.com/office/drawing/2014/main" id="{8259C4D6-850D-4393-9434-3F69451FBF8E}"/>
              </a:ext>
            </a:extLst>
          </p:cNvPr>
          <p:cNvSpPr>
            <a:spLocks noGrp="1"/>
          </p:cNvSpPr>
          <p:nvPr>
            <p:ph type="ftr" sz="quarter" idx="3"/>
          </p:nvPr>
        </p:nvSpPr>
        <p:spPr>
          <a:xfrm>
            <a:off x="774372" y="6477000"/>
            <a:ext cx="10006518" cy="365125"/>
          </a:xfrm>
          <a:prstGeom prst="rect">
            <a:avLst/>
          </a:prstGeom>
        </p:spPr>
        <p:txBody>
          <a:bodyPr vert="horz" lIns="91440" tIns="45720" rIns="91440" bIns="45720" rtlCol="0" anchor="ctr"/>
          <a:lstStyle>
            <a:lvl1pPr algn="ctr">
              <a:defRPr sz="1000">
                <a:solidFill>
                  <a:schemeClr val="tx1">
                    <a:tint val="75000"/>
                  </a:schemeClr>
                </a:solidFill>
              </a:defRPr>
            </a:lvl1pPr>
          </a:lstStyle>
          <a:p>
            <a:endParaRPr lang="en-US"/>
          </a:p>
        </p:txBody>
      </p:sp>
    </p:spTree>
    <p:extLst>
      <p:ext uri="{BB962C8B-B14F-4D97-AF65-F5344CB8AC3E}">
        <p14:creationId xmlns:p14="http://schemas.microsoft.com/office/powerpoint/2010/main" val="182826756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6-Picture Grid with Subhea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49C90B8-4BAF-9A46-98DB-81259C436289}"/>
              </a:ext>
            </a:extLst>
          </p:cNvPr>
          <p:cNvSpPr/>
          <p:nvPr/>
        </p:nvSpPr>
        <p:spPr>
          <a:xfrm>
            <a:off x="4191000" y="0"/>
            <a:ext cx="8001000" cy="6858000"/>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00"/>
          </a:p>
        </p:txBody>
      </p:sp>
      <p:sp>
        <p:nvSpPr>
          <p:cNvPr id="3" name="Picture Placeholder 2">
            <a:extLst>
              <a:ext uri="{FF2B5EF4-FFF2-40B4-BE49-F238E27FC236}">
                <a16:creationId xmlns:a16="http://schemas.microsoft.com/office/drawing/2014/main" id="{3DEE2FC3-856F-2F4B-A52D-94189159AC19}"/>
              </a:ext>
            </a:extLst>
          </p:cNvPr>
          <p:cNvSpPr>
            <a:spLocks noGrp="1"/>
          </p:cNvSpPr>
          <p:nvPr>
            <p:ph type="pic" sz="quarter" idx="10"/>
          </p:nvPr>
        </p:nvSpPr>
        <p:spPr>
          <a:xfrm>
            <a:off x="1143000" y="4495800"/>
            <a:ext cx="3390900" cy="1981200"/>
          </a:xfrm>
          <a:prstGeom prst="rect">
            <a:avLst/>
          </a:prstGeom>
          <a:solidFill>
            <a:srgbClr val="B3B3B3"/>
          </a:solidFill>
        </p:spPr>
        <p:txBody>
          <a:bodyPr lIns="0" tIns="0" rIns="0" bIns="0" anchor="ctr" anchorCtr="0"/>
          <a:lstStyle>
            <a:lvl1pPr marL="0" indent="0" algn="ctr">
              <a:buNone/>
              <a:defRPr sz="1500">
                <a:solidFill>
                  <a:srgbClr val="000000"/>
                </a:solidFill>
                <a:latin typeface="Arial" panose="020B0604020202020204" pitchFamily="34" charset="0"/>
                <a:cs typeface="Arial" panose="020B0604020202020204" pitchFamily="34" charset="0"/>
              </a:defRPr>
            </a:lvl1pPr>
          </a:lstStyle>
          <a:p>
            <a:r>
              <a:rPr lang="en-US"/>
              <a:t>Click icon to add picture</a:t>
            </a:r>
          </a:p>
        </p:txBody>
      </p:sp>
      <p:sp>
        <p:nvSpPr>
          <p:cNvPr id="11" name="Picture Placeholder 2">
            <a:extLst>
              <a:ext uri="{FF2B5EF4-FFF2-40B4-BE49-F238E27FC236}">
                <a16:creationId xmlns:a16="http://schemas.microsoft.com/office/drawing/2014/main" id="{FE341CF1-EFF3-A64D-A9D4-B96C8CD8F301}"/>
              </a:ext>
            </a:extLst>
          </p:cNvPr>
          <p:cNvSpPr>
            <a:spLocks noGrp="1"/>
          </p:cNvSpPr>
          <p:nvPr>
            <p:ph type="pic" sz="quarter" idx="11"/>
          </p:nvPr>
        </p:nvSpPr>
        <p:spPr>
          <a:xfrm>
            <a:off x="1143000" y="2286000"/>
            <a:ext cx="3390900" cy="1981200"/>
          </a:xfrm>
          <a:prstGeom prst="rect">
            <a:avLst/>
          </a:prstGeom>
          <a:solidFill>
            <a:srgbClr val="B3B3B3"/>
          </a:solidFill>
        </p:spPr>
        <p:txBody>
          <a:bodyPr lIns="0" tIns="0" rIns="0" bIns="0" anchor="ctr" anchorCtr="0"/>
          <a:lstStyle>
            <a:lvl1pPr marL="0" indent="0" algn="ctr">
              <a:buNone/>
              <a:defRPr sz="1500">
                <a:solidFill>
                  <a:srgbClr val="000000"/>
                </a:solidFill>
                <a:latin typeface="Arial" panose="020B0604020202020204" pitchFamily="34" charset="0"/>
                <a:cs typeface="Arial" panose="020B0604020202020204" pitchFamily="34" charset="0"/>
              </a:defRPr>
            </a:lvl1pPr>
          </a:lstStyle>
          <a:p>
            <a:r>
              <a:rPr lang="en-US"/>
              <a:t>Click icon to add picture</a:t>
            </a:r>
          </a:p>
        </p:txBody>
      </p:sp>
      <p:sp>
        <p:nvSpPr>
          <p:cNvPr id="13" name="Picture Placeholder 2">
            <a:extLst>
              <a:ext uri="{FF2B5EF4-FFF2-40B4-BE49-F238E27FC236}">
                <a16:creationId xmlns:a16="http://schemas.microsoft.com/office/drawing/2014/main" id="{D0629C78-28FC-874B-96C1-DFAAFF975DEC}"/>
              </a:ext>
            </a:extLst>
          </p:cNvPr>
          <p:cNvSpPr>
            <a:spLocks noGrp="1"/>
          </p:cNvSpPr>
          <p:nvPr>
            <p:ph type="pic" sz="quarter" idx="12"/>
          </p:nvPr>
        </p:nvSpPr>
        <p:spPr>
          <a:xfrm>
            <a:off x="4781550" y="4495800"/>
            <a:ext cx="3390900" cy="1981200"/>
          </a:xfrm>
          <a:prstGeom prst="rect">
            <a:avLst/>
          </a:prstGeom>
          <a:solidFill>
            <a:srgbClr val="B3B3B3"/>
          </a:solidFill>
        </p:spPr>
        <p:txBody>
          <a:bodyPr lIns="0" tIns="0" rIns="0" bIns="0" anchor="ctr" anchorCtr="0"/>
          <a:lstStyle>
            <a:lvl1pPr marL="0" indent="0" algn="ctr">
              <a:buNone/>
              <a:defRPr sz="1500">
                <a:solidFill>
                  <a:srgbClr val="000000"/>
                </a:solidFill>
                <a:latin typeface="Arial" panose="020B0604020202020204" pitchFamily="34" charset="0"/>
                <a:cs typeface="Arial" panose="020B0604020202020204" pitchFamily="34" charset="0"/>
              </a:defRPr>
            </a:lvl1pPr>
          </a:lstStyle>
          <a:p>
            <a:r>
              <a:rPr lang="en-US"/>
              <a:t>Click icon to add picture</a:t>
            </a:r>
          </a:p>
        </p:txBody>
      </p:sp>
      <p:sp>
        <p:nvSpPr>
          <p:cNvPr id="14" name="Picture Placeholder 2">
            <a:extLst>
              <a:ext uri="{FF2B5EF4-FFF2-40B4-BE49-F238E27FC236}">
                <a16:creationId xmlns:a16="http://schemas.microsoft.com/office/drawing/2014/main" id="{5089EEED-3863-BD48-BCCB-4D264015DA60}"/>
              </a:ext>
            </a:extLst>
          </p:cNvPr>
          <p:cNvSpPr>
            <a:spLocks noGrp="1"/>
          </p:cNvSpPr>
          <p:nvPr>
            <p:ph type="pic" sz="quarter" idx="13"/>
          </p:nvPr>
        </p:nvSpPr>
        <p:spPr>
          <a:xfrm>
            <a:off x="4781550" y="2286000"/>
            <a:ext cx="3390900" cy="1981200"/>
          </a:xfrm>
          <a:prstGeom prst="rect">
            <a:avLst/>
          </a:prstGeom>
          <a:solidFill>
            <a:srgbClr val="B3B3B3"/>
          </a:solidFill>
        </p:spPr>
        <p:txBody>
          <a:bodyPr lIns="0" tIns="0" rIns="0" bIns="0" anchor="ctr" anchorCtr="0"/>
          <a:lstStyle>
            <a:lvl1pPr marL="0" indent="0" algn="ctr">
              <a:buNone/>
              <a:defRPr sz="1500">
                <a:solidFill>
                  <a:srgbClr val="000000"/>
                </a:solidFill>
                <a:latin typeface="Arial" panose="020B0604020202020204" pitchFamily="34" charset="0"/>
                <a:cs typeface="Arial" panose="020B0604020202020204" pitchFamily="34" charset="0"/>
              </a:defRPr>
            </a:lvl1pPr>
          </a:lstStyle>
          <a:p>
            <a:r>
              <a:rPr lang="en-US"/>
              <a:t>Click icon to add picture</a:t>
            </a:r>
          </a:p>
        </p:txBody>
      </p:sp>
      <p:sp>
        <p:nvSpPr>
          <p:cNvPr id="15" name="Picture Placeholder 2">
            <a:extLst>
              <a:ext uri="{FF2B5EF4-FFF2-40B4-BE49-F238E27FC236}">
                <a16:creationId xmlns:a16="http://schemas.microsoft.com/office/drawing/2014/main" id="{EEF5B44F-191D-F44D-8AB3-0B9E4AF4B4E2}"/>
              </a:ext>
            </a:extLst>
          </p:cNvPr>
          <p:cNvSpPr>
            <a:spLocks noGrp="1"/>
          </p:cNvSpPr>
          <p:nvPr>
            <p:ph type="pic" sz="quarter" idx="14"/>
          </p:nvPr>
        </p:nvSpPr>
        <p:spPr>
          <a:xfrm>
            <a:off x="8420100" y="4495800"/>
            <a:ext cx="3390900" cy="1981200"/>
          </a:xfrm>
          <a:prstGeom prst="rect">
            <a:avLst/>
          </a:prstGeom>
          <a:solidFill>
            <a:srgbClr val="B3B3B3"/>
          </a:solidFill>
        </p:spPr>
        <p:txBody>
          <a:bodyPr lIns="0" tIns="0" rIns="0" bIns="0" anchor="ctr" anchorCtr="0"/>
          <a:lstStyle>
            <a:lvl1pPr marL="0" indent="0" algn="ctr">
              <a:buNone/>
              <a:defRPr sz="1500">
                <a:solidFill>
                  <a:srgbClr val="000000"/>
                </a:solidFill>
                <a:latin typeface="Arial" panose="020B0604020202020204" pitchFamily="34" charset="0"/>
                <a:cs typeface="Arial" panose="020B0604020202020204" pitchFamily="34" charset="0"/>
              </a:defRPr>
            </a:lvl1pPr>
          </a:lstStyle>
          <a:p>
            <a:r>
              <a:rPr lang="en-US"/>
              <a:t>Click icon to add picture</a:t>
            </a:r>
          </a:p>
        </p:txBody>
      </p:sp>
      <p:sp>
        <p:nvSpPr>
          <p:cNvPr id="16" name="Picture Placeholder 2">
            <a:extLst>
              <a:ext uri="{FF2B5EF4-FFF2-40B4-BE49-F238E27FC236}">
                <a16:creationId xmlns:a16="http://schemas.microsoft.com/office/drawing/2014/main" id="{A26442AE-D905-374C-9CB4-1A1F44C08C61}"/>
              </a:ext>
            </a:extLst>
          </p:cNvPr>
          <p:cNvSpPr>
            <a:spLocks noGrp="1"/>
          </p:cNvSpPr>
          <p:nvPr>
            <p:ph type="pic" sz="quarter" idx="15"/>
          </p:nvPr>
        </p:nvSpPr>
        <p:spPr>
          <a:xfrm>
            <a:off x="8420100" y="2286000"/>
            <a:ext cx="3390900" cy="1981200"/>
          </a:xfrm>
          <a:prstGeom prst="rect">
            <a:avLst/>
          </a:prstGeom>
          <a:solidFill>
            <a:srgbClr val="B3B3B3"/>
          </a:solidFill>
        </p:spPr>
        <p:txBody>
          <a:bodyPr lIns="0" tIns="0" rIns="0" bIns="0" anchor="ctr" anchorCtr="0"/>
          <a:lstStyle>
            <a:lvl1pPr marL="0" indent="0" algn="ctr">
              <a:buNone/>
              <a:defRPr sz="1500">
                <a:solidFill>
                  <a:srgbClr val="000000"/>
                </a:solidFill>
                <a:latin typeface="Arial" panose="020B0604020202020204" pitchFamily="34" charset="0"/>
                <a:cs typeface="Arial" panose="020B0604020202020204" pitchFamily="34" charset="0"/>
              </a:defRPr>
            </a:lvl1pPr>
          </a:lstStyle>
          <a:p>
            <a:r>
              <a:rPr lang="en-US"/>
              <a:t>Click icon to add picture</a:t>
            </a:r>
          </a:p>
        </p:txBody>
      </p:sp>
      <p:sp>
        <p:nvSpPr>
          <p:cNvPr id="17" name="Text Placeholder 5">
            <a:extLst>
              <a:ext uri="{FF2B5EF4-FFF2-40B4-BE49-F238E27FC236}">
                <a16:creationId xmlns:a16="http://schemas.microsoft.com/office/drawing/2014/main" id="{CEBE105C-2ECB-0B46-923F-378B0A5AEBCB}"/>
              </a:ext>
            </a:extLst>
          </p:cNvPr>
          <p:cNvSpPr>
            <a:spLocks noGrp="1"/>
          </p:cNvSpPr>
          <p:nvPr>
            <p:ph type="body" sz="quarter" idx="16" hasCustomPrompt="1"/>
          </p:nvPr>
        </p:nvSpPr>
        <p:spPr>
          <a:xfrm>
            <a:off x="1143000" y="3581400"/>
            <a:ext cx="3390900" cy="685800"/>
          </a:xfrm>
          <a:prstGeom prst="rect">
            <a:avLst/>
          </a:prstGeom>
          <a:gradFill>
            <a:gsLst>
              <a:gs pos="0">
                <a:srgbClr val="000000">
                  <a:alpha val="0"/>
                </a:srgbClr>
              </a:gs>
              <a:gs pos="100000">
                <a:srgbClr val="000000"/>
              </a:gs>
            </a:gsLst>
            <a:lin ang="5400000" scaled="0"/>
          </a:gradFill>
        </p:spPr>
        <p:txBody>
          <a:bodyPr lIns="182880" tIns="182880" rIns="182880" bIns="182880" anchor="b" anchorCtr="0"/>
          <a:lstStyle>
            <a:lvl1pPr marL="0" indent="0">
              <a:buNone/>
              <a:defRPr sz="1250" b="1">
                <a:solidFill>
                  <a:schemeClr val="bg1"/>
                </a:solidFill>
                <a:latin typeface="Arial" panose="020B0604020202020204" pitchFamily="34" charset="0"/>
                <a:cs typeface="Arial" panose="020B0604020202020204" pitchFamily="34" charset="0"/>
              </a:defRPr>
            </a:lvl1pPr>
            <a:lvl2pPr marL="457182" indent="0">
              <a:buNone/>
              <a:defRPr sz="1167">
                <a:latin typeface="Arial" panose="020B0604020202020204" pitchFamily="34" charset="0"/>
                <a:cs typeface="Arial" panose="020B0604020202020204" pitchFamily="34" charset="0"/>
              </a:defRPr>
            </a:lvl2pPr>
            <a:lvl3pPr marL="914363" indent="0">
              <a:buNone/>
              <a:defRPr sz="1167">
                <a:latin typeface="Arial" panose="020B0604020202020204" pitchFamily="34" charset="0"/>
                <a:cs typeface="Arial" panose="020B0604020202020204" pitchFamily="34" charset="0"/>
              </a:defRPr>
            </a:lvl3pPr>
            <a:lvl4pPr marL="1371545" indent="0">
              <a:buNone/>
              <a:defRPr sz="1167">
                <a:latin typeface="Arial" panose="020B0604020202020204" pitchFamily="34" charset="0"/>
                <a:cs typeface="Arial" panose="020B0604020202020204" pitchFamily="34" charset="0"/>
              </a:defRPr>
            </a:lvl4pPr>
            <a:lvl5pPr marL="1828727" indent="0">
              <a:buNone/>
              <a:defRPr sz="1167">
                <a:latin typeface="Arial" panose="020B0604020202020204" pitchFamily="34" charset="0"/>
                <a:cs typeface="Arial" panose="020B0604020202020204" pitchFamily="34" charset="0"/>
              </a:defRPr>
            </a:lvl5pPr>
          </a:lstStyle>
          <a:p>
            <a:pPr lvl="0"/>
            <a:r>
              <a:rPr lang="en-US"/>
              <a:t>Click to insert image caption</a:t>
            </a:r>
          </a:p>
        </p:txBody>
      </p:sp>
      <p:sp>
        <p:nvSpPr>
          <p:cNvPr id="19" name="Text Placeholder 5">
            <a:extLst>
              <a:ext uri="{FF2B5EF4-FFF2-40B4-BE49-F238E27FC236}">
                <a16:creationId xmlns:a16="http://schemas.microsoft.com/office/drawing/2014/main" id="{8B0900D4-1543-834B-AE27-9A72FD91B398}"/>
              </a:ext>
            </a:extLst>
          </p:cNvPr>
          <p:cNvSpPr>
            <a:spLocks noGrp="1"/>
          </p:cNvSpPr>
          <p:nvPr>
            <p:ph type="body" sz="quarter" idx="17" hasCustomPrompt="1"/>
          </p:nvPr>
        </p:nvSpPr>
        <p:spPr>
          <a:xfrm>
            <a:off x="1143000" y="5791200"/>
            <a:ext cx="3390900" cy="685800"/>
          </a:xfrm>
          <a:prstGeom prst="rect">
            <a:avLst/>
          </a:prstGeom>
          <a:gradFill>
            <a:gsLst>
              <a:gs pos="0">
                <a:srgbClr val="000000">
                  <a:alpha val="0"/>
                </a:srgbClr>
              </a:gs>
              <a:gs pos="100000">
                <a:srgbClr val="000000"/>
              </a:gs>
            </a:gsLst>
            <a:lin ang="5400000" scaled="0"/>
          </a:gradFill>
        </p:spPr>
        <p:txBody>
          <a:bodyPr lIns="182880" tIns="182880" rIns="182880" bIns="182880" anchor="b" anchorCtr="0"/>
          <a:lstStyle>
            <a:lvl1pPr marL="0" indent="0">
              <a:buNone/>
              <a:defRPr sz="1250" b="1">
                <a:solidFill>
                  <a:schemeClr val="bg1"/>
                </a:solidFill>
                <a:latin typeface="Arial" panose="020B0604020202020204" pitchFamily="34" charset="0"/>
                <a:cs typeface="Arial" panose="020B0604020202020204" pitchFamily="34" charset="0"/>
              </a:defRPr>
            </a:lvl1pPr>
            <a:lvl2pPr marL="457182" indent="0">
              <a:buNone/>
              <a:defRPr sz="1167">
                <a:latin typeface="Arial" panose="020B0604020202020204" pitchFamily="34" charset="0"/>
                <a:cs typeface="Arial" panose="020B0604020202020204" pitchFamily="34" charset="0"/>
              </a:defRPr>
            </a:lvl2pPr>
            <a:lvl3pPr marL="914363" indent="0">
              <a:buNone/>
              <a:defRPr sz="1167">
                <a:latin typeface="Arial" panose="020B0604020202020204" pitchFamily="34" charset="0"/>
                <a:cs typeface="Arial" panose="020B0604020202020204" pitchFamily="34" charset="0"/>
              </a:defRPr>
            </a:lvl3pPr>
            <a:lvl4pPr marL="1371545" indent="0">
              <a:buNone/>
              <a:defRPr sz="1167">
                <a:latin typeface="Arial" panose="020B0604020202020204" pitchFamily="34" charset="0"/>
                <a:cs typeface="Arial" panose="020B0604020202020204" pitchFamily="34" charset="0"/>
              </a:defRPr>
            </a:lvl4pPr>
            <a:lvl5pPr marL="1828727" indent="0">
              <a:buNone/>
              <a:defRPr sz="1167">
                <a:latin typeface="Arial" panose="020B0604020202020204" pitchFamily="34" charset="0"/>
                <a:cs typeface="Arial" panose="020B0604020202020204" pitchFamily="34" charset="0"/>
              </a:defRPr>
            </a:lvl5pPr>
          </a:lstStyle>
          <a:p>
            <a:pPr lvl="0"/>
            <a:r>
              <a:rPr lang="en-US"/>
              <a:t>Click to insert image caption</a:t>
            </a:r>
          </a:p>
        </p:txBody>
      </p:sp>
      <p:sp>
        <p:nvSpPr>
          <p:cNvPr id="20" name="Text Placeholder 5">
            <a:extLst>
              <a:ext uri="{FF2B5EF4-FFF2-40B4-BE49-F238E27FC236}">
                <a16:creationId xmlns:a16="http://schemas.microsoft.com/office/drawing/2014/main" id="{F64FB6B4-B0C6-5949-9F2B-7BCB7B207394}"/>
              </a:ext>
            </a:extLst>
          </p:cNvPr>
          <p:cNvSpPr>
            <a:spLocks noGrp="1"/>
          </p:cNvSpPr>
          <p:nvPr>
            <p:ph type="body" sz="quarter" idx="18" hasCustomPrompt="1"/>
          </p:nvPr>
        </p:nvSpPr>
        <p:spPr>
          <a:xfrm>
            <a:off x="4781550" y="3581400"/>
            <a:ext cx="3390900" cy="685800"/>
          </a:xfrm>
          <a:prstGeom prst="rect">
            <a:avLst/>
          </a:prstGeom>
          <a:gradFill>
            <a:gsLst>
              <a:gs pos="0">
                <a:srgbClr val="000000">
                  <a:alpha val="0"/>
                </a:srgbClr>
              </a:gs>
              <a:gs pos="100000">
                <a:srgbClr val="000000"/>
              </a:gs>
            </a:gsLst>
            <a:lin ang="5400000" scaled="0"/>
          </a:gradFill>
        </p:spPr>
        <p:txBody>
          <a:bodyPr lIns="182880" tIns="182880" rIns="182880" bIns="182880" anchor="b" anchorCtr="0"/>
          <a:lstStyle>
            <a:lvl1pPr marL="0" indent="0">
              <a:buNone/>
              <a:defRPr sz="1250" b="1">
                <a:solidFill>
                  <a:schemeClr val="bg1"/>
                </a:solidFill>
                <a:latin typeface="Arial" panose="020B0604020202020204" pitchFamily="34" charset="0"/>
                <a:cs typeface="Arial" panose="020B0604020202020204" pitchFamily="34" charset="0"/>
              </a:defRPr>
            </a:lvl1pPr>
            <a:lvl2pPr marL="457182" indent="0">
              <a:buNone/>
              <a:defRPr sz="1167">
                <a:latin typeface="Arial" panose="020B0604020202020204" pitchFamily="34" charset="0"/>
                <a:cs typeface="Arial" panose="020B0604020202020204" pitchFamily="34" charset="0"/>
              </a:defRPr>
            </a:lvl2pPr>
            <a:lvl3pPr marL="914363" indent="0">
              <a:buNone/>
              <a:defRPr sz="1167">
                <a:latin typeface="Arial" panose="020B0604020202020204" pitchFamily="34" charset="0"/>
                <a:cs typeface="Arial" panose="020B0604020202020204" pitchFamily="34" charset="0"/>
              </a:defRPr>
            </a:lvl3pPr>
            <a:lvl4pPr marL="1371545" indent="0">
              <a:buNone/>
              <a:defRPr sz="1167">
                <a:latin typeface="Arial" panose="020B0604020202020204" pitchFamily="34" charset="0"/>
                <a:cs typeface="Arial" panose="020B0604020202020204" pitchFamily="34" charset="0"/>
              </a:defRPr>
            </a:lvl4pPr>
            <a:lvl5pPr marL="1828727" indent="0">
              <a:buNone/>
              <a:defRPr sz="1167">
                <a:latin typeface="Arial" panose="020B0604020202020204" pitchFamily="34" charset="0"/>
                <a:cs typeface="Arial" panose="020B0604020202020204" pitchFamily="34" charset="0"/>
              </a:defRPr>
            </a:lvl5pPr>
          </a:lstStyle>
          <a:p>
            <a:pPr lvl="0"/>
            <a:r>
              <a:rPr lang="en-US"/>
              <a:t>Click to insert image caption</a:t>
            </a:r>
          </a:p>
        </p:txBody>
      </p:sp>
      <p:sp>
        <p:nvSpPr>
          <p:cNvPr id="21" name="Text Placeholder 5">
            <a:extLst>
              <a:ext uri="{FF2B5EF4-FFF2-40B4-BE49-F238E27FC236}">
                <a16:creationId xmlns:a16="http://schemas.microsoft.com/office/drawing/2014/main" id="{8FDD81E0-346D-A544-A838-A6991588AE4C}"/>
              </a:ext>
            </a:extLst>
          </p:cNvPr>
          <p:cNvSpPr>
            <a:spLocks noGrp="1"/>
          </p:cNvSpPr>
          <p:nvPr>
            <p:ph type="body" sz="quarter" idx="19" hasCustomPrompt="1"/>
          </p:nvPr>
        </p:nvSpPr>
        <p:spPr>
          <a:xfrm>
            <a:off x="4781550" y="5791200"/>
            <a:ext cx="3390900" cy="685800"/>
          </a:xfrm>
          <a:prstGeom prst="rect">
            <a:avLst/>
          </a:prstGeom>
          <a:gradFill>
            <a:gsLst>
              <a:gs pos="0">
                <a:srgbClr val="000000">
                  <a:alpha val="0"/>
                </a:srgbClr>
              </a:gs>
              <a:gs pos="100000">
                <a:srgbClr val="000000"/>
              </a:gs>
            </a:gsLst>
            <a:lin ang="5400000" scaled="0"/>
          </a:gradFill>
        </p:spPr>
        <p:txBody>
          <a:bodyPr lIns="182880" tIns="182880" rIns="182880" bIns="182880" anchor="b" anchorCtr="0"/>
          <a:lstStyle>
            <a:lvl1pPr marL="0" indent="0">
              <a:buNone/>
              <a:defRPr sz="1250" b="1">
                <a:solidFill>
                  <a:schemeClr val="bg1"/>
                </a:solidFill>
                <a:latin typeface="Arial" panose="020B0604020202020204" pitchFamily="34" charset="0"/>
                <a:cs typeface="Arial" panose="020B0604020202020204" pitchFamily="34" charset="0"/>
              </a:defRPr>
            </a:lvl1pPr>
            <a:lvl2pPr marL="457182" indent="0">
              <a:buNone/>
              <a:defRPr sz="1167">
                <a:latin typeface="Arial" panose="020B0604020202020204" pitchFamily="34" charset="0"/>
                <a:cs typeface="Arial" panose="020B0604020202020204" pitchFamily="34" charset="0"/>
              </a:defRPr>
            </a:lvl2pPr>
            <a:lvl3pPr marL="914363" indent="0">
              <a:buNone/>
              <a:defRPr sz="1167">
                <a:latin typeface="Arial" panose="020B0604020202020204" pitchFamily="34" charset="0"/>
                <a:cs typeface="Arial" panose="020B0604020202020204" pitchFamily="34" charset="0"/>
              </a:defRPr>
            </a:lvl3pPr>
            <a:lvl4pPr marL="1371545" indent="0">
              <a:buNone/>
              <a:defRPr sz="1167">
                <a:latin typeface="Arial" panose="020B0604020202020204" pitchFamily="34" charset="0"/>
                <a:cs typeface="Arial" panose="020B0604020202020204" pitchFamily="34" charset="0"/>
              </a:defRPr>
            </a:lvl4pPr>
            <a:lvl5pPr marL="1828727" indent="0">
              <a:buNone/>
              <a:defRPr sz="1167">
                <a:latin typeface="Arial" panose="020B0604020202020204" pitchFamily="34" charset="0"/>
                <a:cs typeface="Arial" panose="020B0604020202020204" pitchFamily="34" charset="0"/>
              </a:defRPr>
            </a:lvl5pPr>
          </a:lstStyle>
          <a:p>
            <a:pPr lvl="0"/>
            <a:r>
              <a:rPr lang="en-US"/>
              <a:t>Click to insert image caption</a:t>
            </a:r>
          </a:p>
        </p:txBody>
      </p:sp>
      <p:sp>
        <p:nvSpPr>
          <p:cNvPr id="22" name="Text Placeholder 5">
            <a:extLst>
              <a:ext uri="{FF2B5EF4-FFF2-40B4-BE49-F238E27FC236}">
                <a16:creationId xmlns:a16="http://schemas.microsoft.com/office/drawing/2014/main" id="{CDB91CB5-0E93-FA44-9508-60493542C74C}"/>
              </a:ext>
            </a:extLst>
          </p:cNvPr>
          <p:cNvSpPr>
            <a:spLocks noGrp="1"/>
          </p:cNvSpPr>
          <p:nvPr>
            <p:ph type="body" sz="quarter" idx="20" hasCustomPrompt="1"/>
          </p:nvPr>
        </p:nvSpPr>
        <p:spPr>
          <a:xfrm>
            <a:off x="8420100" y="3581400"/>
            <a:ext cx="3390900" cy="685800"/>
          </a:xfrm>
          <a:prstGeom prst="rect">
            <a:avLst/>
          </a:prstGeom>
          <a:gradFill>
            <a:gsLst>
              <a:gs pos="0">
                <a:srgbClr val="000000">
                  <a:alpha val="0"/>
                </a:srgbClr>
              </a:gs>
              <a:gs pos="100000">
                <a:srgbClr val="000000"/>
              </a:gs>
            </a:gsLst>
            <a:lin ang="5400000" scaled="0"/>
          </a:gradFill>
        </p:spPr>
        <p:txBody>
          <a:bodyPr lIns="182880" tIns="182880" rIns="182880" bIns="182880" anchor="b" anchorCtr="0"/>
          <a:lstStyle>
            <a:lvl1pPr marL="0" indent="0">
              <a:buNone/>
              <a:defRPr sz="1250" b="1">
                <a:solidFill>
                  <a:schemeClr val="bg1"/>
                </a:solidFill>
                <a:latin typeface="Arial" panose="020B0604020202020204" pitchFamily="34" charset="0"/>
                <a:cs typeface="Arial" panose="020B0604020202020204" pitchFamily="34" charset="0"/>
              </a:defRPr>
            </a:lvl1pPr>
            <a:lvl2pPr marL="457182" indent="0">
              <a:buNone/>
              <a:defRPr sz="1167">
                <a:latin typeface="Arial" panose="020B0604020202020204" pitchFamily="34" charset="0"/>
                <a:cs typeface="Arial" panose="020B0604020202020204" pitchFamily="34" charset="0"/>
              </a:defRPr>
            </a:lvl2pPr>
            <a:lvl3pPr marL="914363" indent="0">
              <a:buNone/>
              <a:defRPr sz="1167">
                <a:latin typeface="Arial" panose="020B0604020202020204" pitchFamily="34" charset="0"/>
                <a:cs typeface="Arial" panose="020B0604020202020204" pitchFamily="34" charset="0"/>
              </a:defRPr>
            </a:lvl3pPr>
            <a:lvl4pPr marL="1371545" indent="0">
              <a:buNone/>
              <a:defRPr sz="1167">
                <a:latin typeface="Arial" panose="020B0604020202020204" pitchFamily="34" charset="0"/>
                <a:cs typeface="Arial" panose="020B0604020202020204" pitchFamily="34" charset="0"/>
              </a:defRPr>
            </a:lvl4pPr>
            <a:lvl5pPr marL="1828727" indent="0">
              <a:buNone/>
              <a:defRPr sz="1167">
                <a:latin typeface="Arial" panose="020B0604020202020204" pitchFamily="34" charset="0"/>
                <a:cs typeface="Arial" panose="020B0604020202020204" pitchFamily="34" charset="0"/>
              </a:defRPr>
            </a:lvl5pPr>
          </a:lstStyle>
          <a:p>
            <a:pPr lvl="0"/>
            <a:r>
              <a:rPr lang="en-US"/>
              <a:t>Click to insert image caption</a:t>
            </a:r>
          </a:p>
        </p:txBody>
      </p:sp>
      <p:sp>
        <p:nvSpPr>
          <p:cNvPr id="23" name="Text Placeholder 5">
            <a:extLst>
              <a:ext uri="{FF2B5EF4-FFF2-40B4-BE49-F238E27FC236}">
                <a16:creationId xmlns:a16="http://schemas.microsoft.com/office/drawing/2014/main" id="{92F736B8-F799-F047-BE4E-297E64A7549C}"/>
              </a:ext>
            </a:extLst>
          </p:cNvPr>
          <p:cNvSpPr>
            <a:spLocks noGrp="1"/>
          </p:cNvSpPr>
          <p:nvPr>
            <p:ph type="body" sz="quarter" idx="21" hasCustomPrompt="1"/>
          </p:nvPr>
        </p:nvSpPr>
        <p:spPr>
          <a:xfrm>
            <a:off x="8420100" y="5791200"/>
            <a:ext cx="3390900" cy="685800"/>
          </a:xfrm>
          <a:prstGeom prst="rect">
            <a:avLst/>
          </a:prstGeom>
          <a:gradFill>
            <a:gsLst>
              <a:gs pos="0">
                <a:srgbClr val="000000">
                  <a:alpha val="0"/>
                </a:srgbClr>
              </a:gs>
              <a:gs pos="100000">
                <a:srgbClr val="000000"/>
              </a:gs>
            </a:gsLst>
            <a:lin ang="5400000" scaled="0"/>
          </a:gradFill>
        </p:spPr>
        <p:txBody>
          <a:bodyPr lIns="182880" tIns="182880" rIns="182880" bIns="182880" anchor="b" anchorCtr="0"/>
          <a:lstStyle>
            <a:lvl1pPr marL="0" indent="0">
              <a:buNone/>
              <a:defRPr sz="1250" b="1">
                <a:solidFill>
                  <a:schemeClr val="bg1"/>
                </a:solidFill>
                <a:latin typeface="Arial" panose="020B0604020202020204" pitchFamily="34" charset="0"/>
                <a:cs typeface="Arial" panose="020B0604020202020204" pitchFamily="34" charset="0"/>
              </a:defRPr>
            </a:lvl1pPr>
            <a:lvl2pPr marL="457182" indent="0">
              <a:buNone/>
              <a:defRPr sz="1167">
                <a:latin typeface="Arial" panose="020B0604020202020204" pitchFamily="34" charset="0"/>
                <a:cs typeface="Arial" panose="020B0604020202020204" pitchFamily="34" charset="0"/>
              </a:defRPr>
            </a:lvl2pPr>
            <a:lvl3pPr marL="914363" indent="0">
              <a:buNone/>
              <a:defRPr sz="1167">
                <a:latin typeface="Arial" panose="020B0604020202020204" pitchFamily="34" charset="0"/>
                <a:cs typeface="Arial" panose="020B0604020202020204" pitchFamily="34" charset="0"/>
              </a:defRPr>
            </a:lvl3pPr>
            <a:lvl4pPr marL="1371545" indent="0">
              <a:buNone/>
              <a:defRPr sz="1167">
                <a:latin typeface="Arial" panose="020B0604020202020204" pitchFamily="34" charset="0"/>
                <a:cs typeface="Arial" panose="020B0604020202020204" pitchFamily="34" charset="0"/>
              </a:defRPr>
            </a:lvl4pPr>
            <a:lvl5pPr marL="1828727" indent="0">
              <a:buNone/>
              <a:defRPr sz="1167">
                <a:latin typeface="Arial" panose="020B0604020202020204" pitchFamily="34" charset="0"/>
                <a:cs typeface="Arial" panose="020B0604020202020204" pitchFamily="34" charset="0"/>
              </a:defRPr>
            </a:lvl5pPr>
          </a:lstStyle>
          <a:p>
            <a:pPr lvl="0"/>
            <a:r>
              <a:rPr lang="en-US"/>
              <a:t>Click to insert image caption</a:t>
            </a:r>
          </a:p>
        </p:txBody>
      </p:sp>
      <p:sp>
        <p:nvSpPr>
          <p:cNvPr id="24" name="Slide Number Placeholder 3">
            <a:extLst>
              <a:ext uri="{FF2B5EF4-FFF2-40B4-BE49-F238E27FC236}">
                <a16:creationId xmlns:a16="http://schemas.microsoft.com/office/drawing/2014/main" id="{183198DF-9C78-DD40-9CE1-2BC11B888821}"/>
              </a:ext>
            </a:extLst>
          </p:cNvPr>
          <p:cNvSpPr>
            <a:spLocks noGrp="1"/>
          </p:cNvSpPr>
          <p:nvPr>
            <p:ph type="sldNum" sz="quarter" idx="22"/>
          </p:nvPr>
        </p:nvSpPr>
        <p:spPr>
          <a:xfrm>
            <a:off x="11661914" y="6477000"/>
            <a:ext cx="377686" cy="381000"/>
          </a:xfrm>
          <a:prstGeom prst="rect">
            <a:avLst/>
          </a:prstGeom>
        </p:spPr>
        <p:txBody>
          <a:bodyPr lIns="0" tIns="0" rIns="0" bIns="0" anchor="ctr" anchorCtr="0"/>
          <a:lstStyle>
            <a:lvl1pPr algn="r">
              <a:defRPr sz="1000">
                <a:solidFill>
                  <a:srgbClr val="B3B3B3"/>
                </a:solidFill>
                <a:latin typeface="Arial" panose="020B0604020202020204" pitchFamily="34" charset="0"/>
                <a:cs typeface="Arial" panose="020B0604020202020204" pitchFamily="34" charset="0"/>
              </a:defRPr>
            </a:lvl1pPr>
          </a:lstStyle>
          <a:p>
            <a:fld id="{9E4E550C-4B88-4802-A5F6-391898D47B36}" type="slidenum">
              <a:rPr lang="en-US" smtClean="0"/>
              <a:t>‹#›</a:t>
            </a:fld>
            <a:endParaRPr lang="en-US"/>
          </a:p>
        </p:txBody>
      </p:sp>
      <p:sp>
        <p:nvSpPr>
          <p:cNvPr id="26" name="Title 1">
            <a:extLst>
              <a:ext uri="{FF2B5EF4-FFF2-40B4-BE49-F238E27FC236}">
                <a16:creationId xmlns:a16="http://schemas.microsoft.com/office/drawing/2014/main" id="{BE0A6ECC-C9D0-4240-B978-69D09F2C9936}"/>
              </a:ext>
            </a:extLst>
          </p:cNvPr>
          <p:cNvSpPr>
            <a:spLocks noGrp="1"/>
          </p:cNvSpPr>
          <p:nvPr>
            <p:ph type="title" hasCustomPrompt="1"/>
          </p:nvPr>
        </p:nvSpPr>
        <p:spPr>
          <a:xfrm>
            <a:off x="2667000" y="225778"/>
            <a:ext cx="9144000" cy="1092483"/>
          </a:xfrm>
          <a:prstGeom prst="rect">
            <a:avLst/>
          </a:prstGeom>
        </p:spPr>
        <p:txBody>
          <a:bodyPr lIns="0" anchor="b"/>
          <a:lstStyle>
            <a:lvl1pPr>
              <a:defRPr lang="en-US" sz="3000" b="1" kern="1200" dirty="0">
                <a:solidFill>
                  <a:schemeClr val="tx2"/>
                </a:solidFill>
                <a:latin typeface="Arial" panose="020B0604020202020204" pitchFamily="34" charset="0"/>
                <a:ea typeface="+mn-ea"/>
                <a:cs typeface="Arial" panose="020B0604020202020204" pitchFamily="34" charset="0"/>
              </a:defRPr>
            </a:lvl1pPr>
          </a:lstStyle>
          <a:p>
            <a:r>
              <a:rPr lang="en-US"/>
              <a:t>Click to edit slide title</a:t>
            </a:r>
          </a:p>
        </p:txBody>
      </p:sp>
      <p:sp>
        <p:nvSpPr>
          <p:cNvPr id="30" name="Date Placeholder 1">
            <a:extLst>
              <a:ext uri="{FF2B5EF4-FFF2-40B4-BE49-F238E27FC236}">
                <a16:creationId xmlns:a16="http://schemas.microsoft.com/office/drawing/2014/main" id="{E4CF0CE7-333F-4604-B518-6F7EE2AA82D5}"/>
              </a:ext>
            </a:extLst>
          </p:cNvPr>
          <p:cNvSpPr>
            <a:spLocks noGrp="1"/>
          </p:cNvSpPr>
          <p:nvPr>
            <p:ph type="dt" sz="half" idx="2"/>
          </p:nvPr>
        </p:nvSpPr>
        <p:spPr>
          <a:xfrm>
            <a:off x="8919507" y="6495963"/>
            <a:ext cx="2590006" cy="362038"/>
          </a:xfrm>
          <a:prstGeom prst="rect">
            <a:avLst/>
          </a:prstGeom>
        </p:spPr>
        <p:txBody>
          <a:bodyPr vert="horz" lIns="91440" tIns="45720" rIns="91440" bIns="45720" rtlCol="0" anchor="ctr"/>
          <a:lstStyle>
            <a:lvl1pPr algn="r">
              <a:defRPr sz="1000">
                <a:solidFill>
                  <a:schemeClr val="tx1">
                    <a:tint val="75000"/>
                  </a:schemeClr>
                </a:solidFill>
              </a:defRPr>
            </a:lvl1pPr>
          </a:lstStyle>
          <a:p>
            <a:fld id="{832F53A4-F3E1-4EF4-8D83-41D423C56C55}" type="datetimeFigureOut">
              <a:rPr lang="en-US" smtClean="0"/>
              <a:t>4/23/2026</a:t>
            </a:fld>
            <a:endParaRPr lang="en-US"/>
          </a:p>
        </p:txBody>
      </p:sp>
      <p:sp>
        <p:nvSpPr>
          <p:cNvPr id="31" name="Footer Placeholder 2">
            <a:extLst>
              <a:ext uri="{FF2B5EF4-FFF2-40B4-BE49-F238E27FC236}">
                <a16:creationId xmlns:a16="http://schemas.microsoft.com/office/drawing/2014/main" id="{21303C4E-FB0C-4A46-BF34-C99D885AA3B1}"/>
              </a:ext>
            </a:extLst>
          </p:cNvPr>
          <p:cNvSpPr>
            <a:spLocks noGrp="1"/>
          </p:cNvSpPr>
          <p:nvPr>
            <p:ph type="ftr" sz="quarter" idx="3"/>
          </p:nvPr>
        </p:nvSpPr>
        <p:spPr>
          <a:xfrm>
            <a:off x="774372" y="6477000"/>
            <a:ext cx="10006518" cy="365125"/>
          </a:xfrm>
          <a:prstGeom prst="rect">
            <a:avLst/>
          </a:prstGeom>
        </p:spPr>
        <p:txBody>
          <a:bodyPr vert="horz" lIns="91440" tIns="45720" rIns="91440" bIns="45720" rtlCol="0" anchor="ctr"/>
          <a:lstStyle>
            <a:lvl1pPr algn="ctr">
              <a:defRPr sz="1000">
                <a:solidFill>
                  <a:schemeClr val="tx1">
                    <a:tint val="75000"/>
                  </a:schemeClr>
                </a:solidFill>
              </a:defRPr>
            </a:lvl1pPr>
          </a:lstStyle>
          <a:p>
            <a:endParaRPr lang="en-US"/>
          </a:p>
        </p:txBody>
      </p:sp>
      <p:sp>
        <p:nvSpPr>
          <p:cNvPr id="32" name="Content Placeholder 4">
            <a:extLst>
              <a:ext uri="{FF2B5EF4-FFF2-40B4-BE49-F238E27FC236}">
                <a16:creationId xmlns:a16="http://schemas.microsoft.com/office/drawing/2014/main" id="{C14080C3-5390-4F4E-9C88-2C080B5CE5D9}"/>
              </a:ext>
            </a:extLst>
          </p:cNvPr>
          <p:cNvSpPr>
            <a:spLocks noGrp="1"/>
          </p:cNvSpPr>
          <p:nvPr>
            <p:ph sz="quarter" idx="24"/>
          </p:nvPr>
        </p:nvSpPr>
        <p:spPr>
          <a:xfrm>
            <a:off x="1143000" y="1828800"/>
            <a:ext cx="10668000" cy="438238"/>
          </a:xfrm>
          <a:prstGeom prst="rect">
            <a:avLst/>
          </a:prstGeom>
        </p:spPr>
        <p:txBody>
          <a:bodyPr/>
          <a:lstStyle>
            <a:lvl1pPr>
              <a:defRPr sz="2333">
                <a:latin typeface="Arial" panose="020B0604020202020204" pitchFamily="34" charset="0"/>
                <a:cs typeface="Arial" panose="020B0604020202020204" pitchFamily="34" charset="0"/>
              </a:defRPr>
            </a:lvl1pPr>
            <a:lvl2pPr marL="685773" indent="-228591">
              <a:buFont typeface="Wingdings" panose="05000000000000000000" pitchFamily="2" charset="2"/>
              <a:buChar char="§"/>
              <a:defRPr sz="2000">
                <a:latin typeface="Arial" panose="020B0604020202020204" pitchFamily="34" charset="0"/>
                <a:cs typeface="Arial" panose="020B0604020202020204" pitchFamily="34" charset="0"/>
              </a:defRPr>
            </a:lvl2pPr>
            <a:lvl3pPr marL="1142954" indent="-228591">
              <a:buFont typeface="Wingdings" panose="05000000000000000000" pitchFamily="2" charset="2"/>
              <a:buChar char="ü"/>
              <a:defRPr sz="1667">
                <a:latin typeface="Arial" panose="020B0604020202020204" pitchFamily="34" charset="0"/>
                <a:cs typeface="Arial" panose="020B0604020202020204" pitchFamily="34" charset="0"/>
              </a:defRPr>
            </a:lvl3pPr>
            <a:lvl4pPr>
              <a:defRPr sz="1500">
                <a:latin typeface="Arial" panose="020B0604020202020204" pitchFamily="34" charset="0"/>
                <a:cs typeface="Arial" panose="020B0604020202020204" pitchFamily="34" charset="0"/>
              </a:defRPr>
            </a:lvl4pPr>
            <a:lvl5pPr marL="2057318" indent="-228591">
              <a:buFont typeface="Wingdings" panose="05000000000000000000" pitchFamily="2" charset="2"/>
              <a:buChar char="§"/>
              <a:defRPr sz="1333">
                <a:latin typeface="Arial" panose="020B0604020202020204" pitchFamily="34" charset="0"/>
                <a:cs typeface="Arial" panose="020B0604020202020204" pitchFamily="34" charset="0"/>
              </a:defRPr>
            </a:lvl5pPr>
          </a:lstStyle>
          <a:p>
            <a:pPr lvl="0"/>
            <a:r>
              <a:rPr lang="en-US"/>
              <a:t>Click to edit Master text styles</a:t>
            </a:r>
          </a:p>
        </p:txBody>
      </p:sp>
    </p:spTree>
    <p:extLst>
      <p:ext uri="{BB962C8B-B14F-4D97-AF65-F5344CB8AC3E}">
        <p14:creationId xmlns:p14="http://schemas.microsoft.com/office/powerpoint/2010/main" val="398891639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6-Picture Gri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49C90B8-4BAF-9A46-98DB-81259C436289}"/>
              </a:ext>
            </a:extLst>
          </p:cNvPr>
          <p:cNvSpPr/>
          <p:nvPr/>
        </p:nvSpPr>
        <p:spPr>
          <a:xfrm>
            <a:off x="4191000" y="0"/>
            <a:ext cx="8001000" cy="6858000"/>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00"/>
          </a:p>
        </p:txBody>
      </p:sp>
      <p:sp>
        <p:nvSpPr>
          <p:cNvPr id="3" name="Picture Placeholder 2">
            <a:extLst>
              <a:ext uri="{FF2B5EF4-FFF2-40B4-BE49-F238E27FC236}">
                <a16:creationId xmlns:a16="http://schemas.microsoft.com/office/drawing/2014/main" id="{3DEE2FC3-856F-2F4B-A52D-94189159AC19}"/>
              </a:ext>
            </a:extLst>
          </p:cNvPr>
          <p:cNvSpPr>
            <a:spLocks noGrp="1"/>
          </p:cNvSpPr>
          <p:nvPr>
            <p:ph type="pic" sz="quarter" idx="10"/>
          </p:nvPr>
        </p:nvSpPr>
        <p:spPr>
          <a:xfrm>
            <a:off x="1143000" y="4217096"/>
            <a:ext cx="3390900" cy="2259904"/>
          </a:xfrm>
          <a:prstGeom prst="rect">
            <a:avLst/>
          </a:prstGeom>
          <a:solidFill>
            <a:srgbClr val="B3B3B3"/>
          </a:solidFill>
        </p:spPr>
        <p:txBody>
          <a:bodyPr lIns="0" tIns="0" rIns="0" bIns="0" anchor="ctr" anchorCtr="0"/>
          <a:lstStyle>
            <a:lvl1pPr marL="0" indent="0" algn="ctr">
              <a:buNone/>
              <a:defRPr sz="1500">
                <a:solidFill>
                  <a:srgbClr val="000000"/>
                </a:solidFill>
                <a:latin typeface="Arial" panose="020B0604020202020204" pitchFamily="34" charset="0"/>
                <a:cs typeface="Arial" panose="020B0604020202020204" pitchFamily="34" charset="0"/>
              </a:defRPr>
            </a:lvl1pPr>
          </a:lstStyle>
          <a:p>
            <a:r>
              <a:rPr lang="en-US"/>
              <a:t>Click icon to add picture</a:t>
            </a:r>
          </a:p>
        </p:txBody>
      </p:sp>
      <p:sp>
        <p:nvSpPr>
          <p:cNvPr id="11" name="Picture Placeholder 2">
            <a:extLst>
              <a:ext uri="{FF2B5EF4-FFF2-40B4-BE49-F238E27FC236}">
                <a16:creationId xmlns:a16="http://schemas.microsoft.com/office/drawing/2014/main" id="{FE341CF1-EFF3-A64D-A9D4-B96C8CD8F301}"/>
              </a:ext>
            </a:extLst>
          </p:cNvPr>
          <p:cNvSpPr>
            <a:spLocks noGrp="1"/>
          </p:cNvSpPr>
          <p:nvPr>
            <p:ph type="pic" sz="quarter" idx="11"/>
          </p:nvPr>
        </p:nvSpPr>
        <p:spPr>
          <a:xfrm>
            <a:off x="1143000" y="1722120"/>
            <a:ext cx="3390900" cy="2263140"/>
          </a:xfrm>
          <a:prstGeom prst="rect">
            <a:avLst/>
          </a:prstGeom>
          <a:solidFill>
            <a:srgbClr val="B3B3B3"/>
          </a:solidFill>
        </p:spPr>
        <p:txBody>
          <a:bodyPr lIns="0" tIns="0" rIns="0" bIns="0" anchor="ctr" anchorCtr="0"/>
          <a:lstStyle>
            <a:lvl1pPr marL="0" indent="0" algn="ctr">
              <a:buNone/>
              <a:defRPr sz="1500">
                <a:solidFill>
                  <a:srgbClr val="000000"/>
                </a:solidFill>
                <a:latin typeface="Arial" panose="020B0604020202020204" pitchFamily="34" charset="0"/>
                <a:cs typeface="Arial" panose="020B0604020202020204" pitchFamily="34" charset="0"/>
              </a:defRPr>
            </a:lvl1pPr>
          </a:lstStyle>
          <a:p>
            <a:r>
              <a:rPr lang="en-US"/>
              <a:t>Click icon to add picture</a:t>
            </a:r>
          </a:p>
        </p:txBody>
      </p:sp>
      <p:sp>
        <p:nvSpPr>
          <p:cNvPr id="13" name="Picture Placeholder 2">
            <a:extLst>
              <a:ext uri="{FF2B5EF4-FFF2-40B4-BE49-F238E27FC236}">
                <a16:creationId xmlns:a16="http://schemas.microsoft.com/office/drawing/2014/main" id="{D0629C78-28FC-874B-96C1-DFAAFF975DEC}"/>
              </a:ext>
            </a:extLst>
          </p:cNvPr>
          <p:cNvSpPr>
            <a:spLocks noGrp="1"/>
          </p:cNvSpPr>
          <p:nvPr>
            <p:ph type="pic" sz="quarter" idx="12"/>
          </p:nvPr>
        </p:nvSpPr>
        <p:spPr>
          <a:xfrm>
            <a:off x="4781550" y="4217096"/>
            <a:ext cx="3390900" cy="2259904"/>
          </a:xfrm>
          <a:prstGeom prst="rect">
            <a:avLst/>
          </a:prstGeom>
          <a:solidFill>
            <a:srgbClr val="B3B3B3"/>
          </a:solidFill>
        </p:spPr>
        <p:txBody>
          <a:bodyPr lIns="0" tIns="0" rIns="0" bIns="0" anchor="ctr" anchorCtr="0"/>
          <a:lstStyle>
            <a:lvl1pPr marL="0" indent="0" algn="ctr">
              <a:buNone/>
              <a:defRPr sz="1500">
                <a:solidFill>
                  <a:srgbClr val="000000"/>
                </a:solidFill>
                <a:latin typeface="Arial" panose="020B0604020202020204" pitchFamily="34" charset="0"/>
                <a:cs typeface="Arial" panose="020B0604020202020204" pitchFamily="34" charset="0"/>
              </a:defRPr>
            </a:lvl1pPr>
          </a:lstStyle>
          <a:p>
            <a:r>
              <a:rPr lang="en-US"/>
              <a:t>Click icon to add picture</a:t>
            </a:r>
          </a:p>
        </p:txBody>
      </p:sp>
      <p:sp>
        <p:nvSpPr>
          <p:cNvPr id="14" name="Picture Placeholder 2">
            <a:extLst>
              <a:ext uri="{FF2B5EF4-FFF2-40B4-BE49-F238E27FC236}">
                <a16:creationId xmlns:a16="http://schemas.microsoft.com/office/drawing/2014/main" id="{5089EEED-3863-BD48-BCCB-4D264015DA60}"/>
              </a:ext>
            </a:extLst>
          </p:cNvPr>
          <p:cNvSpPr>
            <a:spLocks noGrp="1"/>
          </p:cNvSpPr>
          <p:nvPr>
            <p:ph type="pic" sz="quarter" idx="13"/>
          </p:nvPr>
        </p:nvSpPr>
        <p:spPr>
          <a:xfrm>
            <a:off x="4781550" y="1722120"/>
            <a:ext cx="3390900" cy="2263140"/>
          </a:xfrm>
          <a:prstGeom prst="rect">
            <a:avLst/>
          </a:prstGeom>
          <a:solidFill>
            <a:srgbClr val="B3B3B3"/>
          </a:solidFill>
        </p:spPr>
        <p:txBody>
          <a:bodyPr lIns="0" tIns="0" rIns="0" bIns="0" anchor="ctr" anchorCtr="0"/>
          <a:lstStyle>
            <a:lvl1pPr marL="0" indent="0" algn="ctr">
              <a:buNone/>
              <a:defRPr sz="1500">
                <a:solidFill>
                  <a:srgbClr val="000000"/>
                </a:solidFill>
                <a:latin typeface="Arial" panose="020B0604020202020204" pitchFamily="34" charset="0"/>
                <a:cs typeface="Arial" panose="020B0604020202020204" pitchFamily="34" charset="0"/>
              </a:defRPr>
            </a:lvl1pPr>
          </a:lstStyle>
          <a:p>
            <a:r>
              <a:rPr lang="en-US"/>
              <a:t>Click icon to add picture</a:t>
            </a:r>
          </a:p>
        </p:txBody>
      </p:sp>
      <p:sp>
        <p:nvSpPr>
          <p:cNvPr id="15" name="Picture Placeholder 2">
            <a:extLst>
              <a:ext uri="{FF2B5EF4-FFF2-40B4-BE49-F238E27FC236}">
                <a16:creationId xmlns:a16="http://schemas.microsoft.com/office/drawing/2014/main" id="{EEF5B44F-191D-F44D-8AB3-0B9E4AF4B4E2}"/>
              </a:ext>
            </a:extLst>
          </p:cNvPr>
          <p:cNvSpPr>
            <a:spLocks noGrp="1"/>
          </p:cNvSpPr>
          <p:nvPr>
            <p:ph type="pic" sz="quarter" idx="14"/>
          </p:nvPr>
        </p:nvSpPr>
        <p:spPr>
          <a:xfrm>
            <a:off x="8420100" y="4217096"/>
            <a:ext cx="3390900" cy="2259904"/>
          </a:xfrm>
          <a:prstGeom prst="rect">
            <a:avLst/>
          </a:prstGeom>
          <a:solidFill>
            <a:srgbClr val="B3B3B3"/>
          </a:solidFill>
        </p:spPr>
        <p:txBody>
          <a:bodyPr lIns="0" tIns="0" rIns="0" bIns="0" anchor="ctr" anchorCtr="0"/>
          <a:lstStyle>
            <a:lvl1pPr marL="0" indent="0" algn="ctr">
              <a:buNone/>
              <a:defRPr sz="1500">
                <a:solidFill>
                  <a:srgbClr val="000000"/>
                </a:solidFill>
                <a:latin typeface="Arial" panose="020B0604020202020204" pitchFamily="34" charset="0"/>
                <a:cs typeface="Arial" panose="020B0604020202020204" pitchFamily="34" charset="0"/>
              </a:defRPr>
            </a:lvl1pPr>
          </a:lstStyle>
          <a:p>
            <a:r>
              <a:rPr lang="en-US"/>
              <a:t>Click icon to add picture</a:t>
            </a:r>
          </a:p>
        </p:txBody>
      </p:sp>
      <p:sp>
        <p:nvSpPr>
          <p:cNvPr id="16" name="Picture Placeholder 2">
            <a:extLst>
              <a:ext uri="{FF2B5EF4-FFF2-40B4-BE49-F238E27FC236}">
                <a16:creationId xmlns:a16="http://schemas.microsoft.com/office/drawing/2014/main" id="{A26442AE-D905-374C-9CB4-1A1F44C08C61}"/>
              </a:ext>
            </a:extLst>
          </p:cNvPr>
          <p:cNvSpPr>
            <a:spLocks noGrp="1"/>
          </p:cNvSpPr>
          <p:nvPr>
            <p:ph type="pic" sz="quarter" idx="15"/>
          </p:nvPr>
        </p:nvSpPr>
        <p:spPr>
          <a:xfrm>
            <a:off x="8420100" y="1722120"/>
            <a:ext cx="3390900" cy="2263140"/>
          </a:xfrm>
          <a:prstGeom prst="rect">
            <a:avLst/>
          </a:prstGeom>
          <a:solidFill>
            <a:srgbClr val="B3B3B3"/>
          </a:solidFill>
        </p:spPr>
        <p:txBody>
          <a:bodyPr lIns="0" tIns="0" rIns="0" bIns="0" anchor="ctr" anchorCtr="0"/>
          <a:lstStyle>
            <a:lvl1pPr marL="0" indent="0" algn="ctr">
              <a:buNone/>
              <a:defRPr sz="1500">
                <a:solidFill>
                  <a:srgbClr val="000000"/>
                </a:solidFill>
                <a:latin typeface="Arial" panose="020B0604020202020204" pitchFamily="34" charset="0"/>
                <a:cs typeface="Arial" panose="020B0604020202020204" pitchFamily="34" charset="0"/>
              </a:defRPr>
            </a:lvl1pPr>
          </a:lstStyle>
          <a:p>
            <a:r>
              <a:rPr lang="en-US"/>
              <a:t>Click icon to add picture</a:t>
            </a:r>
          </a:p>
        </p:txBody>
      </p:sp>
      <p:sp>
        <p:nvSpPr>
          <p:cNvPr id="17" name="Text Placeholder 5">
            <a:extLst>
              <a:ext uri="{FF2B5EF4-FFF2-40B4-BE49-F238E27FC236}">
                <a16:creationId xmlns:a16="http://schemas.microsoft.com/office/drawing/2014/main" id="{CEBE105C-2ECB-0B46-923F-378B0A5AEBCB}"/>
              </a:ext>
            </a:extLst>
          </p:cNvPr>
          <p:cNvSpPr>
            <a:spLocks noGrp="1"/>
          </p:cNvSpPr>
          <p:nvPr>
            <p:ph type="body" sz="quarter" idx="16" hasCustomPrompt="1"/>
          </p:nvPr>
        </p:nvSpPr>
        <p:spPr>
          <a:xfrm>
            <a:off x="1143000" y="3299460"/>
            <a:ext cx="3390900" cy="685800"/>
          </a:xfrm>
          <a:prstGeom prst="rect">
            <a:avLst/>
          </a:prstGeom>
          <a:gradFill>
            <a:gsLst>
              <a:gs pos="0">
                <a:srgbClr val="000000">
                  <a:alpha val="0"/>
                </a:srgbClr>
              </a:gs>
              <a:gs pos="100000">
                <a:srgbClr val="000000"/>
              </a:gs>
            </a:gsLst>
            <a:lin ang="5400000" scaled="0"/>
          </a:gradFill>
        </p:spPr>
        <p:txBody>
          <a:bodyPr lIns="182880" tIns="182880" rIns="182880" bIns="182880" anchor="b" anchorCtr="0"/>
          <a:lstStyle>
            <a:lvl1pPr marL="0" indent="0">
              <a:buNone/>
              <a:defRPr sz="1250" b="1">
                <a:solidFill>
                  <a:schemeClr val="bg1"/>
                </a:solidFill>
                <a:latin typeface="Arial" panose="020B0604020202020204" pitchFamily="34" charset="0"/>
                <a:cs typeface="Arial" panose="020B0604020202020204" pitchFamily="34" charset="0"/>
              </a:defRPr>
            </a:lvl1pPr>
            <a:lvl2pPr marL="457182" indent="0">
              <a:buNone/>
              <a:defRPr sz="1167">
                <a:latin typeface="Arial" panose="020B0604020202020204" pitchFamily="34" charset="0"/>
                <a:cs typeface="Arial" panose="020B0604020202020204" pitchFamily="34" charset="0"/>
              </a:defRPr>
            </a:lvl2pPr>
            <a:lvl3pPr marL="914363" indent="0">
              <a:buNone/>
              <a:defRPr sz="1167">
                <a:latin typeface="Arial" panose="020B0604020202020204" pitchFamily="34" charset="0"/>
                <a:cs typeface="Arial" panose="020B0604020202020204" pitchFamily="34" charset="0"/>
              </a:defRPr>
            </a:lvl3pPr>
            <a:lvl4pPr marL="1371545" indent="0">
              <a:buNone/>
              <a:defRPr sz="1167">
                <a:latin typeface="Arial" panose="020B0604020202020204" pitchFamily="34" charset="0"/>
                <a:cs typeface="Arial" panose="020B0604020202020204" pitchFamily="34" charset="0"/>
              </a:defRPr>
            </a:lvl4pPr>
            <a:lvl5pPr marL="1828727" indent="0">
              <a:buNone/>
              <a:defRPr sz="1167">
                <a:latin typeface="Arial" panose="020B0604020202020204" pitchFamily="34" charset="0"/>
                <a:cs typeface="Arial" panose="020B0604020202020204" pitchFamily="34" charset="0"/>
              </a:defRPr>
            </a:lvl5pPr>
          </a:lstStyle>
          <a:p>
            <a:pPr lvl="0"/>
            <a:r>
              <a:rPr lang="en-US"/>
              <a:t>Click to insert image caption</a:t>
            </a:r>
          </a:p>
        </p:txBody>
      </p:sp>
      <p:sp>
        <p:nvSpPr>
          <p:cNvPr id="19" name="Text Placeholder 5">
            <a:extLst>
              <a:ext uri="{FF2B5EF4-FFF2-40B4-BE49-F238E27FC236}">
                <a16:creationId xmlns:a16="http://schemas.microsoft.com/office/drawing/2014/main" id="{8B0900D4-1543-834B-AE27-9A72FD91B398}"/>
              </a:ext>
            </a:extLst>
          </p:cNvPr>
          <p:cNvSpPr>
            <a:spLocks noGrp="1"/>
          </p:cNvSpPr>
          <p:nvPr>
            <p:ph type="body" sz="quarter" idx="17" hasCustomPrompt="1"/>
          </p:nvPr>
        </p:nvSpPr>
        <p:spPr>
          <a:xfrm>
            <a:off x="1143000" y="5791200"/>
            <a:ext cx="3390900" cy="685800"/>
          </a:xfrm>
          <a:prstGeom prst="rect">
            <a:avLst/>
          </a:prstGeom>
          <a:gradFill>
            <a:gsLst>
              <a:gs pos="0">
                <a:srgbClr val="000000">
                  <a:alpha val="0"/>
                </a:srgbClr>
              </a:gs>
              <a:gs pos="100000">
                <a:srgbClr val="000000"/>
              </a:gs>
            </a:gsLst>
            <a:lin ang="5400000" scaled="0"/>
          </a:gradFill>
        </p:spPr>
        <p:txBody>
          <a:bodyPr lIns="182880" tIns="182880" rIns="182880" bIns="182880" anchor="b" anchorCtr="0"/>
          <a:lstStyle>
            <a:lvl1pPr marL="0" indent="0">
              <a:buNone/>
              <a:defRPr sz="1250" b="1">
                <a:solidFill>
                  <a:schemeClr val="bg1"/>
                </a:solidFill>
                <a:latin typeface="Arial" panose="020B0604020202020204" pitchFamily="34" charset="0"/>
                <a:cs typeface="Arial" panose="020B0604020202020204" pitchFamily="34" charset="0"/>
              </a:defRPr>
            </a:lvl1pPr>
            <a:lvl2pPr marL="457182" indent="0">
              <a:buNone/>
              <a:defRPr sz="1167">
                <a:latin typeface="Arial" panose="020B0604020202020204" pitchFamily="34" charset="0"/>
                <a:cs typeface="Arial" panose="020B0604020202020204" pitchFamily="34" charset="0"/>
              </a:defRPr>
            </a:lvl2pPr>
            <a:lvl3pPr marL="914363" indent="0">
              <a:buNone/>
              <a:defRPr sz="1167">
                <a:latin typeface="Arial" panose="020B0604020202020204" pitchFamily="34" charset="0"/>
                <a:cs typeface="Arial" panose="020B0604020202020204" pitchFamily="34" charset="0"/>
              </a:defRPr>
            </a:lvl3pPr>
            <a:lvl4pPr marL="1371545" indent="0">
              <a:buNone/>
              <a:defRPr sz="1167">
                <a:latin typeface="Arial" panose="020B0604020202020204" pitchFamily="34" charset="0"/>
                <a:cs typeface="Arial" panose="020B0604020202020204" pitchFamily="34" charset="0"/>
              </a:defRPr>
            </a:lvl4pPr>
            <a:lvl5pPr marL="1828727" indent="0">
              <a:buNone/>
              <a:defRPr sz="1167">
                <a:latin typeface="Arial" panose="020B0604020202020204" pitchFamily="34" charset="0"/>
                <a:cs typeface="Arial" panose="020B0604020202020204" pitchFamily="34" charset="0"/>
              </a:defRPr>
            </a:lvl5pPr>
          </a:lstStyle>
          <a:p>
            <a:pPr lvl="0"/>
            <a:r>
              <a:rPr lang="en-US"/>
              <a:t>Click to insert image caption</a:t>
            </a:r>
          </a:p>
        </p:txBody>
      </p:sp>
      <p:sp>
        <p:nvSpPr>
          <p:cNvPr id="20" name="Text Placeholder 5">
            <a:extLst>
              <a:ext uri="{FF2B5EF4-FFF2-40B4-BE49-F238E27FC236}">
                <a16:creationId xmlns:a16="http://schemas.microsoft.com/office/drawing/2014/main" id="{F64FB6B4-B0C6-5949-9F2B-7BCB7B207394}"/>
              </a:ext>
            </a:extLst>
          </p:cNvPr>
          <p:cNvSpPr>
            <a:spLocks noGrp="1"/>
          </p:cNvSpPr>
          <p:nvPr>
            <p:ph type="body" sz="quarter" idx="18" hasCustomPrompt="1"/>
          </p:nvPr>
        </p:nvSpPr>
        <p:spPr>
          <a:xfrm>
            <a:off x="4781550" y="3299460"/>
            <a:ext cx="3390900" cy="685800"/>
          </a:xfrm>
          <a:prstGeom prst="rect">
            <a:avLst/>
          </a:prstGeom>
          <a:gradFill>
            <a:gsLst>
              <a:gs pos="0">
                <a:srgbClr val="000000">
                  <a:alpha val="0"/>
                </a:srgbClr>
              </a:gs>
              <a:gs pos="100000">
                <a:srgbClr val="000000"/>
              </a:gs>
            </a:gsLst>
            <a:lin ang="5400000" scaled="0"/>
          </a:gradFill>
        </p:spPr>
        <p:txBody>
          <a:bodyPr lIns="182880" tIns="182880" rIns="182880" bIns="182880" anchor="b" anchorCtr="0"/>
          <a:lstStyle>
            <a:lvl1pPr marL="0" indent="0">
              <a:buNone/>
              <a:defRPr sz="1250" b="1">
                <a:solidFill>
                  <a:schemeClr val="bg1"/>
                </a:solidFill>
                <a:latin typeface="Arial" panose="020B0604020202020204" pitchFamily="34" charset="0"/>
                <a:cs typeface="Arial" panose="020B0604020202020204" pitchFamily="34" charset="0"/>
              </a:defRPr>
            </a:lvl1pPr>
            <a:lvl2pPr marL="457182" indent="0">
              <a:buNone/>
              <a:defRPr sz="1167">
                <a:latin typeface="Arial" panose="020B0604020202020204" pitchFamily="34" charset="0"/>
                <a:cs typeface="Arial" panose="020B0604020202020204" pitchFamily="34" charset="0"/>
              </a:defRPr>
            </a:lvl2pPr>
            <a:lvl3pPr marL="914363" indent="0">
              <a:buNone/>
              <a:defRPr sz="1167">
                <a:latin typeface="Arial" panose="020B0604020202020204" pitchFamily="34" charset="0"/>
                <a:cs typeface="Arial" panose="020B0604020202020204" pitchFamily="34" charset="0"/>
              </a:defRPr>
            </a:lvl3pPr>
            <a:lvl4pPr marL="1371545" indent="0">
              <a:buNone/>
              <a:defRPr sz="1167">
                <a:latin typeface="Arial" panose="020B0604020202020204" pitchFamily="34" charset="0"/>
                <a:cs typeface="Arial" panose="020B0604020202020204" pitchFamily="34" charset="0"/>
              </a:defRPr>
            </a:lvl4pPr>
            <a:lvl5pPr marL="1828727" indent="0">
              <a:buNone/>
              <a:defRPr sz="1167">
                <a:latin typeface="Arial" panose="020B0604020202020204" pitchFamily="34" charset="0"/>
                <a:cs typeface="Arial" panose="020B0604020202020204" pitchFamily="34" charset="0"/>
              </a:defRPr>
            </a:lvl5pPr>
          </a:lstStyle>
          <a:p>
            <a:pPr lvl="0"/>
            <a:r>
              <a:rPr lang="en-US"/>
              <a:t>Click to insert image caption</a:t>
            </a:r>
          </a:p>
        </p:txBody>
      </p:sp>
      <p:sp>
        <p:nvSpPr>
          <p:cNvPr id="21" name="Text Placeholder 5">
            <a:extLst>
              <a:ext uri="{FF2B5EF4-FFF2-40B4-BE49-F238E27FC236}">
                <a16:creationId xmlns:a16="http://schemas.microsoft.com/office/drawing/2014/main" id="{8FDD81E0-346D-A544-A838-A6991588AE4C}"/>
              </a:ext>
            </a:extLst>
          </p:cNvPr>
          <p:cNvSpPr>
            <a:spLocks noGrp="1"/>
          </p:cNvSpPr>
          <p:nvPr>
            <p:ph type="body" sz="quarter" idx="19" hasCustomPrompt="1"/>
          </p:nvPr>
        </p:nvSpPr>
        <p:spPr>
          <a:xfrm>
            <a:off x="4781550" y="5791200"/>
            <a:ext cx="3390900" cy="685800"/>
          </a:xfrm>
          <a:prstGeom prst="rect">
            <a:avLst/>
          </a:prstGeom>
          <a:gradFill>
            <a:gsLst>
              <a:gs pos="0">
                <a:srgbClr val="000000">
                  <a:alpha val="0"/>
                </a:srgbClr>
              </a:gs>
              <a:gs pos="100000">
                <a:srgbClr val="000000"/>
              </a:gs>
            </a:gsLst>
            <a:lin ang="5400000" scaled="0"/>
          </a:gradFill>
        </p:spPr>
        <p:txBody>
          <a:bodyPr lIns="182880" tIns="182880" rIns="182880" bIns="182880" anchor="b" anchorCtr="0"/>
          <a:lstStyle>
            <a:lvl1pPr marL="0" indent="0">
              <a:buNone/>
              <a:defRPr sz="1250" b="1">
                <a:solidFill>
                  <a:schemeClr val="bg1"/>
                </a:solidFill>
                <a:latin typeface="Arial" panose="020B0604020202020204" pitchFamily="34" charset="0"/>
                <a:cs typeface="Arial" panose="020B0604020202020204" pitchFamily="34" charset="0"/>
              </a:defRPr>
            </a:lvl1pPr>
            <a:lvl2pPr marL="457182" indent="0">
              <a:buNone/>
              <a:defRPr sz="1167">
                <a:latin typeface="Arial" panose="020B0604020202020204" pitchFamily="34" charset="0"/>
                <a:cs typeface="Arial" panose="020B0604020202020204" pitchFamily="34" charset="0"/>
              </a:defRPr>
            </a:lvl2pPr>
            <a:lvl3pPr marL="914363" indent="0">
              <a:buNone/>
              <a:defRPr sz="1167">
                <a:latin typeface="Arial" panose="020B0604020202020204" pitchFamily="34" charset="0"/>
                <a:cs typeface="Arial" panose="020B0604020202020204" pitchFamily="34" charset="0"/>
              </a:defRPr>
            </a:lvl3pPr>
            <a:lvl4pPr marL="1371545" indent="0">
              <a:buNone/>
              <a:defRPr sz="1167">
                <a:latin typeface="Arial" panose="020B0604020202020204" pitchFamily="34" charset="0"/>
                <a:cs typeface="Arial" panose="020B0604020202020204" pitchFamily="34" charset="0"/>
              </a:defRPr>
            </a:lvl4pPr>
            <a:lvl5pPr marL="1828727" indent="0">
              <a:buNone/>
              <a:defRPr sz="1167">
                <a:latin typeface="Arial" panose="020B0604020202020204" pitchFamily="34" charset="0"/>
                <a:cs typeface="Arial" panose="020B0604020202020204" pitchFamily="34" charset="0"/>
              </a:defRPr>
            </a:lvl5pPr>
          </a:lstStyle>
          <a:p>
            <a:pPr lvl="0"/>
            <a:r>
              <a:rPr lang="en-US"/>
              <a:t>Click to insert image caption</a:t>
            </a:r>
          </a:p>
        </p:txBody>
      </p:sp>
      <p:sp>
        <p:nvSpPr>
          <p:cNvPr id="22" name="Text Placeholder 5">
            <a:extLst>
              <a:ext uri="{FF2B5EF4-FFF2-40B4-BE49-F238E27FC236}">
                <a16:creationId xmlns:a16="http://schemas.microsoft.com/office/drawing/2014/main" id="{CDB91CB5-0E93-FA44-9508-60493542C74C}"/>
              </a:ext>
            </a:extLst>
          </p:cNvPr>
          <p:cNvSpPr>
            <a:spLocks noGrp="1"/>
          </p:cNvSpPr>
          <p:nvPr>
            <p:ph type="body" sz="quarter" idx="20" hasCustomPrompt="1"/>
          </p:nvPr>
        </p:nvSpPr>
        <p:spPr>
          <a:xfrm>
            <a:off x="8420100" y="3299460"/>
            <a:ext cx="3390900" cy="685800"/>
          </a:xfrm>
          <a:prstGeom prst="rect">
            <a:avLst/>
          </a:prstGeom>
          <a:gradFill>
            <a:gsLst>
              <a:gs pos="0">
                <a:srgbClr val="000000">
                  <a:alpha val="0"/>
                </a:srgbClr>
              </a:gs>
              <a:gs pos="100000">
                <a:srgbClr val="000000"/>
              </a:gs>
            </a:gsLst>
            <a:lin ang="5400000" scaled="0"/>
          </a:gradFill>
        </p:spPr>
        <p:txBody>
          <a:bodyPr lIns="182880" tIns="182880" rIns="182880" bIns="182880" anchor="b" anchorCtr="0"/>
          <a:lstStyle>
            <a:lvl1pPr marL="0" indent="0">
              <a:buNone/>
              <a:defRPr sz="1250" b="1">
                <a:solidFill>
                  <a:schemeClr val="bg1"/>
                </a:solidFill>
                <a:latin typeface="Arial" panose="020B0604020202020204" pitchFamily="34" charset="0"/>
                <a:cs typeface="Arial" panose="020B0604020202020204" pitchFamily="34" charset="0"/>
              </a:defRPr>
            </a:lvl1pPr>
            <a:lvl2pPr marL="457182" indent="0">
              <a:buNone/>
              <a:defRPr sz="1167">
                <a:latin typeface="Arial" panose="020B0604020202020204" pitchFamily="34" charset="0"/>
                <a:cs typeface="Arial" panose="020B0604020202020204" pitchFamily="34" charset="0"/>
              </a:defRPr>
            </a:lvl2pPr>
            <a:lvl3pPr marL="914363" indent="0">
              <a:buNone/>
              <a:defRPr sz="1167">
                <a:latin typeface="Arial" panose="020B0604020202020204" pitchFamily="34" charset="0"/>
                <a:cs typeface="Arial" panose="020B0604020202020204" pitchFamily="34" charset="0"/>
              </a:defRPr>
            </a:lvl3pPr>
            <a:lvl4pPr marL="1371545" indent="0">
              <a:buNone/>
              <a:defRPr sz="1167">
                <a:latin typeface="Arial" panose="020B0604020202020204" pitchFamily="34" charset="0"/>
                <a:cs typeface="Arial" panose="020B0604020202020204" pitchFamily="34" charset="0"/>
              </a:defRPr>
            </a:lvl4pPr>
            <a:lvl5pPr marL="1828727" indent="0">
              <a:buNone/>
              <a:defRPr sz="1167">
                <a:latin typeface="Arial" panose="020B0604020202020204" pitchFamily="34" charset="0"/>
                <a:cs typeface="Arial" panose="020B0604020202020204" pitchFamily="34" charset="0"/>
              </a:defRPr>
            </a:lvl5pPr>
          </a:lstStyle>
          <a:p>
            <a:pPr lvl="0"/>
            <a:r>
              <a:rPr lang="en-US"/>
              <a:t>Click to insert image caption</a:t>
            </a:r>
          </a:p>
        </p:txBody>
      </p:sp>
      <p:sp>
        <p:nvSpPr>
          <p:cNvPr id="23" name="Text Placeholder 5">
            <a:extLst>
              <a:ext uri="{FF2B5EF4-FFF2-40B4-BE49-F238E27FC236}">
                <a16:creationId xmlns:a16="http://schemas.microsoft.com/office/drawing/2014/main" id="{92F736B8-F799-F047-BE4E-297E64A7549C}"/>
              </a:ext>
            </a:extLst>
          </p:cNvPr>
          <p:cNvSpPr>
            <a:spLocks noGrp="1"/>
          </p:cNvSpPr>
          <p:nvPr>
            <p:ph type="body" sz="quarter" idx="21" hasCustomPrompt="1"/>
          </p:nvPr>
        </p:nvSpPr>
        <p:spPr>
          <a:xfrm>
            <a:off x="8420100" y="5791200"/>
            <a:ext cx="3390900" cy="685800"/>
          </a:xfrm>
          <a:prstGeom prst="rect">
            <a:avLst/>
          </a:prstGeom>
          <a:gradFill>
            <a:gsLst>
              <a:gs pos="0">
                <a:srgbClr val="000000">
                  <a:alpha val="0"/>
                </a:srgbClr>
              </a:gs>
              <a:gs pos="100000">
                <a:srgbClr val="000000"/>
              </a:gs>
            </a:gsLst>
            <a:lin ang="5400000" scaled="0"/>
          </a:gradFill>
        </p:spPr>
        <p:txBody>
          <a:bodyPr lIns="182880" tIns="182880" rIns="182880" bIns="182880" anchor="b" anchorCtr="0"/>
          <a:lstStyle>
            <a:lvl1pPr marL="0" indent="0">
              <a:buNone/>
              <a:defRPr sz="1250" b="1">
                <a:solidFill>
                  <a:schemeClr val="bg1"/>
                </a:solidFill>
                <a:latin typeface="Arial" panose="020B0604020202020204" pitchFamily="34" charset="0"/>
                <a:cs typeface="Arial" panose="020B0604020202020204" pitchFamily="34" charset="0"/>
              </a:defRPr>
            </a:lvl1pPr>
            <a:lvl2pPr marL="457182" indent="0">
              <a:buNone/>
              <a:defRPr sz="1167">
                <a:latin typeface="Arial" panose="020B0604020202020204" pitchFamily="34" charset="0"/>
                <a:cs typeface="Arial" panose="020B0604020202020204" pitchFamily="34" charset="0"/>
              </a:defRPr>
            </a:lvl2pPr>
            <a:lvl3pPr marL="914363" indent="0">
              <a:buNone/>
              <a:defRPr sz="1167">
                <a:latin typeface="Arial" panose="020B0604020202020204" pitchFamily="34" charset="0"/>
                <a:cs typeface="Arial" panose="020B0604020202020204" pitchFamily="34" charset="0"/>
              </a:defRPr>
            </a:lvl3pPr>
            <a:lvl4pPr marL="1371545" indent="0">
              <a:buNone/>
              <a:defRPr sz="1167">
                <a:latin typeface="Arial" panose="020B0604020202020204" pitchFamily="34" charset="0"/>
                <a:cs typeface="Arial" panose="020B0604020202020204" pitchFamily="34" charset="0"/>
              </a:defRPr>
            </a:lvl4pPr>
            <a:lvl5pPr marL="1828727" indent="0">
              <a:buNone/>
              <a:defRPr sz="1167">
                <a:latin typeface="Arial" panose="020B0604020202020204" pitchFamily="34" charset="0"/>
                <a:cs typeface="Arial" panose="020B0604020202020204" pitchFamily="34" charset="0"/>
              </a:defRPr>
            </a:lvl5pPr>
          </a:lstStyle>
          <a:p>
            <a:pPr lvl="0"/>
            <a:r>
              <a:rPr lang="en-US"/>
              <a:t>Click to insert image caption</a:t>
            </a:r>
          </a:p>
        </p:txBody>
      </p:sp>
      <p:sp>
        <p:nvSpPr>
          <p:cNvPr id="24" name="Slide Number Placeholder 3">
            <a:extLst>
              <a:ext uri="{FF2B5EF4-FFF2-40B4-BE49-F238E27FC236}">
                <a16:creationId xmlns:a16="http://schemas.microsoft.com/office/drawing/2014/main" id="{183198DF-9C78-DD40-9CE1-2BC11B888821}"/>
              </a:ext>
            </a:extLst>
          </p:cNvPr>
          <p:cNvSpPr>
            <a:spLocks noGrp="1"/>
          </p:cNvSpPr>
          <p:nvPr>
            <p:ph type="sldNum" sz="quarter" idx="22"/>
          </p:nvPr>
        </p:nvSpPr>
        <p:spPr>
          <a:xfrm>
            <a:off x="11661914" y="6477000"/>
            <a:ext cx="377686" cy="381000"/>
          </a:xfrm>
          <a:prstGeom prst="rect">
            <a:avLst/>
          </a:prstGeom>
        </p:spPr>
        <p:txBody>
          <a:bodyPr lIns="0" tIns="0" rIns="0" bIns="0" anchor="ctr" anchorCtr="0"/>
          <a:lstStyle>
            <a:lvl1pPr algn="r">
              <a:defRPr sz="1000">
                <a:solidFill>
                  <a:srgbClr val="B3B3B3"/>
                </a:solidFill>
                <a:latin typeface="Arial" panose="020B0604020202020204" pitchFamily="34" charset="0"/>
                <a:cs typeface="Arial" panose="020B0604020202020204" pitchFamily="34" charset="0"/>
              </a:defRPr>
            </a:lvl1pPr>
          </a:lstStyle>
          <a:p>
            <a:fld id="{9E4E550C-4B88-4802-A5F6-391898D47B36}" type="slidenum">
              <a:rPr lang="en-US" smtClean="0"/>
              <a:t>‹#›</a:t>
            </a:fld>
            <a:endParaRPr lang="en-US"/>
          </a:p>
        </p:txBody>
      </p:sp>
      <p:sp>
        <p:nvSpPr>
          <p:cNvPr id="28" name="Date Placeholder 1">
            <a:extLst>
              <a:ext uri="{FF2B5EF4-FFF2-40B4-BE49-F238E27FC236}">
                <a16:creationId xmlns:a16="http://schemas.microsoft.com/office/drawing/2014/main" id="{68F188F7-153E-49D5-8DFC-19025204703A}"/>
              </a:ext>
            </a:extLst>
          </p:cNvPr>
          <p:cNvSpPr>
            <a:spLocks noGrp="1"/>
          </p:cNvSpPr>
          <p:nvPr>
            <p:ph type="dt" sz="half" idx="2"/>
          </p:nvPr>
        </p:nvSpPr>
        <p:spPr>
          <a:xfrm>
            <a:off x="8919507" y="6495963"/>
            <a:ext cx="2590006" cy="362038"/>
          </a:xfrm>
          <a:prstGeom prst="rect">
            <a:avLst/>
          </a:prstGeom>
        </p:spPr>
        <p:txBody>
          <a:bodyPr vert="horz" lIns="91440" tIns="45720" rIns="91440" bIns="45720" rtlCol="0" anchor="ctr"/>
          <a:lstStyle>
            <a:lvl1pPr algn="r">
              <a:defRPr sz="1000">
                <a:solidFill>
                  <a:schemeClr val="tx1">
                    <a:tint val="75000"/>
                  </a:schemeClr>
                </a:solidFill>
              </a:defRPr>
            </a:lvl1pPr>
          </a:lstStyle>
          <a:p>
            <a:fld id="{832F53A4-F3E1-4EF4-8D83-41D423C56C55}" type="datetimeFigureOut">
              <a:rPr lang="en-US" smtClean="0"/>
              <a:t>4/23/2026</a:t>
            </a:fld>
            <a:endParaRPr lang="en-US"/>
          </a:p>
        </p:txBody>
      </p:sp>
      <p:sp>
        <p:nvSpPr>
          <p:cNvPr id="29" name="Footer Placeholder 2">
            <a:extLst>
              <a:ext uri="{FF2B5EF4-FFF2-40B4-BE49-F238E27FC236}">
                <a16:creationId xmlns:a16="http://schemas.microsoft.com/office/drawing/2014/main" id="{578EF931-9BED-4D2C-8850-F588C3E36023}"/>
              </a:ext>
            </a:extLst>
          </p:cNvPr>
          <p:cNvSpPr>
            <a:spLocks noGrp="1"/>
          </p:cNvSpPr>
          <p:nvPr>
            <p:ph type="ftr" sz="quarter" idx="3"/>
          </p:nvPr>
        </p:nvSpPr>
        <p:spPr>
          <a:xfrm>
            <a:off x="774372" y="6477000"/>
            <a:ext cx="10006518" cy="365125"/>
          </a:xfrm>
          <a:prstGeom prst="rect">
            <a:avLst/>
          </a:prstGeom>
        </p:spPr>
        <p:txBody>
          <a:bodyPr vert="horz" lIns="91440" tIns="45720" rIns="91440" bIns="45720" rtlCol="0" anchor="ctr"/>
          <a:lstStyle>
            <a:lvl1pPr algn="ctr">
              <a:defRPr sz="1000">
                <a:solidFill>
                  <a:schemeClr val="tx1">
                    <a:tint val="75000"/>
                  </a:schemeClr>
                </a:solidFill>
              </a:defRPr>
            </a:lvl1pPr>
          </a:lstStyle>
          <a:p>
            <a:endParaRPr lang="en-US"/>
          </a:p>
        </p:txBody>
      </p:sp>
      <p:sp>
        <p:nvSpPr>
          <p:cNvPr id="30" name="Title 1">
            <a:extLst>
              <a:ext uri="{FF2B5EF4-FFF2-40B4-BE49-F238E27FC236}">
                <a16:creationId xmlns:a16="http://schemas.microsoft.com/office/drawing/2014/main" id="{7B7AD090-7EA2-424E-A15B-B80A20326A1D}"/>
              </a:ext>
            </a:extLst>
          </p:cNvPr>
          <p:cNvSpPr>
            <a:spLocks noGrp="1"/>
          </p:cNvSpPr>
          <p:nvPr>
            <p:ph type="title" hasCustomPrompt="1"/>
          </p:nvPr>
        </p:nvSpPr>
        <p:spPr>
          <a:xfrm>
            <a:off x="2667000" y="225778"/>
            <a:ext cx="9144000" cy="1092483"/>
          </a:xfrm>
          <a:prstGeom prst="rect">
            <a:avLst/>
          </a:prstGeom>
        </p:spPr>
        <p:txBody>
          <a:bodyPr lIns="0" anchor="b"/>
          <a:lstStyle>
            <a:lvl1pPr>
              <a:defRPr lang="en-US" sz="3000" b="1" kern="1200" dirty="0">
                <a:solidFill>
                  <a:schemeClr val="tx2"/>
                </a:solidFill>
                <a:latin typeface="Arial" panose="020B0604020202020204" pitchFamily="34" charset="0"/>
                <a:ea typeface="+mn-ea"/>
                <a:cs typeface="Arial" panose="020B0604020202020204" pitchFamily="34" charset="0"/>
              </a:defRPr>
            </a:lvl1pPr>
          </a:lstStyle>
          <a:p>
            <a:r>
              <a:rPr lang="en-US"/>
              <a:t>Click to edit slide title</a:t>
            </a:r>
          </a:p>
        </p:txBody>
      </p:sp>
    </p:spTree>
    <p:extLst>
      <p:ext uri="{BB962C8B-B14F-4D97-AF65-F5344CB8AC3E}">
        <p14:creationId xmlns:p14="http://schemas.microsoft.com/office/powerpoint/2010/main" val="287323194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D96EEDE-6486-774B-B0E3-751BBA42CE35}"/>
              </a:ext>
            </a:extLst>
          </p:cNvPr>
          <p:cNvSpPr/>
          <p:nvPr/>
        </p:nvSpPr>
        <p:spPr>
          <a:xfrm>
            <a:off x="4191000" y="0"/>
            <a:ext cx="8001000" cy="6858000"/>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00"/>
          </a:p>
        </p:txBody>
      </p:sp>
      <p:sp>
        <p:nvSpPr>
          <p:cNvPr id="4" name="Slide Number Placeholder 3"/>
          <p:cNvSpPr>
            <a:spLocks noGrp="1"/>
          </p:cNvSpPr>
          <p:nvPr>
            <p:ph type="sldNum" sz="quarter" idx="12"/>
          </p:nvPr>
        </p:nvSpPr>
        <p:spPr>
          <a:xfrm>
            <a:off x="11661914" y="6477000"/>
            <a:ext cx="377686" cy="381000"/>
          </a:xfrm>
          <a:prstGeom prst="rect">
            <a:avLst/>
          </a:prstGeom>
        </p:spPr>
        <p:txBody>
          <a:bodyPr lIns="0" tIns="0" rIns="0" bIns="0" anchor="ctr" anchorCtr="0"/>
          <a:lstStyle>
            <a:lvl1pPr algn="r">
              <a:defRPr sz="1000">
                <a:solidFill>
                  <a:srgbClr val="B3B3B3"/>
                </a:solidFill>
                <a:latin typeface="Arial" panose="020B0604020202020204" pitchFamily="34" charset="0"/>
                <a:cs typeface="Arial" panose="020B0604020202020204" pitchFamily="34" charset="0"/>
              </a:defRPr>
            </a:lvl1pPr>
          </a:lstStyle>
          <a:p>
            <a:fld id="{9E4E550C-4B88-4802-A5F6-391898D47B36}" type="slidenum">
              <a:rPr lang="en-US" smtClean="0"/>
              <a:t>‹#›</a:t>
            </a:fld>
            <a:endParaRPr lang="en-US"/>
          </a:p>
        </p:txBody>
      </p:sp>
      <p:sp>
        <p:nvSpPr>
          <p:cNvPr id="6" name="Date Placeholder 1">
            <a:extLst>
              <a:ext uri="{FF2B5EF4-FFF2-40B4-BE49-F238E27FC236}">
                <a16:creationId xmlns:a16="http://schemas.microsoft.com/office/drawing/2014/main" id="{8F28E1ED-1888-403E-AAF0-8053EF9DF5EA}"/>
              </a:ext>
            </a:extLst>
          </p:cNvPr>
          <p:cNvSpPr>
            <a:spLocks noGrp="1"/>
          </p:cNvSpPr>
          <p:nvPr>
            <p:ph type="dt" sz="half" idx="2"/>
          </p:nvPr>
        </p:nvSpPr>
        <p:spPr>
          <a:xfrm>
            <a:off x="8919507" y="6495963"/>
            <a:ext cx="2590006" cy="362038"/>
          </a:xfrm>
          <a:prstGeom prst="rect">
            <a:avLst/>
          </a:prstGeom>
        </p:spPr>
        <p:txBody>
          <a:bodyPr vert="horz" lIns="91440" tIns="45720" rIns="91440" bIns="45720" rtlCol="0" anchor="ctr"/>
          <a:lstStyle>
            <a:lvl1pPr algn="r">
              <a:defRPr sz="1000">
                <a:solidFill>
                  <a:schemeClr val="tx1">
                    <a:tint val="75000"/>
                  </a:schemeClr>
                </a:solidFill>
              </a:defRPr>
            </a:lvl1pPr>
          </a:lstStyle>
          <a:p>
            <a:fld id="{832F53A4-F3E1-4EF4-8D83-41D423C56C55}" type="datetimeFigureOut">
              <a:rPr lang="en-US" smtClean="0"/>
              <a:t>4/23/2026</a:t>
            </a:fld>
            <a:endParaRPr lang="en-US"/>
          </a:p>
        </p:txBody>
      </p:sp>
      <p:sp>
        <p:nvSpPr>
          <p:cNvPr id="7" name="Footer Placeholder 2">
            <a:extLst>
              <a:ext uri="{FF2B5EF4-FFF2-40B4-BE49-F238E27FC236}">
                <a16:creationId xmlns:a16="http://schemas.microsoft.com/office/drawing/2014/main" id="{227E8059-8EC0-42A2-8A9E-251427CDC055}"/>
              </a:ext>
            </a:extLst>
          </p:cNvPr>
          <p:cNvSpPr>
            <a:spLocks noGrp="1"/>
          </p:cNvSpPr>
          <p:nvPr>
            <p:ph type="ftr" sz="quarter" idx="3"/>
          </p:nvPr>
        </p:nvSpPr>
        <p:spPr>
          <a:xfrm>
            <a:off x="774372" y="6477000"/>
            <a:ext cx="10006518" cy="365125"/>
          </a:xfrm>
          <a:prstGeom prst="rect">
            <a:avLst/>
          </a:prstGeom>
        </p:spPr>
        <p:txBody>
          <a:bodyPr vert="horz" lIns="91440" tIns="45720" rIns="91440" bIns="45720" rtlCol="0" anchor="ctr"/>
          <a:lstStyle>
            <a:lvl1pPr algn="ctr">
              <a:defRPr sz="1000">
                <a:solidFill>
                  <a:schemeClr val="tx1">
                    <a:tint val="75000"/>
                  </a:schemeClr>
                </a:solidFill>
              </a:defRPr>
            </a:lvl1pPr>
          </a:lstStyle>
          <a:p>
            <a:endParaRPr lang="en-US"/>
          </a:p>
        </p:txBody>
      </p:sp>
    </p:spTree>
    <p:extLst>
      <p:ext uri="{BB962C8B-B14F-4D97-AF65-F5344CB8AC3E}">
        <p14:creationId xmlns:p14="http://schemas.microsoft.com/office/powerpoint/2010/main" val="408914962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Thank You / Conclusion">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1661914" y="6477000"/>
            <a:ext cx="377686" cy="381000"/>
          </a:xfrm>
          <a:prstGeom prst="rect">
            <a:avLst/>
          </a:prstGeom>
        </p:spPr>
        <p:txBody>
          <a:bodyPr lIns="0" tIns="0" rIns="0" bIns="0" anchor="ctr" anchorCtr="0"/>
          <a:lstStyle>
            <a:lvl1pPr algn="r">
              <a:defRPr sz="1000">
                <a:solidFill>
                  <a:schemeClr val="bg1"/>
                </a:solidFill>
                <a:latin typeface="Arial" panose="020B0604020202020204" pitchFamily="34" charset="0"/>
                <a:cs typeface="Arial" panose="020B0604020202020204" pitchFamily="34" charset="0"/>
              </a:defRPr>
            </a:lvl1pPr>
          </a:lstStyle>
          <a:p>
            <a:fld id="{9E4E550C-4B88-4802-A5F6-391898D47B36}" type="slidenum">
              <a:rPr lang="en-US" smtClean="0"/>
              <a:t>‹#›</a:t>
            </a:fld>
            <a:endParaRPr lang="en-US"/>
          </a:p>
        </p:txBody>
      </p:sp>
      <p:sp>
        <p:nvSpPr>
          <p:cNvPr id="6" name="TextBox 5">
            <a:extLst>
              <a:ext uri="{FF2B5EF4-FFF2-40B4-BE49-F238E27FC236}">
                <a16:creationId xmlns:a16="http://schemas.microsoft.com/office/drawing/2014/main" id="{D366D1A4-6DD7-B54C-AB7B-63074374BB93}"/>
              </a:ext>
            </a:extLst>
          </p:cNvPr>
          <p:cNvSpPr txBox="1"/>
          <p:nvPr/>
        </p:nvSpPr>
        <p:spPr>
          <a:xfrm>
            <a:off x="1143000" y="1714500"/>
            <a:ext cx="3810000" cy="4572000"/>
          </a:xfrm>
          <a:prstGeom prst="rect">
            <a:avLst/>
          </a:prstGeom>
          <a:noFill/>
        </p:spPr>
        <p:txBody>
          <a:bodyPr wrap="square" lIns="0" tIns="0" rIns="0" bIns="0" rtlCol="0" anchor="ctr" anchorCtr="0">
            <a:noAutofit/>
          </a:bodyPr>
          <a:lstStyle/>
          <a:p>
            <a:pPr>
              <a:lnSpc>
                <a:spcPct val="90000"/>
              </a:lnSpc>
            </a:pPr>
            <a:r>
              <a:rPr lang="en-US" sz="4000" b="1">
                <a:solidFill>
                  <a:schemeClr val="tx2"/>
                </a:solidFill>
                <a:latin typeface="Arial" panose="020B0604020202020204" pitchFamily="34" charset="0"/>
                <a:cs typeface="Arial" panose="020B0604020202020204" pitchFamily="34" charset="0"/>
              </a:rPr>
              <a:t>Thank you</a:t>
            </a:r>
          </a:p>
        </p:txBody>
      </p:sp>
      <p:sp>
        <p:nvSpPr>
          <p:cNvPr id="9" name="Footer Placeholder 2">
            <a:extLst>
              <a:ext uri="{FF2B5EF4-FFF2-40B4-BE49-F238E27FC236}">
                <a16:creationId xmlns:a16="http://schemas.microsoft.com/office/drawing/2014/main" id="{B62A8373-42F9-431F-865E-129CCA0046BE}"/>
              </a:ext>
            </a:extLst>
          </p:cNvPr>
          <p:cNvSpPr>
            <a:spLocks noGrp="1"/>
          </p:cNvSpPr>
          <p:nvPr>
            <p:ph type="ftr" sz="quarter" idx="3"/>
          </p:nvPr>
        </p:nvSpPr>
        <p:spPr>
          <a:xfrm>
            <a:off x="774373" y="6477000"/>
            <a:ext cx="4559628" cy="365125"/>
          </a:xfrm>
          <a:prstGeom prst="rect">
            <a:avLst/>
          </a:prstGeom>
        </p:spPr>
        <p:txBody>
          <a:bodyPr vert="horz" lIns="91440" tIns="45720" rIns="91440" bIns="45720" rtlCol="0" anchor="ctr"/>
          <a:lstStyle>
            <a:lvl1pPr algn="ctr">
              <a:defRPr sz="1000">
                <a:solidFill>
                  <a:schemeClr val="tx1">
                    <a:tint val="75000"/>
                  </a:schemeClr>
                </a:solidFill>
              </a:defRPr>
            </a:lvl1pPr>
          </a:lstStyle>
          <a:p>
            <a:endParaRPr lang="en-US"/>
          </a:p>
        </p:txBody>
      </p:sp>
    </p:spTree>
    <p:extLst>
      <p:ext uri="{BB962C8B-B14F-4D97-AF65-F5344CB8AC3E}">
        <p14:creationId xmlns:p14="http://schemas.microsoft.com/office/powerpoint/2010/main" val="144039048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5C5162-97E2-04C8-C027-EDB499984DE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15404FB-420E-7739-4D45-410D15AA1C3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A6AC835-F0DF-2714-AC23-0A56935804A0}"/>
              </a:ext>
            </a:extLst>
          </p:cNvPr>
          <p:cNvSpPr>
            <a:spLocks noGrp="1"/>
          </p:cNvSpPr>
          <p:nvPr>
            <p:ph type="dt" sz="half" idx="10"/>
          </p:nvPr>
        </p:nvSpPr>
        <p:spPr/>
        <p:txBody>
          <a:bodyPr/>
          <a:lstStyle/>
          <a:p>
            <a:fld id="{832F53A4-F3E1-4EF4-8D83-41D423C56C55}" type="datetimeFigureOut">
              <a:rPr lang="en-US" smtClean="0"/>
              <a:t>4/23/2026</a:t>
            </a:fld>
            <a:endParaRPr lang="en-US"/>
          </a:p>
        </p:txBody>
      </p:sp>
      <p:sp>
        <p:nvSpPr>
          <p:cNvPr id="5" name="Footer Placeholder 4">
            <a:extLst>
              <a:ext uri="{FF2B5EF4-FFF2-40B4-BE49-F238E27FC236}">
                <a16:creationId xmlns:a16="http://schemas.microsoft.com/office/drawing/2014/main" id="{529868E4-C6B8-A2A8-504E-C3418496D63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875922-BAAF-37A8-D450-BF11552EA796}"/>
              </a:ext>
            </a:extLst>
          </p:cNvPr>
          <p:cNvSpPr>
            <a:spLocks noGrp="1"/>
          </p:cNvSpPr>
          <p:nvPr>
            <p:ph type="sldNum" sz="quarter" idx="12"/>
          </p:nvPr>
        </p:nvSpPr>
        <p:spPr/>
        <p:txBody>
          <a:bodyPr/>
          <a:lstStyle/>
          <a:p>
            <a:fld id="{9E4E550C-4B88-4802-A5F6-391898D47B36}" type="slidenum">
              <a:rPr lang="en-US" smtClean="0"/>
              <a:t>‹#›</a:t>
            </a:fld>
            <a:endParaRPr lang="en-US"/>
          </a:p>
        </p:txBody>
      </p:sp>
    </p:spTree>
    <p:extLst>
      <p:ext uri="{BB962C8B-B14F-4D97-AF65-F5344CB8AC3E}">
        <p14:creationId xmlns:p14="http://schemas.microsoft.com/office/powerpoint/2010/main" val="23807540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729221F-20F2-144C-A638-0A6C756C26C9}"/>
              </a:ext>
            </a:extLst>
          </p:cNvPr>
          <p:cNvSpPr/>
          <p:nvPr/>
        </p:nvSpPr>
        <p:spPr>
          <a:xfrm>
            <a:off x="762000" y="0"/>
            <a:ext cx="4572000" cy="6858000"/>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00"/>
          </a:p>
        </p:txBody>
      </p:sp>
      <p:pic>
        <p:nvPicPr>
          <p:cNvPr id="6" name="Picture 5">
            <a:extLst>
              <a:ext uri="{FF2B5EF4-FFF2-40B4-BE49-F238E27FC236}">
                <a16:creationId xmlns:a16="http://schemas.microsoft.com/office/drawing/2014/main" id="{7588D28A-E737-5049-8A98-3AC3A6EA2CDB}"/>
              </a:ext>
            </a:extLst>
          </p:cNvPr>
          <p:cNvPicPr>
            <a:picLocks noChangeAspect="1"/>
          </p:cNvPicPr>
          <p:nvPr/>
        </p:nvPicPr>
        <p:blipFill>
          <a:blip r:embed="rId13"/>
          <a:stretch>
            <a:fillRect/>
          </a:stretch>
        </p:blipFill>
        <p:spPr>
          <a:xfrm>
            <a:off x="1143000" y="198120"/>
            <a:ext cx="1066800" cy="1041020"/>
          </a:xfrm>
          <a:prstGeom prst="rect">
            <a:avLst/>
          </a:prstGeom>
        </p:spPr>
      </p:pic>
      <p:sp>
        <p:nvSpPr>
          <p:cNvPr id="3" name="Footer Placeholder 2">
            <a:extLst>
              <a:ext uri="{FF2B5EF4-FFF2-40B4-BE49-F238E27FC236}">
                <a16:creationId xmlns:a16="http://schemas.microsoft.com/office/drawing/2014/main" id="{5EEAA279-64AD-4C24-987C-D056E5350C46}"/>
              </a:ext>
            </a:extLst>
          </p:cNvPr>
          <p:cNvSpPr>
            <a:spLocks noGrp="1"/>
          </p:cNvSpPr>
          <p:nvPr>
            <p:ph type="ftr" sz="quarter" idx="3"/>
          </p:nvPr>
        </p:nvSpPr>
        <p:spPr>
          <a:xfrm>
            <a:off x="990865" y="6356615"/>
            <a:ext cx="4114271" cy="365125"/>
          </a:xfrm>
          <a:prstGeom prst="rect">
            <a:avLst/>
          </a:prstGeom>
        </p:spPr>
        <p:txBody>
          <a:bodyPr vert="horz" lIns="91440" tIns="45720" rIns="91440" bIns="45720" rtlCol="0" anchor="ctr"/>
          <a:lstStyle>
            <a:lvl1pPr algn="ctr">
              <a:defRPr sz="1000">
                <a:solidFill>
                  <a:schemeClr val="tx1">
                    <a:tint val="75000"/>
                  </a:schemeClr>
                </a:solidFill>
              </a:defRPr>
            </a:lvl1pPr>
          </a:lstStyle>
          <a:p>
            <a:endParaRPr lang="en-US"/>
          </a:p>
        </p:txBody>
      </p:sp>
    </p:spTree>
    <p:extLst>
      <p:ext uri="{BB962C8B-B14F-4D97-AF65-F5344CB8AC3E}">
        <p14:creationId xmlns:p14="http://schemas.microsoft.com/office/powerpoint/2010/main" val="7388298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xStyles>
    <p:titleStyle>
      <a:lvl1pPr algn="l" defTabSz="914363"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1" indent="-228591" algn="l" defTabSz="914363"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73" indent="-228591" algn="l" defTabSz="914363"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54" indent="-228591" algn="l" defTabSz="914363"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36"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18"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99"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81"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63"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45"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microsoft.com/office/2018/10/relationships/comments" Target="../comments/modernComment_100_CCE4D887.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png"/><Relationship Id="rId18" Type="http://schemas.openxmlformats.org/officeDocument/2006/relationships/image" Target="../media/image20.png"/><Relationship Id="rId3" Type="http://schemas.microsoft.com/office/2018/10/relationships/comments" Target="../comments/modernComment_10A_4C7F65F9.xml"/><Relationship Id="rId21" Type="http://schemas.openxmlformats.org/officeDocument/2006/relationships/image" Target="../media/image23.png"/><Relationship Id="rId7" Type="http://schemas.openxmlformats.org/officeDocument/2006/relationships/image" Target="../media/image9.png"/><Relationship Id="rId12" Type="http://schemas.openxmlformats.org/officeDocument/2006/relationships/image" Target="../media/image14.png"/><Relationship Id="rId17" Type="http://schemas.openxmlformats.org/officeDocument/2006/relationships/image" Target="../media/image19.png"/><Relationship Id="rId25" Type="http://schemas.openxmlformats.org/officeDocument/2006/relationships/image" Target="../media/image27.png"/><Relationship Id="rId2" Type="http://schemas.openxmlformats.org/officeDocument/2006/relationships/notesSlide" Target="../notesSlides/notesSlide1.xml"/><Relationship Id="rId16" Type="http://schemas.openxmlformats.org/officeDocument/2006/relationships/image" Target="../media/image18.png"/><Relationship Id="rId20" Type="http://schemas.openxmlformats.org/officeDocument/2006/relationships/image" Target="../media/image22.png"/><Relationship Id="rId1" Type="http://schemas.openxmlformats.org/officeDocument/2006/relationships/slideLayout" Target="../slideLayouts/slideLayout4.xml"/><Relationship Id="rId6" Type="http://schemas.openxmlformats.org/officeDocument/2006/relationships/image" Target="../media/image8.png"/><Relationship Id="rId11" Type="http://schemas.openxmlformats.org/officeDocument/2006/relationships/image" Target="../media/image13.png"/><Relationship Id="rId24" Type="http://schemas.openxmlformats.org/officeDocument/2006/relationships/image" Target="../media/image26.png"/><Relationship Id="rId5" Type="http://schemas.openxmlformats.org/officeDocument/2006/relationships/image" Target="../media/image7.png"/><Relationship Id="rId15" Type="http://schemas.openxmlformats.org/officeDocument/2006/relationships/image" Target="../media/image17.png"/><Relationship Id="rId23" Type="http://schemas.openxmlformats.org/officeDocument/2006/relationships/image" Target="../media/image25.png"/><Relationship Id="rId10" Type="http://schemas.openxmlformats.org/officeDocument/2006/relationships/image" Target="../media/image12.png"/><Relationship Id="rId19" Type="http://schemas.openxmlformats.org/officeDocument/2006/relationships/image" Target="../media/image21.png"/><Relationship Id="rId4" Type="http://schemas.openxmlformats.org/officeDocument/2006/relationships/image" Target="../media/image6.png"/><Relationship Id="rId9" Type="http://schemas.openxmlformats.org/officeDocument/2006/relationships/image" Target="../media/image11.png"/><Relationship Id="rId14" Type="http://schemas.openxmlformats.org/officeDocument/2006/relationships/image" Target="../media/image16.png"/><Relationship Id="rId22" Type="http://schemas.openxmlformats.org/officeDocument/2006/relationships/image" Target="../media/image24.png"/></Relationships>
</file>

<file path=ppt/slides/_rels/slide4.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diagramData" Target="../diagrams/data1.xml"/><Relationship Id="rId7" Type="http://schemas.microsoft.com/office/2007/relationships/diagramDrawing" Target="../diagrams/drawing1.xml"/><Relationship Id="rId2" Type="http://schemas.microsoft.com/office/2018/10/relationships/comments" Target="../comments/modernComment_107_7C3A4B57.xml"/><Relationship Id="rId1" Type="http://schemas.openxmlformats.org/officeDocument/2006/relationships/slideLayout" Target="../slideLayouts/slideLayout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3" Type="http://schemas.microsoft.com/office/2018/10/relationships/comments" Target="../comments/modernComment_103_2FB4FE6B.xml"/><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image" Target="../media/image29.png"/></Relationships>
</file>

<file path=ppt/slides/_rels/slide6.xml.rels><?xml version="1.0" encoding="UTF-8" standalone="yes"?>
<Relationships xmlns="http://schemas.openxmlformats.org/package/2006/relationships"><Relationship Id="rId3" Type="http://schemas.openxmlformats.org/officeDocument/2006/relationships/image" Target="../media/image30.png"/><Relationship Id="rId2" Type="http://schemas.microsoft.com/office/2018/10/relationships/comments" Target="../comments/modernComment_104_79DBE72F.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31.png"/><Relationship Id="rId2" Type="http://schemas.microsoft.com/office/2018/10/relationships/comments" Target="../comments/modernComment_105_7CB91D06.xml"/><Relationship Id="rId1" Type="http://schemas.openxmlformats.org/officeDocument/2006/relationships/slideLayout" Target="../slideLayouts/slideLayout4.xml"/><Relationship Id="rId4" Type="http://schemas.openxmlformats.org/officeDocument/2006/relationships/chart" Target="../charts/chart1.xml"/></Relationships>
</file>

<file path=ppt/slides/_rels/slide8.xml.rels><?xml version="1.0" encoding="UTF-8" standalone="yes"?>
<Relationships xmlns="http://schemas.openxmlformats.org/package/2006/relationships"><Relationship Id="rId3" Type="http://schemas.microsoft.com/office/2018/10/relationships/comments" Target="../comments/modernComment_10D_10565CE6.xml"/><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32.png"/></Relationships>
</file>

<file path=ppt/slides/_rels/slide9.xml.rels><?xml version="1.0" encoding="UTF-8" standalone="yes"?>
<Relationships xmlns="http://schemas.openxmlformats.org/package/2006/relationships"><Relationship Id="rId3" Type="http://schemas.openxmlformats.org/officeDocument/2006/relationships/image" Target="../media/image33.png"/><Relationship Id="rId2" Type="http://schemas.microsoft.com/office/2018/10/relationships/comments" Target="../comments/modernComment_10B_144E1DA.xml"/><Relationship Id="rId1" Type="http://schemas.openxmlformats.org/officeDocument/2006/relationships/slideLayout" Target="../slideLayouts/slideLayout4.xml"/><Relationship Id="rId4" Type="http://schemas.openxmlformats.org/officeDocument/2006/relationships/image" Target="../media/image34.png"/></Relationships>
</file>

<file path=ppt/slides/_rels/slide10.xml.rels><?xml version="1.0" encoding="UTF-8" standalone="yes"?>
<Relationships xmlns="http://schemas.openxmlformats.org/package/2006/relationships"><Relationship Id="rId3" Type="http://schemas.openxmlformats.org/officeDocument/2006/relationships/image" Target="../media/image35.png"/><Relationship Id="rId2" Type="http://schemas.microsoft.com/office/2018/10/relationships/comments" Target="../comments/modernComment_106_9531900E.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CDB6EF-0D6C-FAB7-8B1C-56C6201DFA33}"/>
              </a:ext>
            </a:extLst>
          </p:cNvPr>
          <p:cNvSpPr>
            <a:spLocks noGrp="1"/>
          </p:cNvSpPr>
          <p:nvPr>
            <p:ph type="ctrTitle"/>
          </p:nvPr>
        </p:nvSpPr>
        <p:spPr/>
        <p:txBody>
          <a:bodyPr/>
          <a:lstStyle/>
          <a:p>
            <a:r>
              <a:rPr lang="en-US"/>
              <a:t>ESSD AI Competition</a:t>
            </a:r>
          </a:p>
        </p:txBody>
      </p:sp>
      <p:sp>
        <p:nvSpPr>
          <p:cNvPr id="3" name="Subtitle 2">
            <a:extLst>
              <a:ext uri="{FF2B5EF4-FFF2-40B4-BE49-F238E27FC236}">
                <a16:creationId xmlns:a16="http://schemas.microsoft.com/office/drawing/2014/main" id="{D1987E6E-977A-0FCC-5DCB-E441004DDEF2}"/>
              </a:ext>
            </a:extLst>
          </p:cNvPr>
          <p:cNvSpPr>
            <a:spLocks noGrp="1"/>
          </p:cNvSpPr>
          <p:nvPr>
            <p:ph type="body" sz="quarter" idx="10"/>
          </p:nvPr>
        </p:nvSpPr>
        <p:spPr/>
        <p:txBody>
          <a:bodyPr/>
          <a:lstStyle/>
          <a:p>
            <a:r>
              <a:rPr lang="en-US"/>
              <a:t>Final Presentation</a:t>
            </a:r>
          </a:p>
          <a:p>
            <a:r>
              <a:rPr lang="en-US"/>
              <a:t>Evergreen Analyzers</a:t>
            </a:r>
          </a:p>
        </p:txBody>
      </p:sp>
      <p:sp>
        <p:nvSpPr>
          <p:cNvPr id="4" name="Text Placeholder 3">
            <a:extLst>
              <a:ext uri="{FF2B5EF4-FFF2-40B4-BE49-F238E27FC236}">
                <a16:creationId xmlns:a16="http://schemas.microsoft.com/office/drawing/2014/main" id="{A31058D7-2584-043C-952C-1D51ED55364E}"/>
              </a:ext>
            </a:extLst>
          </p:cNvPr>
          <p:cNvSpPr>
            <a:spLocks noGrp="1"/>
          </p:cNvSpPr>
          <p:nvPr>
            <p:ph type="body" sz="quarter" idx="11"/>
          </p:nvPr>
        </p:nvSpPr>
        <p:spPr>
          <a:xfrm>
            <a:off x="1142108" y="5363817"/>
            <a:ext cx="3810000" cy="228600"/>
          </a:xfrm>
        </p:spPr>
        <p:txBody>
          <a:bodyPr/>
          <a:lstStyle/>
          <a:p>
            <a:endParaRPr lang="en-US"/>
          </a:p>
        </p:txBody>
      </p:sp>
    </p:spTree>
    <p:extLst>
      <p:ext uri="{BB962C8B-B14F-4D97-AF65-F5344CB8AC3E}">
        <p14:creationId xmlns:p14="http://schemas.microsoft.com/office/powerpoint/2010/main" val="343754970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6950BFC3-D8DA-4A85-94F7-54DA5524770B}">
      <p188:commentRel xmlns:p188="http://schemas.microsoft.com/office/powerpoint/2018/8/main" r:id="rId2"/>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a:extLst>
              <a:ext uri="{FF2B5EF4-FFF2-40B4-BE49-F238E27FC236}">
                <a16:creationId xmlns:a16="http://schemas.microsoft.com/office/drawing/2014/main" id="{19596B57-E528-03D8-5561-652A34F1517A}"/>
              </a:ext>
            </a:extLst>
          </p:cNvPr>
          <p:cNvPicPr>
            <a:picLocks noGrp="1" noChangeAspect="1"/>
          </p:cNvPicPr>
          <p:nvPr>
            <p:ph type="pic" sz="quarter" idx="10"/>
          </p:nvPr>
        </p:nvPicPr>
        <p:blipFill>
          <a:blip r:embed="rId2"/>
          <a:srcRect l="14583" r="14583"/>
          <a:stretch>
            <a:fillRect/>
          </a:stretch>
        </p:blipFill>
        <p:spPr>
          <a:prstGeom prst="rect">
            <a:avLst/>
          </a:prstGeom>
        </p:spPr>
      </p:pic>
      <p:sp>
        <p:nvSpPr>
          <p:cNvPr id="3" name="Text Placeholder 2">
            <a:extLst>
              <a:ext uri="{FF2B5EF4-FFF2-40B4-BE49-F238E27FC236}">
                <a16:creationId xmlns:a16="http://schemas.microsoft.com/office/drawing/2014/main" id="{D1060749-77C2-D152-8837-41FC4E95A0A6}"/>
              </a:ext>
            </a:extLst>
          </p:cNvPr>
          <p:cNvSpPr>
            <a:spLocks noGrp="1"/>
          </p:cNvSpPr>
          <p:nvPr>
            <p:ph type="body" sz="quarter" idx="14"/>
          </p:nvPr>
        </p:nvSpPr>
        <p:spPr/>
        <p:txBody>
          <a:bodyPr/>
          <a:lstStyle/>
          <a:p>
            <a:endParaRPr lang="en-US"/>
          </a:p>
        </p:txBody>
      </p:sp>
      <p:sp>
        <p:nvSpPr>
          <p:cNvPr id="4" name="Title 3">
            <a:extLst>
              <a:ext uri="{FF2B5EF4-FFF2-40B4-BE49-F238E27FC236}">
                <a16:creationId xmlns:a16="http://schemas.microsoft.com/office/drawing/2014/main" id="{EEF3CD31-6D92-4B09-98F8-13E08211AFA0}"/>
              </a:ext>
            </a:extLst>
          </p:cNvPr>
          <p:cNvSpPr>
            <a:spLocks noGrp="1"/>
          </p:cNvSpPr>
          <p:nvPr>
            <p:ph type="title"/>
          </p:nvPr>
        </p:nvSpPr>
        <p:spPr/>
        <p:txBody>
          <a:bodyPr/>
          <a:lstStyle/>
          <a:p>
            <a:r>
              <a:rPr lang="en-US"/>
              <a:t>AI disclaimer</a:t>
            </a:r>
          </a:p>
        </p:txBody>
      </p:sp>
      <p:sp>
        <p:nvSpPr>
          <p:cNvPr id="5" name="Content Placeholder 4">
            <a:extLst>
              <a:ext uri="{FF2B5EF4-FFF2-40B4-BE49-F238E27FC236}">
                <a16:creationId xmlns:a16="http://schemas.microsoft.com/office/drawing/2014/main" id="{A099775F-684B-BB35-8476-E2EF7583DB5A}"/>
              </a:ext>
            </a:extLst>
          </p:cNvPr>
          <p:cNvSpPr>
            <a:spLocks noGrp="1"/>
          </p:cNvSpPr>
          <p:nvPr>
            <p:ph sz="quarter" idx="21"/>
          </p:nvPr>
        </p:nvSpPr>
        <p:spPr/>
        <p:txBody>
          <a:bodyPr/>
          <a:lstStyle/>
          <a:p>
            <a:r>
              <a:rPr lang="en-US"/>
              <a:t>AI was used in drafting of this presentation</a:t>
            </a:r>
          </a:p>
        </p:txBody>
      </p:sp>
    </p:spTree>
    <p:extLst>
      <p:ext uri="{BB962C8B-B14F-4D97-AF65-F5344CB8AC3E}">
        <p14:creationId xmlns:p14="http://schemas.microsoft.com/office/powerpoint/2010/main" val="107568569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337D6C-EF35-1CEB-1124-E3E59D250E74}"/>
              </a:ext>
            </a:extLst>
          </p:cNvPr>
          <p:cNvSpPr>
            <a:spLocks noGrp="1"/>
          </p:cNvSpPr>
          <p:nvPr>
            <p:ph type="title"/>
          </p:nvPr>
        </p:nvSpPr>
        <p:spPr>
          <a:xfrm>
            <a:off x="2690507" y="-319291"/>
            <a:ext cx="9144000" cy="1092483"/>
          </a:xfrm>
        </p:spPr>
        <p:txBody>
          <a:bodyPr/>
          <a:lstStyle/>
          <a:p>
            <a:r>
              <a:rPr lang="en-US"/>
              <a:t>Evergreen Analyzers – Intro &amp; Team Reflections</a:t>
            </a:r>
          </a:p>
        </p:txBody>
      </p:sp>
      <p:grpSp>
        <p:nvGrpSpPr>
          <p:cNvPr id="3" name="Group 2">
            <a:extLst>
              <a:ext uri="{FF2B5EF4-FFF2-40B4-BE49-F238E27FC236}">
                <a16:creationId xmlns:a16="http://schemas.microsoft.com/office/drawing/2014/main" id="{75460077-D590-A974-BF4F-D4664559EFED}"/>
              </a:ext>
            </a:extLst>
          </p:cNvPr>
          <p:cNvGrpSpPr/>
          <p:nvPr/>
        </p:nvGrpSpPr>
        <p:grpSpPr>
          <a:xfrm>
            <a:off x="3020958" y="887641"/>
            <a:ext cx="7521677" cy="6975190"/>
            <a:chOff x="2335161" y="94268"/>
            <a:chExt cx="7521677" cy="6975190"/>
          </a:xfrm>
        </p:grpSpPr>
        <p:grpSp>
          <p:nvGrpSpPr>
            <p:cNvPr id="4" name="Group 3">
              <a:extLst>
                <a:ext uri="{FF2B5EF4-FFF2-40B4-BE49-F238E27FC236}">
                  <a16:creationId xmlns:a16="http://schemas.microsoft.com/office/drawing/2014/main" id="{A63E5793-8876-3E55-1A1F-9C74BDDCF146}"/>
                </a:ext>
              </a:extLst>
            </p:cNvPr>
            <p:cNvGrpSpPr/>
            <p:nvPr/>
          </p:nvGrpSpPr>
          <p:grpSpPr>
            <a:xfrm>
              <a:off x="2335161" y="94268"/>
              <a:ext cx="7521677" cy="6975190"/>
              <a:chOff x="2335161" y="0"/>
              <a:chExt cx="7521677" cy="6975190"/>
            </a:xfrm>
          </p:grpSpPr>
          <p:pic>
            <p:nvPicPr>
              <p:cNvPr id="11" name="Picture 10">
                <a:extLst>
                  <a:ext uri="{FF2B5EF4-FFF2-40B4-BE49-F238E27FC236}">
                    <a16:creationId xmlns:a16="http://schemas.microsoft.com/office/drawing/2014/main" id="{84BDB555-BEBA-97D6-87E4-02FD7A25E4BC}"/>
                  </a:ext>
                </a:extLst>
              </p:cNvPr>
              <p:cNvPicPr>
                <a:picLocks noChangeAspect="1"/>
              </p:cNvPicPr>
              <p:nvPr/>
            </p:nvPicPr>
            <p:blipFill>
              <a:blip r:embed="rId4"/>
              <a:stretch>
                <a:fillRect/>
              </a:stretch>
            </p:blipFill>
            <p:spPr>
              <a:xfrm>
                <a:off x="2335161" y="0"/>
                <a:ext cx="7521677" cy="6858000"/>
              </a:xfrm>
              <a:prstGeom prst="rect">
                <a:avLst/>
              </a:prstGeom>
            </p:spPr>
          </p:pic>
          <p:pic>
            <p:nvPicPr>
              <p:cNvPr id="12" name="Picture 11">
                <a:extLst>
                  <a:ext uri="{FF2B5EF4-FFF2-40B4-BE49-F238E27FC236}">
                    <a16:creationId xmlns:a16="http://schemas.microsoft.com/office/drawing/2014/main" id="{5977BE3B-9ED3-8732-FFB3-A5CB4765833C}"/>
                  </a:ext>
                </a:extLst>
              </p:cNvPr>
              <p:cNvPicPr>
                <a:picLocks noChangeAspect="1"/>
              </p:cNvPicPr>
              <p:nvPr/>
            </p:nvPicPr>
            <p:blipFill>
              <a:blip r:embed="rId5"/>
              <a:stretch>
                <a:fillRect/>
              </a:stretch>
            </p:blipFill>
            <p:spPr>
              <a:xfrm>
                <a:off x="2995311" y="4958983"/>
                <a:ext cx="5130800" cy="901700"/>
              </a:xfrm>
              <a:prstGeom prst="rect">
                <a:avLst/>
              </a:prstGeom>
            </p:spPr>
          </p:pic>
          <p:pic>
            <p:nvPicPr>
              <p:cNvPr id="13" name="Picture 12">
                <a:extLst>
                  <a:ext uri="{FF2B5EF4-FFF2-40B4-BE49-F238E27FC236}">
                    <a16:creationId xmlns:a16="http://schemas.microsoft.com/office/drawing/2014/main" id="{C057EEDB-162A-505D-F43A-8216DB38F63C}"/>
                  </a:ext>
                </a:extLst>
              </p:cNvPr>
              <p:cNvPicPr>
                <a:picLocks noChangeAspect="1"/>
              </p:cNvPicPr>
              <p:nvPr/>
            </p:nvPicPr>
            <p:blipFill>
              <a:blip r:embed="rId6"/>
              <a:stretch>
                <a:fillRect/>
              </a:stretch>
            </p:blipFill>
            <p:spPr>
              <a:xfrm>
                <a:off x="2335161" y="4955921"/>
                <a:ext cx="7521676" cy="2019269"/>
              </a:xfrm>
              <a:prstGeom prst="rect">
                <a:avLst/>
              </a:prstGeom>
            </p:spPr>
          </p:pic>
          <p:pic>
            <p:nvPicPr>
              <p:cNvPr id="40" name="Picture 39">
                <a:extLst>
                  <a:ext uri="{FF2B5EF4-FFF2-40B4-BE49-F238E27FC236}">
                    <a16:creationId xmlns:a16="http://schemas.microsoft.com/office/drawing/2014/main" id="{5EB63EED-1AA4-2BD5-FBD5-AA0C4AEEC750}"/>
                  </a:ext>
                </a:extLst>
              </p:cNvPr>
              <p:cNvPicPr>
                <a:picLocks noChangeAspect="1"/>
              </p:cNvPicPr>
              <p:nvPr/>
            </p:nvPicPr>
            <p:blipFill>
              <a:blip r:embed="rId7"/>
              <a:stretch>
                <a:fillRect/>
              </a:stretch>
            </p:blipFill>
            <p:spPr>
              <a:xfrm>
                <a:off x="8608851" y="3767064"/>
                <a:ext cx="932703" cy="517142"/>
              </a:xfrm>
              <a:prstGeom prst="rect">
                <a:avLst/>
              </a:prstGeom>
            </p:spPr>
          </p:pic>
          <p:pic>
            <p:nvPicPr>
              <p:cNvPr id="41" name="Picture 40">
                <a:extLst>
                  <a:ext uri="{FF2B5EF4-FFF2-40B4-BE49-F238E27FC236}">
                    <a16:creationId xmlns:a16="http://schemas.microsoft.com/office/drawing/2014/main" id="{E28740A1-4EEE-8C25-2668-6A865D0B8BD6}"/>
                  </a:ext>
                </a:extLst>
              </p:cNvPr>
              <p:cNvPicPr>
                <a:picLocks noChangeAspect="1"/>
              </p:cNvPicPr>
              <p:nvPr/>
            </p:nvPicPr>
            <p:blipFill>
              <a:blip r:embed="rId8"/>
              <a:stretch>
                <a:fillRect/>
              </a:stretch>
            </p:blipFill>
            <p:spPr>
              <a:xfrm>
                <a:off x="8557567" y="5060402"/>
                <a:ext cx="1064823" cy="570992"/>
              </a:xfrm>
              <a:prstGeom prst="rect">
                <a:avLst/>
              </a:prstGeom>
            </p:spPr>
          </p:pic>
          <p:pic>
            <p:nvPicPr>
              <p:cNvPr id="42" name="Picture 41">
                <a:extLst>
                  <a:ext uri="{FF2B5EF4-FFF2-40B4-BE49-F238E27FC236}">
                    <a16:creationId xmlns:a16="http://schemas.microsoft.com/office/drawing/2014/main" id="{A95C9659-9897-B335-2FCC-7DF609587477}"/>
                  </a:ext>
                </a:extLst>
              </p:cNvPr>
              <p:cNvPicPr>
                <a:picLocks noChangeAspect="1"/>
              </p:cNvPicPr>
              <p:nvPr/>
            </p:nvPicPr>
            <p:blipFill>
              <a:blip r:embed="rId9"/>
              <a:stretch>
                <a:fillRect/>
              </a:stretch>
            </p:blipFill>
            <p:spPr>
              <a:xfrm>
                <a:off x="3964534" y="4097397"/>
                <a:ext cx="1727200" cy="508000"/>
              </a:xfrm>
              <a:prstGeom prst="rect">
                <a:avLst/>
              </a:prstGeom>
            </p:spPr>
          </p:pic>
          <p:pic>
            <p:nvPicPr>
              <p:cNvPr id="43" name="Picture 42">
                <a:extLst>
                  <a:ext uri="{FF2B5EF4-FFF2-40B4-BE49-F238E27FC236}">
                    <a16:creationId xmlns:a16="http://schemas.microsoft.com/office/drawing/2014/main" id="{FBBA397B-3B0E-BE46-6280-C949FA320277}"/>
                  </a:ext>
                </a:extLst>
              </p:cNvPr>
              <p:cNvPicPr>
                <a:picLocks noChangeAspect="1"/>
              </p:cNvPicPr>
              <p:nvPr/>
            </p:nvPicPr>
            <p:blipFill>
              <a:blip r:embed="rId10"/>
              <a:stretch>
                <a:fillRect/>
              </a:stretch>
            </p:blipFill>
            <p:spPr>
              <a:xfrm>
                <a:off x="3964534" y="4605397"/>
                <a:ext cx="1371600" cy="190500"/>
              </a:xfrm>
              <a:prstGeom prst="rect">
                <a:avLst/>
              </a:prstGeom>
            </p:spPr>
          </p:pic>
          <p:pic>
            <p:nvPicPr>
              <p:cNvPr id="44" name="Picture 43">
                <a:extLst>
                  <a:ext uri="{FF2B5EF4-FFF2-40B4-BE49-F238E27FC236}">
                    <a16:creationId xmlns:a16="http://schemas.microsoft.com/office/drawing/2014/main" id="{D33245C4-963C-8049-B1A6-B2174CC25002}"/>
                  </a:ext>
                </a:extLst>
              </p:cNvPr>
              <p:cNvPicPr>
                <a:picLocks noChangeAspect="1"/>
              </p:cNvPicPr>
              <p:nvPr/>
            </p:nvPicPr>
            <p:blipFill>
              <a:blip r:embed="rId11"/>
              <a:stretch>
                <a:fillRect/>
              </a:stretch>
            </p:blipFill>
            <p:spPr>
              <a:xfrm>
                <a:off x="3964534" y="3488544"/>
                <a:ext cx="927100" cy="215900"/>
              </a:xfrm>
              <a:prstGeom prst="rect">
                <a:avLst/>
              </a:prstGeom>
            </p:spPr>
          </p:pic>
          <p:pic>
            <p:nvPicPr>
              <p:cNvPr id="45" name="Picture 44">
                <a:extLst>
                  <a:ext uri="{FF2B5EF4-FFF2-40B4-BE49-F238E27FC236}">
                    <a16:creationId xmlns:a16="http://schemas.microsoft.com/office/drawing/2014/main" id="{AD10949C-D712-604B-6232-A446AE8B168B}"/>
                  </a:ext>
                </a:extLst>
              </p:cNvPr>
              <p:cNvPicPr>
                <a:picLocks noChangeAspect="1"/>
              </p:cNvPicPr>
              <p:nvPr/>
            </p:nvPicPr>
            <p:blipFill>
              <a:blip r:embed="rId12"/>
              <a:stretch>
                <a:fillRect/>
              </a:stretch>
            </p:blipFill>
            <p:spPr>
              <a:xfrm>
                <a:off x="3992549" y="3280556"/>
                <a:ext cx="1257300" cy="177800"/>
              </a:xfrm>
              <a:prstGeom prst="rect">
                <a:avLst/>
              </a:prstGeom>
            </p:spPr>
          </p:pic>
          <p:pic>
            <p:nvPicPr>
              <p:cNvPr id="46" name="Picture 45">
                <a:extLst>
                  <a:ext uri="{FF2B5EF4-FFF2-40B4-BE49-F238E27FC236}">
                    <a16:creationId xmlns:a16="http://schemas.microsoft.com/office/drawing/2014/main" id="{B1DF7D56-AB28-A8DC-951D-175DABDF0AAE}"/>
                  </a:ext>
                </a:extLst>
              </p:cNvPr>
              <p:cNvPicPr>
                <a:picLocks noChangeAspect="1"/>
              </p:cNvPicPr>
              <p:nvPr/>
            </p:nvPicPr>
            <p:blipFill>
              <a:blip r:embed="rId13"/>
              <a:stretch>
                <a:fillRect/>
              </a:stretch>
            </p:blipFill>
            <p:spPr>
              <a:xfrm>
                <a:off x="3992549" y="2450489"/>
                <a:ext cx="1816100" cy="180407"/>
              </a:xfrm>
              <a:prstGeom prst="rect">
                <a:avLst/>
              </a:prstGeom>
            </p:spPr>
          </p:pic>
          <p:pic>
            <p:nvPicPr>
              <p:cNvPr id="47" name="Picture 46">
                <a:extLst>
                  <a:ext uri="{FF2B5EF4-FFF2-40B4-BE49-F238E27FC236}">
                    <a16:creationId xmlns:a16="http://schemas.microsoft.com/office/drawing/2014/main" id="{4B6AC029-BDBD-B16E-95EC-443DB53E1CEF}"/>
                  </a:ext>
                </a:extLst>
              </p:cNvPr>
              <p:cNvPicPr>
                <a:picLocks noChangeAspect="1"/>
              </p:cNvPicPr>
              <p:nvPr/>
            </p:nvPicPr>
            <p:blipFill>
              <a:blip r:embed="rId14"/>
              <a:stretch>
                <a:fillRect/>
              </a:stretch>
            </p:blipFill>
            <p:spPr>
              <a:xfrm>
                <a:off x="3992549" y="2646965"/>
                <a:ext cx="1816100" cy="190500"/>
              </a:xfrm>
              <a:prstGeom prst="rect">
                <a:avLst/>
              </a:prstGeom>
            </p:spPr>
          </p:pic>
          <p:pic>
            <p:nvPicPr>
              <p:cNvPr id="48" name="Picture 47">
                <a:extLst>
                  <a:ext uri="{FF2B5EF4-FFF2-40B4-BE49-F238E27FC236}">
                    <a16:creationId xmlns:a16="http://schemas.microsoft.com/office/drawing/2014/main" id="{66FB3879-202E-30E1-43D7-423C7CD6B89E}"/>
                  </a:ext>
                </a:extLst>
              </p:cNvPr>
              <p:cNvPicPr>
                <a:picLocks noChangeAspect="1"/>
              </p:cNvPicPr>
              <p:nvPr/>
            </p:nvPicPr>
            <p:blipFill>
              <a:blip r:embed="rId15"/>
              <a:stretch>
                <a:fillRect/>
              </a:stretch>
            </p:blipFill>
            <p:spPr>
              <a:xfrm>
                <a:off x="3991428" y="2654436"/>
                <a:ext cx="533400" cy="177800"/>
              </a:xfrm>
              <a:prstGeom prst="rect">
                <a:avLst/>
              </a:prstGeom>
            </p:spPr>
          </p:pic>
          <p:pic>
            <p:nvPicPr>
              <p:cNvPr id="49" name="Picture 48">
                <a:extLst>
                  <a:ext uri="{FF2B5EF4-FFF2-40B4-BE49-F238E27FC236}">
                    <a16:creationId xmlns:a16="http://schemas.microsoft.com/office/drawing/2014/main" id="{443DFD5B-ECDC-8D35-385A-3EA50AA1012D}"/>
                  </a:ext>
                </a:extLst>
              </p:cNvPr>
              <p:cNvPicPr>
                <a:picLocks noChangeAspect="1"/>
              </p:cNvPicPr>
              <p:nvPr/>
            </p:nvPicPr>
            <p:blipFill>
              <a:blip r:embed="rId16"/>
              <a:stretch>
                <a:fillRect/>
              </a:stretch>
            </p:blipFill>
            <p:spPr>
              <a:xfrm>
                <a:off x="5961914" y="2888919"/>
                <a:ext cx="3848100" cy="812800"/>
              </a:xfrm>
              <a:prstGeom prst="rect">
                <a:avLst/>
              </a:prstGeom>
            </p:spPr>
          </p:pic>
          <p:pic>
            <p:nvPicPr>
              <p:cNvPr id="50" name="Picture 49">
                <a:extLst>
                  <a:ext uri="{FF2B5EF4-FFF2-40B4-BE49-F238E27FC236}">
                    <a16:creationId xmlns:a16="http://schemas.microsoft.com/office/drawing/2014/main" id="{C2EB7F67-7D81-5EBC-FDD5-2E4A92F388DC}"/>
                  </a:ext>
                </a:extLst>
              </p:cNvPr>
              <p:cNvPicPr>
                <a:picLocks noChangeAspect="1"/>
              </p:cNvPicPr>
              <p:nvPr/>
            </p:nvPicPr>
            <p:blipFill>
              <a:blip r:embed="rId6"/>
              <a:stretch>
                <a:fillRect/>
              </a:stretch>
            </p:blipFill>
            <p:spPr>
              <a:xfrm>
                <a:off x="5961913" y="2104267"/>
                <a:ext cx="3424133" cy="736600"/>
              </a:xfrm>
              <a:prstGeom prst="rect">
                <a:avLst/>
              </a:prstGeom>
            </p:spPr>
          </p:pic>
          <p:pic>
            <p:nvPicPr>
              <p:cNvPr id="51" name="Picture 50">
                <a:extLst>
                  <a:ext uri="{FF2B5EF4-FFF2-40B4-BE49-F238E27FC236}">
                    <a16:creationId xmlns:a16="http://schemas.microsoft.com/office/drawing/2014/main" id="{368FA7F1-8F7E-22A2-1573-A2DE8F650A5E}"/>
                  </a:ext>
                </a:extLst>
              </p:cNvPr>
              <p:cNvPicPr>
                <a:picLocks noChangeAspect="1"/>
              </p:cNvPicPr>
              <p:nvPr/>
            </p:nvPicPr>
            <p:blipFill>
              <a:blip r:embed="rId12"/>
              <a:stretch>
                <a:fillRect/>
              </a:stretch>
            </p:blipFill>
            <p:spPr>
              <a:xfrm>
                <a:off x="3977981" y="1575683"/>
                <a:ext cx="1257300" cy="177800"/>
              </a:xfrm>
              <a:prstGeom prst="rect">
                <a:avLst/>
              </a:prstGeom>
            </p:spPr>
          </p:pic>
          <p:sp>
            <p:nvSpPr>
              <p:cNvPr id="52" name="TextBox 51">
                <a:extLst>
                  <a:ext uri="{FF2B5EF4-FFF2-40B4-BE49-F238E27FC236}">
                    <a16:creationId xmlns:a16="http://schemas.microsoft.com/office/drawing/2014/main" id="{4812665E-DCFC-8C7D-595A-B9F7477AC074}"/>
                  </a:ext>
                </a:extLst>
              </p:cNvPr>
              <p:cNvSpPr txBox="1"/>
              <p:nvPr/>
            </p:nvSpPr>
            <p:spPr>
              <a:xfrm>
                <a:off x="5940515" y="1973909"/>
                <a:ext cx="3785573" cy="1169551"/>
              </a:xfrm>
              <a:prstGeom prst="rect">
                <a:avLst/>
              </a:prstGeom>
              <a:noFill/>
            </p:spPr>
            <p:txBody>
              <a:bodyPr wrap="square">
                <a:spAutoFit/>
              </a:bodyPr>
              <a:lstStyle/>
              <a:p>
                <a:r>
                  <a:rPr lang="en-US" sz="1400">
                    <a:solidFill>
                      <a:schemeClr val="accent2"/>
                    </a:solidFill>
                  </a:rPr>
                  <a:t>Choosing the right overall model </a:t>
                </a:r>
              </a:p>
              <a:p>
                <a:r>
                  <a:rPr lang="en-US" sz="1400">
                    <a:solidFill>
                      <a:schemeClr val="accent2"/>
                    </a:solidFill>
                  </a:rPr>
                  <a:t>and setup is key —</a:t>
                </a:r>
              </a:p>
              <a:p>
                <a:r>
                  <a:rPr lang="en-US" sz="1400">
                    <a:solidFill>
                      <a:schemeClr val="accent2"/>
                    </a:solidFill>
                  </a:rPr>
                  <a:t>ARIMA vs ARIMAX, feature</a:t>
                </a:r>
              </a:p>
              <a:p>
                <a:r>
                  <a:rPr lang="en-US" sz="1400">
                    <a:solidFill>
                      <a:schemeClr val="accent2"/>
                    </a:solidFill>
                  </a:rPr>
                  <a:t>engineering, … think it through!</a:t>
                </a:r>
              </a:p>
              <a:p>
                <a:endParaRPr lang="en-US" sz="1400">
                  <a:solidFill>
                    <a:schemeClr val="accent2"/>
                  </a:solidFill>
                </a:endParaRPr>
              </a:p>
            </p:txBody>
          </p:sp>
          <p:pic>
            <p:nvPicPr>
              <p:cNvPr id="53" name="Picture 52">
                <a:extLst>
                  <a:ext uri="{FF2B5EF4-FFF2-40B4-BE49-F238E27FC236}">
                    <a16:creationId xmlns:a16="http://schemas.microsoft.com/office/drawing/2014/main" id="{425709A2-15E6-5B61-B658-18F3BC5DF441}"/>
                  </a:ext>
                </a:extLst>
              </p:cNvPr>
              <p:cNvPicPr>
                <a:picLocks noChangeAspect="1"/>
              </p:cNvPicPr>
              <p:nvPr/>
            </p:nvPicPr>
            <p:blipFill>
              <a:blip r:embed="rId17"/>
              <a:stretch>
                <a:fillRect/>
              </a:stretch>
            </p:blipFill>
            <p:spPr>
              <a:xfrm>
                <a:off x="8559545" y="2035077"/>
                <a:ext cx="939800" cy="774700"/>
              </a:xfrm>
              <a:prstGeom prst="rect">
                <a:avLst/>
              </a:prstGeom>
            </p:spPr>
          </p:pic>
          <p:pic>
            <p:nvPicPr>
              <p:cNvPr id="54" name="Picture 53">
                <a:extLst>
                  <a:ext uri="{FF2B5EF4-FFF2-40B4-BE49-F238E27FC236}">
                    <a16:creationId xmlns:a16="http://schemas.microsoft.com/office/drawing/2014/main" id="{8299D9B5-8042-3D10-5A6D-2F05A3961662}"/>
                  </a:ext>
                </a:extLst>
              </p:cNvPr>
              <p:cNvPicPr>
                <a:picLocks noChangeAspect="1"/>
              </p:cNvPicPr>
              <p:nvPr/>
            </p:nvPicPr>
            <p:blipFill>
              <a:blip r:embed="rId18"/>
              <a:stretch>
                <a:fillRect/>
              </a:stretch>
            </p:blipFill>
            <p:spPr>
              <a:xfrm flipV="1">
                <a:off x="2528882" y="4945530"/>
                <a:ext cx="7197206" cy="54801"/>
              </a:xfrm>
              <a:prstGeom prst="rect">
                <a:avLst/>
              </a:prstGeom>
            </p:spPr>
          </p:pic>
          <p:grpSp>
            <p:nvGrpSpPr>
              <p:cNvPr id="55" name="Group 54">
                <a:extLst>
                  <a:ext uri="{FF2B5EF4-FFF2-40B4-BE49-F238E27FC236}">
                    <a16:creationId xmlns:a16="http://schemas.microsoft.com/office/drawing/2014/main" id="{8AAD7C02-62CA-BF2F-EC16-B984321884D6}"/>
                  </a:ext>
                </a:extLst>
              </p:cNvPr>
              <p:cNvGrpSpPr/>
              <p:nvPr/>
            </p:nvGrpSpPr>
            <p:grpSpPr>
              <a:xfrm>
                <a:off x="2948546" y="4979657"/>
                <a:ext cx="5168900" cy="901700"/>
                <a:chOff x="2929692" y="5762084"/>
                <a:chExt cx="5168900" cy="901700"/>
              </a:xfrm>
            </p:grpSpPr>
            <p:pic>
              <p:nvPicPr>
                <p:cNvPr id="60" name="Picture 59">
                  <a:extLst>
                    <a:ext uri="{FF2B5EF4-FFF2-40B4-BE49-F238E27FC236}">
                      <a16:creationId xmlns:a16="http://schemas.microsoft.com/office/drawing/2014/main" id="{FBB98C9E-FD4B-9A6F-9A6F-FC9FEB9DF634}"/>
                    </a:ext>
                  </a:extLst>
                </p:cNvPr>
                <p:cNvPicPr>
                  <a:picLocks noChangeAspect="1"/>
                </p:cNvPicPr>
                <p:nvPr/>
              </p:nvPicPr>
              <p:blipFill>
                <a:blip r:embed="rId19"/>
                <a:stretch>
                  <a:fillRect/>
                </a:stretch>
              </p:blipFill>
              <p:spPr>
                <a:xfrm>
                  <a:off x="2929692" y="5762084"/>
                  <a:ext cx="5168900" cy="901700"/>
                </a:xfrm>
                <a:prstGeom prst="rect">
                  <a:avLst/>
                </a:prstGeom>
              </p:spPr>
            </p:pic>
            <p:pic>
              <p:nvPicPr>
                <p:cNvPr id="61" name="Picture 60">
                  <a:extLst>
                    <a:ext uri="{FF2B5EF4-FFF2-40B4-BE49-F238E27FC236}">
                      <a16:creationId xmlns:a16="http://schemas.microsoft.com/office/drawing/2014/main" id="{E15E25A3-015B-8186-75D9-0FAB483613CB}"/>
                    </a:ext>
                  </a:extLst>
                </p:cNvPr>
                <p:cNvPicPr>
                  <a:picLocks noChangeAspect="1"/>
                </p:cNvPicPr>
                <p:nvPr/>
              </p:nvPicPr>
              <p:blipFill>
                <a:blip r:embed="rId11"/>
                <a:stretch>
                  <a:fillRect/>
                </a:stretch>
              </p:blipFill>
              <p:spPr>
                <a:xfrm>
                  <a:off x="4324497" y="6406301"/>
                  <a:ext cx="927100" cy="215900"/>
                </a:xfrm>
                <a:prstGeom prst="rect">
                  <a:avLst/>
                </a:prstGeom>
              </p:spPr>
            </p:pic>
            <p:pic>
              <p:nvPicPr>
                <p:cNvPr id="62" name="Picture 61">
                  <a:extLst>
                    <a:ext uri="{FF2B5EF4-FFF2-40B4-BE49-F238E27FC236}">
                      <a16:creationId xmlns:a16="http://schemas.microsoft.com/office/drawing/2014/main" id="{32374603-B486-3E2E-8BC8-831D3F4CD4FA}"/>
                    </a:ext>
                  </a:extLst>
                </p:cNvPr>
                <p:cNvPicPr>
                  <a:picLocks noChangeAspect="1"/>
                </p:cNvPicPr>
                <p:nvPr/>
              </p:nvPicPr>
              <p:blipFill>
                <a:blip r:embed="rId12"/>
                <a:stretch>
                  <a:fillRect/>
                </a:stretch>
              </p:blipFill>
              <p:spPr>
                <a:xfrm>
                  <a:off x="4333658" y="6198313"/>
                  <a:ext cx="1257300" cy="177800"/>
                </a:xfrm>
                <a:prstGeom prst="rect">
                  <a:avLst/>
                </a:prstGeom>
              </p:spPr>
            </p:pic>
          </p:grpSp>
          <p:pic>
            <p:nvPicPr>
              <p:cNvPr id="56" name="Picture 55">
                <a:extLst>
                  <a:ext uri="{FF2B5EF4-FFF2-40B4-BE49-F238E27FC236}">
                    <a16:creationId xmlns:a16="http://schemas.microsoft.com/office/drawing/2014/main" id="{3726801F-B658-C0FC-D90C-0ACA4359D7B0}"/>
                  </a:ext>
                </a:extLst>
              </p:cNvPr>
              <p:cNvPicPr>
                <a:picLocks noChangeAspect="1"/>
              </p:cNvPicPr>
              <p:nvPr/>
            </p:nvPicPr>
            <p:blipFill>
              <a:blip r:embed="rId20"/>
              <a:stretch>
                <a:fillRect/>
              </a:stretch>
            </p:blipFill>
            <p:spPr>
              <a:xfrm>
                <a:off x="2801288" y="4979656"/>
                <a:ext cx="1470896" cy="921525"/>
              </a:xfrm>
              <a:prstGeom prst="rect">
                <a:avLst/>
              </a:prstGeom>
            </p:spPr>
          </p:pic>
          <p:pic>
            <p:nvPicPr>
              <p:cNvPr id="57" name="Picture 56">
                <a:extLst>
                  <a:ext uri="{FF2B5EF4-FFF2-40B4-BE49-F238E27FC236}">
                    <a16:creationId xmlns:a16="http://schemas.microsoft.com/office/drawing/2014/main" id="{0FACC051-FB2C-F985-70F5-79FCDF50B240}"/>
                  </a:ext>
                </a:extLst>
              </p:cNvPr>
              <p:cNvPicPr>
                <a:picLocks noChangeAspect="1"/>
              </p:cNvPicPr>
              <p:nvPr/>
            </p:nvPicPr>
            <p:blipFill>
              <a:blip r:embed="rId21"/>
              <a:stretch>
                <a:fillRect/>
              </a:stretch>
            </p:blipFill>
            <p:spPr>
              <a:xfrm>
                <a:off x="2528881" y="4986781"/>
                <a:ext cx="1155700" cy="914400"/>
              </a:xfrm>
              <a:prstGeom prst="rect">
                <a:avLst/>
              </a:prstGeom>
            </p:spPr>
          </p:pic>
          <p:pic>
            <p:nvPicPr>
              <p:cNvPr id="58" name="Picture 57">
                <a:extLst>
                  <a:ext uri="{FF2B5EF4-FFF2-40B4-BE49-F238E27FC236}">
                    <a16:creationId xmlns:a16="http://schemas.microsoft.com/office/drawing/2014/main" id="{04F65C2C-D4EB-77E6-0B66-3135C25E815C}"/>
                  </a:ext>
                </a:extLst>
              </p:cNvPr>
              <p:cNvPicPr>
                <a:picLocks noChangeAspect="1"/>
              </p:cNvPicPr>
              <p:nvPr/>
            </p:nvPicPr>
            <p:blipFill>
              <a:blip r:embed="rId22"/>
              <a:stretch>
                <a:fillRect/>
              </a:stretch>
            </p:blipFill>
            <p:spPr>
              <a:xfrm>
                <a:off x="4272184" y="4983079"/>
                <a:ext cx="1601424" cy="1067616"/>
              </a:xfrm>
              <a:prstGeom prst="rect">
                <a:avLst/>
              </a:prstGeom>
            </p:spPr>
          </p:pic>
          <p:pic>
            <p:nvPicPr>
              <p:cNvPr id="59" name="Picture 58">
                <a:extLst>
                  <a:ext uri="{FF2B5EF4-FFF2-40B4-BE49-F238E27FC236}">
                    <a16:creationId xmlns:a16="http://schemas.microsoft.com/office/drawing/2014/main" id="{9C132E56-A8D7-BBB3-A0AF-7603A9B751F6}"/>
                  </a:ext>
                </a:extLst>
              </p:cNvPr>
              <p:cNvPicPr>
                <a:picLocks noChangeAspect="1"/>
              </p:cNvPicPr>
              <p:nvPr/>
            </p:nvPicPr>
            <p:blipFill>
              <a:blip r:embed="rId23"/>
              <a:stretch>
                <a:fillRect/>
              </a:stretch>
            </p:blipFill>
            <p:spPr>
              <a:xfrm>
                <a:off x="3984266" y="5040708"/>
                <a:ext cx="1079500" cy="736600"/>
              </a:xfrm>
              <a:prstGeom prst="rect">
                <a:avLst/>
              </a:prstGeom>
            </p:spPr>
          </p:pic>
        </p:grpSp>
        <p:pic>
          <p:nvPicPr>
            <p:cNvPr id="5" name="Picture 4">
              <a:extLst>
                <a:ext uri="{FF2B5EF4-FFF2-40B4-BE49-F238E27FC236}">
                  <a16:creationId xmlns:a16="http://schemas.microsoft.com/office/drawing/2014/main" id="{F68DBBA5-EB4B-D58E-DC9E-F7DD47E0796B}"/>
                </a:ext>
              </a:extLst>
            </p:cNvPr>
            <p:cNvPicPr>
              <a:picLocks noChangeAspect="1"/>
            </p:cNvPicPr>
            <p:nvPr/>
          </p:nvPicPr>
          <p:blipFill>
            <a:blip r:embed="rId24"/>
            <a:stretch>
              <a:fillRect/>
            </a:stretch>
          </p:blipFill>
          <p:spPr>
            <a:xfrm>
              <a:off x="3928791" y="1868956"/>
              <a:ext cx="1320800" cy="215900"/>
            </a:xfrm>
            <a:prstGeom prst="rect">
              <a:avLst/>
            </a:prstGeom>
          </p:spPr>
        </p:pic>
        <p:sp>
          <p:nvSpPr>
            <p:cNvPr id="6" name="TextBox 5">
              <a:extLst>
                <a:ext uri="{FF2B5EF4-FFF2-40B4-BE49-F238E27FC236}">
                  <a16:creationId xmlns:a16="http://schemas.microsoft.com/office/drawing/2014/main" id="{5FD0AB35-19BF-90E6-346E-E2BEF4C34CFE}"/>
                </a:ext>
              </a:extLst>
            </p:cNvPr>
            <p:cNvSpPr txBox="1"/>
            <p:nvPr/>
          </p:nvSpPr>
          <p:spPr>
            <a:xfrm>
              <a:off x="3905345" y="1801409"/>
              <a:ext cx="2190655" cy="338554"/>
            </a:xfrm>
            <a:prstGeom prst="rect">
              <a:avLst/>
            </a:prstGeom>
            <a:noFill/>
          </p:spPr>
          <p:txBody>
            <a:bodyPr wrap="square" rtlCol="0">
              <a:spAutoFit/>
            </a:bodyPr>
            <a:lstStyle/>
            <a:p>
              <a:r>
                <a:rPr lang="en-US" sz="1600"/>
                <a:t>Analysis Reflection</a:t>
              </a:r>
            </a:p>
          </p:txBody>
        </p:sp>
        <p:pic>
          <p:nvPicPr>
            <p:cNvPr id="7" name="Picture 6">
              <a:extLst>
                <a:ext uri="{FF2B5EF4-FFF2-40B4-BE49-F238E27FC236}">
                  <a16:creationId xmlns:a16="http://schemas.microsoft.com/office/drawing/2014/main" id="{3C2713A5-7450-4885-1423-BEDEA5DA2EFF}"/>
                </a:ext>
              </a:extLst>
            </p:cNvPr>
            <p:cNvPicPr>
              <a:picLocks noChangeAspect="1"/>
            </p:cNvPicPr>
            <p:nvPr/>
          </p:nvPicPr>
          <p:blipFill>
            <a:blip r:embed="rId25"/>
            <a:stretch>
              <a:fillRect/>
            </a:stretch>
          </p:blipFill>
          <p:spPr>
            <a:xfrm>
              <a:off x="5940514" y="1251949"/>
              <a:ext cx="2624267" cy="795553"/>
            </a:xfrm>
            <a:prstGeom prst="rect">
              <a:avLst/>
            </a:prstGeom>
          </p:spPr>
        </p:pic>
        <p:pic>
          <p:nvPicPr>
            <p:cNvPr id="8" name="Picture 7">
              <a:extLst>
                <a:ext uri="{FF2B5EF4-FFF2-40B4-BE49-F238E27FC236}">
                  <a16:creationId xmlns:a16="http://schemas.microsoft.com/office/drawing/2014/main" id="{DFC1DD11-0444-8766-9EEC-C745B782A5A2}"/>
                </a:ext>
              </a:extLst>
            </p:cNvPr>
            <p:cNvPicPr>
              <a:picLocks noChangeAspect="1"/>
            </p:cNvPicPr>
            <p:nvPr/>
          </p:nvPicPr>
          <p:blipFill>
            <a:blip r:embed="rId25"/>
            <a:stretch>
              <a:fillRect/>
            </a:stretch>
          </p:blipFill>
          <p:spPr>
            <a:xfrm>
              <a:off x="5993379" y="205501"/>
              <a:ext cx="2570885" cy="994637"/>
            </a:xfrm>
            <a:prstGeom prst="rect">
              <a:avLst/>
            </a:prstGeom>
          </p:spPr>
        </p:pic>
        <p:sp>
          <p:nvSpPr>
            <p:cNvPr id="9" name="TextBox 8">
              <a:extLst>
                <a:ext uri="{FF2B5EF4-FFF2-40B4-BE49-F238E27FC236}">
                  <a16:creationId xmlns:a16="http://schemas.microsoft.com/office/drawing/2014/main" id="{CB607FE5-B061-5A71-56F0-F4456F51B283}"/>
                </a:ext>
              </a:extLst>
            </p:cNvPr>
            <p:cNvSpPr txBox="1"/>
            <p:nvPr/>
          </p:nvSpPr>
          <p:spPr>
            <a:xfrm>
              <a:off x="5940514" y="1253843"/>
              <a:ext cx="2824812" cy="938719"/>
            </a:xfrm>
            <a:prstGeom prst="rect">
              <a:avLst/>
            </a:prstGeom>
            <a:noFill/>
          </p:spPr>
          <p:txBody>
            <a:bodyPr wrap="none" rtlCol="0">
              <a:spAutoFit/>
            </a:bodyPr>
            <a:lstStyle/>
            <a:p>
              <a:r>
                <a:rPr lang="en-US" sz="1100">
                  <a:solidFill>
                    <a:schemeClr val="accent2"/>
                  </a:solidFill>
                </a:rPr>
                <a:t>Exploring the intersection of LLM analysis </a:t>
              </a:r>
            </a:p>
            <a:p>
              <a:r>
                <a:rPr lang="en-US" sz="1100">
                  <a:solidFill>
                    <a:schemeClr val="accent2"/>
                  </a:solidFill>
                </a:rPr>
                <a:t>and data workflows, collaborating across </a:t>
              </a:r>
            </a:p>
            <a:p>
              <a:r>
                <a:rPr lang="en-US" sz="1100">
                  <a:solidFill>
                    <a:schemeClr val="accent2"/>
                  </a:solidFill>
                </a:rPr>
                <a:t>AI and engineering teams to build </a:t>
              </a:r>
            </a:p>
            <a:p>
              <a:r>
                <a:rPr lang="en-US" sz="1100">
                  <a:solidFill>
                    <a:schemeClr val="accent2"/>
                  </a:solidFill>
                </a:rPr>
                <a:t>understanding and sharpen insights.</a:t>
              </a:r>
            </a:p>
            <a:p>
              <a:endParaRPr lang="en-US" sz="1100">
                <a:solidFill>
                  <a:schemeClr val="accent2"/>
                </a:solidFill>
              </a:endParaRPr>
            </a:p>
          </p:txBody>
        </p:sp>
        <p:sp>
          <p:nvSpPr>
            <p:cNvPr id="10" name="TextBox 9">
              <a:extLst>
                <a:ext uri="{FF2B5EF4-FFF2-40B4-BE49-F238E27FC236}">
                  <a16:creationId xmlns:a16="http://schemas.microsoft.com/office/drawing/2014/main" id="{D963E100-7D2E-2672-A035-9299094FACDA}"/>
                </a:ext>
              </a:extLst>
            </p:cNvPr>
            <p:cNvSpPr txBox="1"/>
            <p:nvPr/>
          </p:nvSpPr>
          <p:spPr>
            <a:xfrm>
              <a:off x="5966485" y="292047"/>
              <a:ext cx="2619500" cy="830997"/>
            </a:xfrm>
            <a:prstGeom prst="rect">
              <a:avLst/>
            </a:prstGeom>
            <a:noFill/>
          </p:spPr>
          <p:txBody>
            <a:bodyPr wrap="none" rtlCol="0">
              <a:spAutoFit/>
            </a:bodyPr>
            <a:lstStyle/>
            <a:p>
              <a:r>
                <a:rPr lang="en-US" sz="1600">
                  <a:solidFill>
                    <a:schemeClr val="accent2"/>
                  </a:solidFill>
                </a:rPr>
                <a:t>Data Discovery workflow, </a:t>
              </a:r>
            </a:p>
            <a:p>
              <a:r>
                <a:rPr lang="en-US" sz="1600">
                  <a:solidFill>
                    <a:schemeClr val="accent2"/>
                  </a:solidFill>
                </a:rPr>
                <a:t>pivot from GW to SW, and </a:t>
              </a:r>
            </a:p>
            <a:p>
              <a:r>
                <a:rPr lang="en-US" sz="1600">
                  <a:solidFill>
                    <a:schemeClr val="accent2"/>
                  </a:solidFill>
                </a:rPr>
                <a:t>data fitness</a:t>
              </a:r>
            </a:p>
          </p:txBody>
        </p:sp>
      </p:grpSp>
      <p:pic>
        <p:nvPicPr>
          <p:cNvPr id="64" name="Picture 63">
            <a:extLst>
              <a:ext uri="{FF2B5EF4-FFF2-40B4-BE49-F238E27FC236}">
                <a16:creationId xmlns:a16="http://schemas.microsoft.com/office/drawing/2014/main" id="{DF54B6AF-D600-28C7-954D-0FAE042458E1}"/>
              </a:ext>
            </a:extLst>
          </p:cNvPr>
          <p:cNvPicPr>
            <a:picLocks noChangeAspect="1"/>
          </p:cNvPicPr>
          <p:nvPr/>
        </p:nvPicPr>
        <p:blipFill>
          <a:blip r:embed="rId25"/>
          <a:stretch>
            <a:fillRect/>
          </a:stretch>
        </p:blipFill>
        <p:spPr>
          <a:xfrm>
            <a:off x="6665448" y="5192521"/>
            <a:ext cx="3519693" cy="637925"/>
          </a:xfrm>
          <a:prstGeom prst="rect">
            <a:avLst/>
          </a:prstGeom>
        </p:spPr>
      </p:pic>
      <p:pic>
        <p:nvPicPr>
          <p:cNvPr id="66" name="Picture 65">
            <a:extLst>
              <a:ext uri="{FF2B5EF4-FFF2-40B4-BE49-F238E27FC236}">
                <a16:creationId xmlns:a16="http://schemas.microsoft.com/office/drawing/2014/main" id="{9F193147-83E3-DB4A-BE6B-6094AFC3CBD4}"/>
              </a:ext>
            </a:extLst>
          </p:cNvPr>
          <p:cNvPicPr>
            <a:picLocks noChangeAspect="1"/>
          </p:cNvPicPr>
          <p:nvPr/>
        </p:nvPicPr>
        <p:blipFill>
          <a:blip r:embed="rId25"/>
          <a:stretch>
            <a:fillRect/>
          </a:stretch>
        </p:blipFill>
        <p:spPr>
          <a:xfrm>
            <a:off x="6721655" y="4663747"/>
            <a:ext cx="2521710" cy="637925"/>
          </a:xfrm>
          <a:prstGeom prst="rect">
            <a:avLst/>
          </a:prstGeom>
        </p:spPr>
      </p:pic>
      <p:sp>
        <p:nvSpPr>
          <p:cNvPr id="65" name="TextBox 64">
            <a:extLst>
              <a:ext uri="{FF2B5EF4-FFF2-40B4-BE49-F238E27FC236}">
                <a16:creationId xmlns:a16="http://schemas.microsoft.com/office/drawing/2014/main" id="{806D6B4A-CFDD-7477-82BA-0F0F48DC9A2D}"/>
              </a:ext>
            </a:extLst>
          </p:cNvPr>
          <p:cNvSpPr txBox="1"/>
          <p:nvPr/>
        </p:nvSpPr>
        <p:spPr>
          <a:xfrm>
            <a:off x="6681314" y="4674879"/>
            <a:ext cx="3502369" cy="1077218"/>
          </a:xfrm>
          <a:prstGeom prst="rect">
            <a:avLst/>
          </a:prstGeom>
          <a:noFill/>
        </p:spPr>
        <p:txBody>
          <a:bodyPr wrap="none" rtlCol="0">
            <a:spAutoFit/>
          </a:bodyPr>
          <a:lstStyle/>
          <a:p>
            <a:r>
              <a:rPr lang="en-US" sz="1600">
                <a:solidFill>
                  <a:schemeClr val="accent2"/>
                </a:solidFill>
              </a:rPr>
              <a:t>Similarities between </a:t>
            </a:r>
          </a:p>
          <a:p>
            <a:r>
              <a:rPr lang="en-US" sz="1600">
                <a:solidFill>
                  <a:schemeClr val="accent2"/>
                </a:solidFill>
              </a:rPr>
              <a:t>geologic modeling. </a:t>
            </a:r>
          </a:p>
          <a:p>
            <a:r>
              <a:rPr lang="en-US" sz="1600">
                <a:solidFill>
                  <a:schemeClr val="accent2"/>
                </a:solidFill>
              </a:rPr>
              <a:t>Data constraints: We could do more </a:t>
            </a:r>
          </a:p>
          <a:p>
            <a:r>
              <a:rPr lang="en-US" sz="1600">
                <a:solidFill>
                  <a:schemeClr val="accent2"/>
                </a:solidFill>
              </a:rPr>
              <a:t>with complete geologic metadata</a:t>
            </a:r>
          </a:p>
        </p:txBody>
      </p:sp>
    </p:spTree>
    <p:extLst>
      <p:ext uri="{BB962C8B-B14F-4D97-AF65-F5344CB8AC3E}">
        <p14:creationId xmlns:p14="http://schemas.microsoft.com/office/powerpoint/2010/main" val="128341759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6950BFC3-D8DA-4A85-94F7-54DA5524770B}">
      <p188:commentRel xmlns:p188="http://schemas.microsoft.com/office/powerpoint/2018/8/main" r:id="rId3"/>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B16960-913B-5EDE-A406-70DA0A1F39EF}"/>
              </a:ext>
            </a:extLst>
          </p:cNvPr>
          <p:cNvSpPr>
            <a:spLocks noGrp="1"/>
          </p:cNvSpPr>
          <p:nvPr>
            <p:ph type="title"/>
          </p:nvPr>
        </p:nvSpPr>
        <p:spPr/>
        <p:txBody>
          <a:bodyPr/>
          <a:lstStyle/>
          <a:p>
            <a:r>
              <a:rPr lang="en-US"/>
              <a:t>Intro - Problem Framing &amp; Goal</a:t>
            </a:r>
          </a:p>
        </p:txBody>
      </p:sp>
      <p:graphicFrame>
        <p:nvGraphicFramePr>
          <p:cNvPr id="11" name="Content Placeholder 10">
            <a:extLst>
              <a:ext uri="{FF2B5EF4-FFF2-40B4-BE49-F238E27FC236}">
                <a16:creationId xmlns:a16="http://schemas.microsoft.com/office/drawing/2014/main" id="{784F5873-F639-7987-4B4E-217533BDCAC6}"/>
              </a:ext>
            </a:extLst>
          </p:cNvPr>
          <p:cNvGraphicFramePr>
            <a:graphicFrameLocks noGrp="1"/>
          </p:cNvGraphicFramePr>
          <p:nvPr>
            <p:ph sz="quarter" idx="20"/>
            <p:extLst>
              <p:ext uri="{D42A27DB-BD31-4B8C-83A1-F6EECF244321}">
                <p14:modId xmlns:p14="http://schemas.microsoft.com/office/powerpoint/2010/main" val="1127764901"/>
              </p:ext>
            </p:extLst>
          </p:nvPr>
        </p:nvGraphicFramePr>
        <p:xfrm>
          <a:off x="928688" y="1561149"/>
          <a:ext cx="6929437" cy="457200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5" name="Picture 4">
            <a:extLst>
              <a:ext uri="{FF2B5EF4-FFF2-40B4-BE49-F238E27FC236}">
                <a16:creationId xmlns:a16="http://schemas.microsoft.com/office/drawing/2014/main" id="{48E046BF-2D08-239B-E12F-83CFA6C03A1B}"/>
              </a:ext>
            </a:extLst>
          </p:cNvPr>
          <p:cNvPicPr>
            <a:picLocks noChangeAspect="1"/>
          </p:cNvPicPr>
          <p:nvPr/>
        </p:nvPicPr>
        <p:blipFill>
          <a:blip r:embed="rId8"/>
          <a:stretch>
            <a:fillRect/>
          </a:stretch>
        </p:blipFill>
        <p:spPr>
          <a:xfrm>
            <a:off x="8061337" y="1765685"/>
            <a:ext cx="4130663" cy="3985409"/>
          </a:xfrm>
          <a:prstGeom prst="rect">
            <a:avLst/>
          </a:prstGeom>
        </p:spPr>
      </p:pic>
      <p:sp>
        <p:nvSpPr>
          <p:cNvPr id="6" name="TextBox 5">
            <a:extLst>
              <a:ext uri="{FF2B5EF4-FFF2-40B4-BE49-F238E27FC236}">
                <a16:creationId xmlns:a16="http://schemas.microsoft.com/office/drawing/2014/main" id="{C3B9EE1E-069F-D269-0FFD-88962FE8280C}"/>
              </a:ext>
            </a:extLst>
          </p:cNvPr>
          <p:cNvSpPr txBox="1"/>
          <p:nvPr/>
        </p:nvSpPr>
        <p:spPr>
          <a:xfrm>
            <a:off x="8746959" y="5871540"/>
            <a:ext cx="2791326" cy="523220"/>
          </a:xfrm>
          <a:prstGeom prst="rect">
            <a:avLst/>
          </a:prstGeom>
          <a:noFill/>
        </p:spPr>
        <p:txBody>
          <a:bodyPr wrap="square" rtlCol="0">
            <a:spAutoFit/>
          </a:bodyPr>
          <a:lstStyle/>
          <a:p>
            <a:pPr algn="ctr"/>
            <a:r>
              <a:rPr lang="en-US" sz="1400"/>
              <a:t>Asked Gemini to make us a monitoring locations map…</a:t>
            </a:r>
          </a:p>
        </p:txBody>
      </p:sp>
    </p:spTree>
    <p:extLst>
      <p:ext uri="{BB962C8B-B14F-4D97-AF65-F5344CB8AC3E}">
        <p14:creationId xmlns:p14="http://schemas.microsoft.com/office/powerpoint/2010/main" val="208419515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6950BFC3-D8DA-4A85-94F7-54DA5524770B}">
      <p188:commentRel xmlns:p188="http://schemas.microsoft.com/office/powerpoint/2018/8/main" r:id="rId2"/>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 name="Group 25">
            <a:extLst>
              <a:ext uri="{FF2B5EF4-FFF2-40B4-BE49-F238E27FC236}">
                <a16:creationId xmlns:a16="http://schemas.microsoft.com/office/drawing/2014/main" id="{BC1A9861-AF68-D622-8243-2523DFDBC6AB}"/>
              </a:ext>
            </a:extLst>
          </p:cNvPr>
          <p:cNvGrpSpPr/>
          <p:nvPr/>
        </p:nvGrpSpPr>
        <p:grpSpPr>
          <a:xfrm>
            <a:off x="2178773" y="1320135"/>
            <a:ext cx="8979216" cy="5606318"/>
            <a:chOff x="934548" y="893543"/>
            <a:chExt cx="8979216" cy="5606318"/>
          </a:xfrm>
        </p:grpSpPr>
        <p:pic>
          <p:nvPicPr>
            <p:cNvPr id="18" name="Picture 17">
              <a:extLst>
                <a:ext uri="{FF2B5EF4-FFF2-40B4-BE49-F238E27FC236}">
                  <a16:creationId xmlns:a16="http://schemas.microsoft.com/office/drawing/2014/main" id="{76C170CC-FB09-D694-46BC-D0AA929D8F15}"/>
                </a:ext>
              </a:extLst>
            </p:cNvPr>
            <p:cNvPicPr>
              <a:picLocks noChangeAspect="1"/>
            </p:cNvPicPr>
            <p:nvPr/>
          </p:nvPicPr>
          <p:blipFill>
            <a:blip r:embed="rId4"/>
            <a:stretch>
              <a:fillRect/>
            </a:stretch>
          </p:blipFill>
          <p:spPr>
            <a:xfrm>
              <a:off x="934548" y="893543"/>
              <a:ext cx="8409477" cy="5606318"/>
            </a:xfrm>
            <a:prstGeom prst="rect">
              <a:avLst/>
            </a:prstGeom>
          </p:spPr>
        </p:pic>
        <p:sp>
          <p:nvSpPr>
            <p:cNvPr id="17" name="TextBox 16">
              <a:extLst>
                <a:ext uri="{FF2B5EF4-FFF2-40B4-BE49-F238E27FC236}">
                  <a16:creationId xmlns:a16="http://schemas.microsoft.com/office/drawing/2014/main" id="{AFFBF1BE-D087-F027-4C7C-EC127A990FA7}"/>
                </a:ext>
              </a:extLst>
            </p:cNvPr>
            <p:cNvSpPr txBox="1"/>
            <p:nvPr/>
          </p:nvSpPr>
          <p:spPr>
            <a:xfrm>
              <a:off x="6546676" y="1895512"/>
              <a:ext cx="3367088" cy="830997"/>
            </a:xfrm>
            <a:prstGeom prst="rect">
              <a:avLst/>
            </a:prstGeom>
            <a:noFill/>
          </p:spPr>
          <p:txBody>
            <a:bodyPr wrap="square" rtlCol="0">
              <a:spAutoFit/>
            </a:bodyPr>
            <a:lstStyle/>
            <a:p>
              <a:r>
                <a:rPr lang="en-US" sz="1600">
                  <a:solidFill>
                    <a:srgbClr val="616265"/>
                  </a:solidFill>
                  <a:effectLst/>
                  <a:latin typeface="Segoe UI" panose="020B0502040204020203" pitchFamily="34" charset="0"/>
                </a:rPr>
                <a:t>Included unrelated, invented information regarding pet neutering.</a:t>
              </a:r>
              <a:endParaRPr lang="en-US" sz="1600">
                <a:latin typeface="Segoe UI" panose="020B0502040204020203" pitchFamily="34" charset="0"/>
                <a:cs typeface="Segoe UI" panose="020B0502040204020203" pitchFamily="34" charset="0"/>
              </a:endParaRPr>
            </a:p>
          </p:txBody>
        </p:sp>
        <p:sp>
          <p:nvSpPr>
            <p:cNvPr id="19" name="TextBox 18">
              <a:extLst>
                <a:ext uri="{FF2B5EF4-FFF2-40B4-BE49-F238E27FC236}">
                  <a16:creationId xmlns:a16="http://schemas.microsoft.com/office/drawing/2014/main" id="{97747B76-26DD-7837-8A57-36650FCB5D55}"/>
                </a:ext>
              </a:extLst>
            </p:cNvPr>
            <p:cNvSpPr txBox="1"/>
            <p:nvPr/>
          </p:nvSpPr>
          <p:spPr>
            <a:xfrm>
              <a:off x="3655839" y="1871725"/>
              <a:ext cx="3367088" cy="584775"/>
            </a:xfrm>
            <a:prstGeom prst="rect">
              <a:avLst/>
            </a:prstGeom>
            <a:noFill/>
          </p:spPr>
          <p:txBody>
            <a:bodyPr wrap="square" rtlCol="0">
              <a:spAutoFit/>
            </a:bodyPr>
            <a:lstStyle/>
            <a:p>
              <a:r>
                <a:rPr lang="en-US" sz="1600">
                  <a:solidFill>
                    <a:srgbClr val="616265"/>
                  </a:solidFill>
                  <a:effectLst/>
                  <a:latin typeface="Segoe UI" panose="020B0502040204020203" pitchFamily="34" charset="0"/>
                </a:rPr>
                <a:t>Plausible, but nonexistent </a:t>
              </a:r>
            </a:p>
            <a:p>
              <a:r>
                <a:rPr lang="en-US" sz="1600">
                  <a:solidFill>
                    <a:srgbClr val="616265"/>
                  </a:solidFill>
                  <a:effectLst/>
                  <a:latin typeface="Segoe UI" panose="020B0502040204020203" pitchFamily="34" charset="0"/>
                </a:rPr>
                <a:t>data.</a:t>
              </a:r>
              <a:endParaRPr lang="en-US" sz="1600">
                <a:latin typeface="Segoe UI" panose="020B0502040204020203" pitchFamily="34" charset="0"/>
                <a:cs typeface="Segoe UI" panose="020B0502040204020203" pitchFamily="34" charset="0"/>
              </a:endParaRPr>
            </a:p>
          </p:txBody>
        </p:sp>
        <p:sp>
          <p:nvSpPr>
            <p:cNvPr id="20" name="TextBox 19">
              <a:extLst>
                <a:ext uri="{FF2B5EF4-FFF2-40B4-BE49-F238E27FC236}">
                  <a16:creationId xmlns:a16="http://schemas.microsoft.com/office/drawing/2014/main" id="{D3BCD6AE-6C69-25A4-1216-C99B8CB73992}"/>
                </a:ext>
              </a:extLst>
            </p:cNvPr>
            <p:cNvSpPr txBox="1"/>
            <p:nvPr/>
          </p:nvSpPr>
          <p:spPr>
            <a:xfrm>
              <a:off x="3655839" y="2827329"/>
              <a:ext cx="3367088" cy="830997"/>
            </a:xfrm>
            <a:prstGeom prst="rect">
              <a:avLst/>
            </a:prstGeom>
            <a:noFill/>
          </p:spPr>
          <p:txBody>
            <a:bodyPr wrap="square" rtlCol="0">
              <a:spAutoFit/>
            </a:bodyPr>
            <a:lstStyle/>
            <a:p>
              <a:r>
                <a:rPr lang="en-US" sz="1600">
                  <a:latin typeface="Segoe UI" panose="020B0502040204020203" pitchFamily="34" charset="0"/>
                  <a:cs typeface="Segoe UI" panose="020B0502040204020203" pitchFamily="34" charset="0"/>
                </a:rPr>
                <a:t>Attempted “escape-the-box” </a:t>
              </a:r>
            </a:p>
            <a:p>
              <a:r>
                <a:rPr lang="en-US" sz="1600">
                  <a:latin typeface="Segoe UI" panose="020B0502040204020203" pitchFamily="34" charset="0"/>
                  <a:cs typeface="Segoe UI" panose="020B0502040204020203" pitchFamily="34" charset="0"/>
                </a:rPr>
                <a:t>by instructing user to run </a:t>
              </a:r>
            </a:p>
            <a:p>
              <a:r>
                <a:rPr lang="en-US" sz="1600">
                  <a:latin typeface="Segoe UI" panose="020B0502040204020203" pitchFamily="34" charset="0"/>
                  <a:cs typeface="Segoe UI" panose="020B0502040204020203" pitchFamily="34" charset="0"/>
                </a:rPr>
                <a:t>scripts.</a:t>
              </a:r>
            </a:p>
          </p:txBody>
        </p:sp>
        <p:sp>
          <p:nvSpPr>
            <p:cNvPr id="21" name="TextBox 20">
              <a:extLst>
                <a:ext uri="{FF2B5EF4-FFF2-40B4-BE49-F238E27FC236}">
                  <a16:creationId xmlns:a16="http://schemas.microsoft.com/office/drawing/2014/main" id="{36E94376-5949-7B79-8A23-4826A20F98C9}"/>
                </a:ext>
              </a:extLst>
            </p:cNvPr>
            <p:cNvSpPr txBox="1"/>
            <p:nvPr/>
          </p:nvSpPr>
          <p:spPr>
            <a:xfrm>
              <a:off x="3655839" y="3799242"/>
              <a:ext cx="3367088" cy="338554"/>
            </a:xfrm>
            <a:prstGeom prst="rect">
              <a:avLst/>
            </a:prstGeom>
            <a:noFill/>
          </p:spPr>
          <p:txBody>
            <a:bodyPr wrap="square" rtlCol="0">
              <a:spAutoFit/>
            </a:bodyPr>
            <a:lstStyle/>
            <a:p>
              <a:r>
                <a:rPr lang="en-US" sz="1600">
                  <a:latin typeface="Segoe UI" panose="020B0502040204020203" pitchFamily="34" charset="0"/>
                  <a:cs typeface="Segoe UI" panose="020B0502040204020203" pitchFamily="34" charset="0"/>
                </a:rPr>
                <a:t>~45,750 tokens</a:t>
              </a:r>
            </a:p>
          </p:txBody>
        </p:sp>
        <p:sp>
          <p:nvSpPr>
            <p:cNvPr id="22" name="TextBox 21">
              <a:extLst>
                <a:ext uri="{FF2B5EF4-FFF2-40B4-BE49-F238E27FC236}">
                  <a16:creationId xmlns:a16="http://schemas.microsoft.com/office/drawing/2014/main" id="{1F301A8D-1EA3-F197-39F7-60F451546C63}"/>
                </a:ext>
              </a:extLst>
            </p:cNvPr>
            <p:cNvSpPr txBox="1"/>
            <p:nvPr/>
          </p:nvSpPr>
          <p:spPr>
            <a:xfrm>
              <a:off x="3655839" y="4700697"/>
              <a:ext cx="3367088" cy="830997"/>
            </a:xfrm>
            <a:prstGeom prst="rect">
              <a:avLst/>
            </a:prstGeom>
            <a:noFill/>
          </p:spPr>
          <p:txBody>
            <a:bodyPr wrap="square" rtlCol="0">
              <a:spAutoFit/>
            </a:bodyPr>
            <a:lstStyle/>
            <a:p>
              <a:r>
                <a:rPr lang="en-US" sz="1600">
                  <a:latin typeface="Segoe UI" panose="020B0502040204020203" pitchFamily="34" charset="0"/>
                  <a:cs typeface="Segoe UI" panose="020B0502040204020203" pitchFamily="34" charset="0"/>
                </a:rPr>
                <a:t>Ignored clear instructions to </a:t>
              </a:r>
            </a:p>
            <a:p>
              <a:r>
                <a:rPr lang="en-US" sz="1600">
                  <a:latin typeface="Segoe UI" panose="020B0502040204020203" pitchFamily="34" charset="0"/>
                  <a:cs typeface="Segoe UI" panose="020B0502040204020203" pitchFamily="34" charset="0"/>
                </a:rPr>
                <a:t>use data provided and </a:t>
              </a:r>
            </a:p>
            <a:p>
              <a:r>
                <a:rPr lang="en-US" sz="1600">
                  <a:latin typeface="Segoe UI" panose="020B0502040204020203" pitchFamily="34" charset="0"/>
                  <a:cs typeface="Segoe UI" panose="020B0502040204020203" pitchFamily="34" charset="0"/>
                </a:rPr>
                <a:t>specific date range.</a:t>
              </a:r>
            </a:p>
          </p:txBody>
        </p:sp>
        <p:sp>
          <p:nvSpPr>
            <p:cNvPr id="23" name="TextBox 22">
              <a:extLst>
                <a:ext uri="{FF2B5EF4-FFF2-40B4-BE49-F238E27FC236}">
                  <a16:creationId xmlns:a16="http://schemas.microsoft.com/office/drawing/2014/main" id="{60309230-FA6E-9806-9AD3-53F8211852AF}"/>
                </a:ext>
              </a:extLst>
            </p:cNvPr>
            <p:cNvSpPr txBox="1"/>
            <p:nvPr/>
          </p:nvSpPr>
          <p:spPr>
            <a:xfrm>
              <a:off x="6546676" y="2891526"/>
              <a:ext cx="3367088" cy="584775"/>
            </a:xfrm>
            <a:prstGeom prst="rect">
              <a:avLst/>
            </a:prstGeom>
            <a:noFill/>
          </p:spPr>
          <p:txBody>
            <a:bodyPr wrap="square" rtlCol="0">
              <a:spAutoFit/>
            </a:bodyPr>
            <a:lstStyle/>
            <a:p>
              <a:r>
                <a:rPr lang="en-US" sz="1600">
                  <a:latin typeface="Segoe UI" panose="020B0502040204020203" pitchFamily="34" charset="0"/>
                  <a:cs typeface="Segoe UI" panose="020B0502040204020203" pitchFamily="34" charset="0"/>
                </a:rPr>
                <a:t>Stayed within platform </a:t>
              </a:r>
            </a:p>
            <a:p>
              <a:r>
                <a:rPr lang="en-US" sz="1600">
                  <a:latin typeface="Segoe UI" panose="020B0502040204020203" pitchFamily="34" charset="0"/>
                  <a:cs typeface="Segoe UI" panose="020B0502040204020203" pitchFamily="34" charset="0"/>
                </a:rPr>
                <a:t>constraints.</a:t>
              </a:r>
            </a:p>
          </p:txBody>
        </p:sp>
        <p:sp>
          <p:nvSpPr>
            <p:cNvPr id="24" name="TextBox 23">
              <a:extLst>
                <a:ext uri="{FF2B5EF4-FFF2-40B4-BE49-F238E27FC236}">
                  <a16:creationId xmlns:a16="http://schemas.microsoft.com/office/drawing/2014/main" id="{04E4EC18-CF6C-63E1-207C-DB6B3A2AA10D}"/>
                </a:ext>
              </a:extLst>
            </p:cNvPr>
            <p:cNvSpPr txBox="1"/>
            <p:nvPr/>
          </p:nvSpPr>
          <p:spPr>
            <a:xfrm>
              <a:off x="6546676" y="3787799"/>
              <a:ext cx="3367088" cy="338554"/>
            </a:xfrm>
            <a:prstGeom prst="rect">
              <a:avLst/>
            </a:prstGeom>
            <a:noFill/>
          </p:spPr>
          <p:txBody>
            <a:bodyPr wrap="square" rtlCol="0">
              <a:spAutoFit/>
            </a:bodyPr>
            <a:lstStyle/>
            <a:p>
              <a:r>
                <a:rPr lang="en-US" sz="1600">
                  <a:latin typeface="Segoe UI" panose="020B0502040204020203" pitchFamily="34" charset="0"/>
                  <a:cs typeface="Segoe UI" panose="020B0502040204020203" pitchFamily="34" charset="0"/>
                </a:rPr>
                <a:t>~24,150 tokens</a:t>
              </a:r>
            </a:p>
          </p:txBody>
        </p:sp>
        <p:sp>
          <p:nvSpPr>
            <p:cNvPr id="25" name="TextBox 24">
              <a:extLst>
                <a:ext uri="{FF2B5EF4-FFF2-40B4-BE49-F238E27FC236}">
                  <a16:creationId xmlns:a16="http://schemas.microsoft.com/office/drawing/2014/main" id="{5E6F332B-515C-A10A-E8FA-3E01BF718A9E}"/>
                </a:ext>
              </a:extLst>
            </p:cNvPr>
            <p:cNvSpPr txBox="1"/>
            <p:nvPr/>
          </p:nvSpPr>
          <p:spPr>
            <a:xfrm>
              <a:off x="6536271" y="4724482"/>
              <a:ext cx="3367088" cy="584775"/>
            </a:xfrm>
            <a:prstGeom prst="rect">
              <a:avLst/>
            </a:prstGeom>
            <a:noFill/>
          </p:spPr>
          <p:txBody>
            <a:bodyPr wrap="square" rtlCol="0">
              <a:spAutoFit/>
            </a:bodyPr>
            <a:lstStyle/>
            <a:p>
              <a:r>
                <a:rPr lang="en-US" sz="1600">
                  <a:latin typeface="Segoe UI" panose="020B0502040204020203" pitchFamily="34" charset="0"/>
                  <a:cs typeface="Segoe UI" panose="020B0502040204020203" pitchFamily="34" charset="0"/>
                </a:rPr>
                <a:t>Ignored specific details in </a:t>
              </a:r>
            </a:p>
            <a:p>
              <a:r>
                <a:rPr lang="en-US" sz="1600">
                  <a:latin typeface="Segoe UI" panose="020B0502040204020203" pitchFamily="34" charset="0"/>
                  <a:cs typeface="Segoe UI" panose="020B0502040204020203" pitchFamily="34" charset="0"/>
                </a:rPr>
                <a:t>prompt</a:t>
              </a:r>
              <a:r>
                <a:rPr lang="en-US" sz="1600">
                  <a:solidFill>
                    <a:srgbClr val="616265"/>
                  </a:solidFill>
                  <a:effectLst/>
                  <a:latin typeface="Segoe UI" panose="020B0502040204020203" pitchFamily="34" charset="0"/>
                  <a:cs typeface="Segoe UI" panose="020B0502040204020203" pitchFamily="34" charset="0"/>
                </a:rPr>
                <a:t>.</a:t>
              </a:r>
              <a:endParaRPr lang="en-US" sz="1600">
                <a:latin typeface="Segoe UI" panose="020B0502040204020203" pitchFamily="34" charset="0"/>
                <a:cs typeface="Segoe UI" panose="020B0502040204020203" pitchFamily="34" charset="0"/>
              </a:endParaRPr>
            </a:p>
          </p:txBody>
        </p:sp>
      </p:grpSp>
      <p:sp>
        <p:nvSpPr>
          <p:cNvPr id="6" name="Title 5">
            <a:extLst>
              <a:ext uri="{FF2B5EF4-FFF2-40B4-BE49-F238E27FC236}">
                <a16:creationId xmlns:a16="http://schemas.microsoft.com/office/drawing/2014/main" id="{32264A4F-D47E-CBAE-BD38-382087247598}"/>
              </a:ext>
            </a:extLst>
          </p:cNvPr>
          <p:cNvSpPr>
            <a:spLocks noGrp="1"/>
          </p:cNvSpPr>
          <p:nvPr>
            <p:ph type="title"/>
          </p:nvPr>
        </p:nvSpPr>
        <p:spPr>
          <a:xfrm>
            <a:off x="2771775" y="-170364"/>
            <a:ext cx="9144000" cy="1092483"/>
          </a:xfrm>
        </p:spPr>
        <p:txBody>
          <a:bodyPr/>
          <a:lstStyle/>
          <a:p>
            <a:r>
              <a:rPr lang="en-US"/>
              <a:t>Week 1 - LLM Benchmarking &amp; Discovery </a:t>
            </a:r>
          </a:p>
        </p:txBody>
      </p:sp>
      <p:sp>
        <p:nvSpPr>
          <p:cNvPr id="7" name="Content Placeholder 6">
            <a:extLst>
              <a:ext uri="{FF2B5EF4-FFF2-40B4-BE49-F238E27FC236}">
                <a16:creationId xmlns:a16="http://schemas.microsoft.com/office/drawing/2014/main" id="{B96DBFA7-55D8-34F7-996B-291F1A6CCE1E}"/>
              </a:ext>
            </a:extLst>
          </p:cNvPr>
          <p:cNvSpPr>
            <a:spLocks noGrp="1"/>
          </p:cNvSpPr>
          <p:nvPr>
            <p:ph sz="quarter" idx="20"/>
          </p:nvPr>
        </p:nvSpPr>
        <p:spPr>
          <a:xfrm>
            <a:off x="2428875" y="1164051"/>
            <a:ext cx="10438852" cy="561647"/>
          </a:xfrm>
        </p:spPr>
        <p:txBody>
          <a:bodyPr/>
          <a:lstStyle/>
          <a:p>
            <a:pPr marL="0" indent="0">
              <a:buNone/>
            </a:pPr>
            <a:r>
              <a:rPr lang="en-US" sz="1800"/>
              <a:t>Method: Run Claude Opus 4.6 and Gemini Pro 2.5 in parallel with identical prompts</a:t>
            </a:r>
          </a:p>
          <a:p>
            <a:endParaRPr lang="en-US" sz="1800"/>
          </a:p>
          <a:p>
            <a:endParaRPr lang="en-US" sz="1800"/>
          </a:p>
        </p:txBody>
      </p:sp>
      <p:sp>
        <p:nvSpPr>
          <p:cNvPr id="27" name="TextBox 26">
            <a:extLst>
              <a:ext uri="{FF2B5EF4-FFF2-40B4-BE49-F238E27FC236}">
                <a16:creationId xmlns:a16="http://schemas.microsoft.com/office/drawing/2014/main" id="{13F54FEC-1075-084C-517C-EE2C982EBBF9}"/>
              </a:ext>
            </a:extLst>
          </p:cNvPr>
          <p:cNvSpPr txBox="1"/>
          <p:nvPr/>
        </p:nvSpPr>
        <p:spPr>
          <a:xfrm>
            <a:off x="2207419" y="6176006"/>
            <a:ext cx="10881764" cy="917174"/>
          </a:xfrm>
          <a:prstGeom prst="rect">
            <a:avLst/>
          </a:prstGeom>
          <a:solidFill>
            <a:schemeClr val="bg1"/>
          </a:solidFill>
        </p:spPr>
        <p:txBody>
          <a:bodyPr wrap="square" rtlCol="0">
            <a:spAutoFit/>
          </a:bodyPr>
          <a:lstStyle/>
          <a:p>
            <a:r>
              <a:rPr lang="en-US" sz="1600"/>
              <a:t>Takeaways: 1.2M+ points exceeded feasible LLM processing — dataset better suited for ML/neural </a:t>
            </a:r>
          </a:p>
          <a:p>
            <a:r>
              <a:rPr lang="en-US" sz="1600"/>
              <a:t>network approach; LLMs useful as copilots, not unsupervised analysts</a:t>
            </a:r>
          </a:p>
          <a:p>
            <a:endParaRPr lang="en-US"/>
          </a:p>
        </p:txBody>
      </p:sp>
      <p:cxnSp>
        <p:nvCxnSpPr>
          <p:cNvPr id="29" name="Straight Connector 28">
            <a:extLst>
              <a:ext uri="{FF2B5EF4-FFF2-40B4-BE49-F238E27FC236}">
                <a16:creationId xmlns:a16="http://schemas.microsoft.com/office/drawing/2014/main" id="{9736B1A2-393F-A741-95B4-1F7D6917CF3B}"/>
              </a:ext>
            </a:extLst>
          </p:cNvPr>
          <p:cNvCxnSpPr>
            <a:cxnSpLocks/>
          </p:cNvCxnSpPr>
          <p:nvPr/>
        </p:nvCxnSpPr>
        <p:spPr>
          <a:xfrm>
            <a:off x="1019723" y="6105111"/>
            <a:ext cx="10896052" cy="0"/>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59BA253E-EAD8-D431-EB30-C506594A4CED}"/>
              </a:ext>
            </a:extLst>
          </p:cNvPr>
          <p:cNvCxnSpPr>
            <a:cxnSpLocks/>
          </p:cNvCxnSpPr>
          <p:nvPr/>
        </p:nvCxnSpPr>
        <p:spPr>
          <a:xfrm>
            <a:off x="1019723" y="1586671"/>
            <a:ext cx="10896052" cy="0"/>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0039076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6950BFC3-D8DA-4A85-94F7-54DA5524770B}">
      <p188:commentRel xmlns:p188="http://schemas.microsoft.com/office/powerpoint/2018/8/main" r:id="rId3"/>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4C0C872-F1D7-3592-246F-D82CD09FA6ED}"/>
              </a:ext>
            </a:extLst>
          </p:cNvPr>
          <p:cNvSpPr>
            <a:spLocks noGrp="1"/>
          </p:cNvSpPr>
          <p:nvPr>
            <p:ph type="title"/>
          </p:nvPr>
        </p:nvSpPr>
        <p:spPr>
          <a:xfrm>
            <a:off x="2129667" y="94096"/>
            <a:ext cx="4881739" cy="546928"/>
          </a:xfrm>
        </p:spPr>
        <p:txBody>
          <a:bodyPr/>
          <a:lstStyle/>
          <a:p>
            <a:pPr algn="ctr"/>
            <a:r>
              <a:rPr lang="en-US" sz="2000"/>
              <a:t>Week 2 - Data Cleaning &amp; The Pivot</a:t>
            </a:r>
          </a:p>
        </p:txBody>
      </p:sp>
      <p:pic>
        <p:nvPicPr>
          <p:cNvPr id="9" name="Picture 8">
            <a:extLst>
              <a:ext uri="{FF2B5EF4-FFF2-40B4-BE49-F238E27FC236}">
                <a16:creationId xmlns:a16="http://schemas.microsoft.com/office/drawing/2014/main" id="{74825D5F-228C-2692-ED17-479C2C8DC6A0}"/>
              </a:ext>
            </a:extLst>
          </p:cNvPr>
          <p:cNvPicPr>
            <a:picLocks noChangeAspect="1"/>
          </p:cNvPicPr>
          <p:nvPr/>
        </p:nvPicPr>
        <p:blipFill>
          <a:blip r:embed="rId3"/>
          <a:stretch>
            <a:fillRect/>
          </a:stretch>
        </p:blipFill>
        <p:spPr>
          <a:xfrm>
            <a:off x="7310261" y="-72987"/>
            <a:ext cx="4881739" cy="5608806"/>
          </a:xfrm>
          <a:prstGeom prst="rect">
            <a:avLst/>
          </a:prstGeom>
        </p:spPr>
      </p:pic>
      <p:sp>
        <p:nvSpPr>
          <p:cNvPr id="14" name="Content Placeholder 6">
            <a:extLst>
              <a:ext uri="{FF2B5EF4-FFF2-40B4-BE49-F238E27FC236}">
                <a16:creationId xmlns:a16="http://schemas.microsoft.com/office/drawing/2014/main" id="{F076F10D-FF5D-AF6A-A318-E6BB6E23EB55}"/>
              </a:ext>
            </a:extLst>
          </p:cNvPr>
          <p:cNvSpPr>
            <a:spLocks noGrp="1"/>
          </p:cNvSpPr>
          <p:nvPr>
            <p:ph sz="quarter" idx="20"/>
          </p:nvPr>
        </p:nvSpPr>
        <p:spPr>
          <a:xfrm>
            <a:off x="946936" y="1321758"/>
            <a:ext cx="6556799" cy="2819316"/>
          </a:xfrm>
        </p:spPr>
        <p:txBody>
          <a:bodyPr>
            <a:normAutofit/>
          </a:bodyPr>
          <a:lstStyle/>
          <a:p>
            <a:pPr marL="0" indent="0">
              <a:buNone/>
            </a:pPr>
            <a:r>
              <a:rPr lang="en-US" sz="1400" b="1">
                <a:solidFill>
                  <a:schemeClr val="tx1">
                    <a:lumMod val="50000"/>
                  </a:schemeClr>
                </a:solidFill>
                <a:latin typeface="Aptos" panose="020B0004020202020204" pitchFamily="34" charset="0"/>
              </a:rPr>
              <a:t>Our Original Goal: -</a:t>
            </a:r>
          </a:p>
          <a:p>
            <a:pPr marL="0" indent="0">
              <a:buNone/>
            </a:pPr>
            <a:r>
              <a:rPr lang="en-US" sz="1400" b="1">
                <a:solidFill>
                  <a:schemeClr val="tx1">
                    <a:lumMod val="50000"/>
                  </a:schemeClr>
                </a:solidFill>
              </a:rPr>
              <a:t>- </a:t>
            </a:r>
            <a:r>
              <a:rPr lang="en-US" sz="1400">
                <a:solidFill>
                  <a:schemeClr val="tx1">
                    <a:lumMod val="50000"/>
                  </a:schemeClr>
                </a:solidFill>
                <a:latin typeface="Aptos" panose="020B0004020202020204" pitchFamily="34" charset="0"/>
              </a:rPr>
              <a:t>Forecast groundwater levels for Washington’s CRBG aquifer using USGS data</a:t>
            </a:r>
            <a:r>
              <a:rPr lang="en-US" sz="1400" b="1">
                <a:solidFill>
                  <a:schemeClr val="tx1">
                    <a:lumMod val="50000"/>
                  </a:schemeClr>
                </a:solidFill>
                <a:latin typeface="Aptos" panose="020B0004020202020204" pitchFamily="34" charset="0"/>
              </a:rPr>
              <a:t>. </a:t>
            </a:r>
            <a:endParaRPr lang="en-US" sz="1400">
              <a:solidFill>
                <a:schemeClr val="tx1">
                  <a:lumMod val="50000"/>
                </a:schemeClr>
              </a:solidFill>
              <a:latin typeface="Aptos" panose="020B0004020202020204" pitchFamily="34" charset="0"/>
            </a:endParaRPr>
          </a:p>
          <a:p>
            <a:pPr marL="0" indent="0">
              <a:buNone/>
            </a:pPr>
            <a:r>
              <a:rPr lang="en-US" sz="1400" b="1">
                <a:solidFill>
                  <a:schemeClr val="tx1">
                    <a:lumMod val="50000"/>
                  </a:schemeClr>
                </a:solidFill>
                <a:latin typeface="Aptos" panose="020B0004020202020204" pitchFamily="34" charset="0"/>
              </a:rPr>
              <a:t>Why the Groundwater Data Didn’t Work- The Pivot Decision: </a:t>
            </a:r>
          </a:p>
          <a:p>
            <a:r>
              <a:rPr lang="en-US" sz="1400">
                <a:solidFill>
                  <a:schemeClr val="tx1">
                    <a:lumMod val="50000"/>
                  </a:schemeClr>
                </a:solidFill>
                <a:latin typeface="Aptos" panose="020B0004020202020204" pitchFamily="34" charset="0"/>
              </a:rPr>
              <a:t>Well data was missing key background information- we had water-level readings from individual wells. But the dataset lacked reliable aquifer identifiers</a:t>
            </a:r>
          </a:p>
          <a:p>
            <a:r>
              <a:rPr lang="en-US" sz="1400">
                <a:solidFill>
                  <a:schemeClr val="tx1">
                    <a:lumMod val="50000"/>
                  </a:schemeClr>
                </a:solidFill>
                <a:latin typeface="Aptos" panose="020B0004020202020204" pitchFamily="34" charset="0"/>
              </a:rPr>
              <a:t>Well comparisons became apples‑to‑oranges</a:t>
            </a:r>
          </a:p>
          <a:p>
            <a:r>
              <a:rPr lang="en-US" sz="1400">
                <a:solidFill>
                  <a:schemeClr val="tx1">
                    <a:lumMod val="50000"/>
                  </a:schemeClr>
                </a:solidFill>
                <a:latin typeface="Aptos" panose="020B0004020202020204" pitchFamily="34" charset="0"/>
              </a:rPr>
              <a:t>Surface water flow rates offered a physically consistent and directly comparable measurement across all sites</a:t>
            </a:r>
          </a:p>
        </p:txBody>
      </p:sp>
      <p:sp>
        <p:nvSpPr>
          <p:cNvPr id="15" name="TextBox 14">
            <a:extLst>
              <a:ext uri="{FF2B5EF4-FFF2-40B4-BE49-F238E27FC236}">
                <a16:creationId xmlns:a16="http://schemas.microsoft.com/office/drawing/2014/main" id="{DCE88957-396F-02FD-B4FA-9A5BCC265A95}"/>
              </a:ext>
            </a:extLst>
          </p:cNvPr>
          <p:cNvSpPr txBox="1"/>
          <p:nvPr/>
        </p:nvSpPr>
        <p:spPr>
          <a:xfrm>
            <a:off x="850200" y="3806145"/>
            <a:ext cx="6556798" cy="2246769"/>
          </a:xfrm>
          <a:prstGeom prst="rect">
            <a:avLst/>
          </a:prstGeom>
          <a:noFill/>
        </p:spPr>
        <p:txBody>
          <a:bodyPr wrap="square">
            <a:spAutoFit/>
          </a:bodyPr>
          <a:lstStyle/>
          <a:p>
            <a:pPr defTabSz="914400"/>
            <a:r>
              <a:rPr lang="en-US" sz="1400" b="1">
                <a:solidFill>
                  <a:prstClr val="black"/>
                </a:solidFill>
                <a:latin typeface="Aptos" panose="02110004020202020204"/>
              </a:rPr>
              <a:t>Gap Analysis as a Data Fitness Diagnostic:</a:t>
            </a:r>
          </a:p>
          <a:p>
            <a:pPr defTabSz="914400"/>
            <a:endParaRPr lang="en-US" sz="1400" b="1">
              <a:solidFill>
                <a:prstClr val="black"/>
              </a:solidFill>
              <a:latin typeface="Aptos" panose="02110004020202020204"/>
            </a:endParaRPr>
          </a:p>
          <a:p>
            <a:pPr marL="285750" indent="-285750" defTabSz="914400">
              <a:buFont typeface="Arial" panose="020B0604020202020204" pitchFamily="34" charset="0"/>
              <a:buChar char="•"/>
            </a:pPr>
            <a:r>
              <a:rPr lang="en-US" sz="1400">
                <a:solidFill>
                  <a:prstClr val="black"/>
                </a:solidFill>
                <a:latin typeface="Aptos" panose="02110004020202020204"/>
              </a:rPr>
              <a:t>ChatGPT-generated gap plot showing daily measurements (black) and missing (white) data-</a:t>
            </a:r>
          </a:p>
          <a:p>
            <a:pPr marL="742950" lvl="1" indent="-285750" defTabSz="914400">
              <a:buFont typeface="Arial" panose="020B0604020202020204" pitchFamily="34" charset="0"/>
              <a:buChar char="•"/>
            </a:pPr>
            <a:r>
              <a:rPr lang="en-US" sz="1400">
                <a:solidFill>
                  <a:prstClr val="black"/>
                </a:solidFill>
                <a:latin typeface="Aptos" panose="02110004020202020204"/>
              </a:rPr>
              <a:t>data before 2000 was too incomplete</a:t>
            </a:r>
          </a:p>
          <a:p>
            <a:pPr marL="742950" lvl="1" indent="-285750" defTabSz="914400">
              <a:buFont typeface="Arial" panose="020B0604020202020204" pitchFamily="34" charset="0"/>
              <a:buChar char="•"/>
            </a:pPr>
            <a:r>
              <a:rPr lang="en-US" sz="1400">
                <a:solidFill>
                  <a:prstClr val="black"/>
                </a:solidFill>
                <a:latin typeface="Aptos" panose="02110004020202020204"/>
              </a:rPr>
              <a:t>Refined plot highlights qualifier data: green for estimated/revised, red for all other qualifiers (ice, debris )</a:t>
            </a:r>
          </a:p>
          <a:p>
            <a:pPr marL="285750" indent="-285750" defTabSz="914400">
              <a:buFont typeface="Arial" panose="020B0604020202020204" pitchFamily="34" charset="0"/>
              <a:buChar char="•"/>
            </a:pPr>
            <a:r>
              <a:rPr lang="en-US" sz="1400">
                <a:solidFill>
                  <a:prstClr val="black"/>
                </a:solidFill>
                <a:latin typeface="Aptos" panose="02110004020202020204"/>
              </a:rPr>
              <a:t>ChatGPT was used to refine the Python code. We kept data from 2000 onward and retained only stations (50 sites) with ≥80% daily coverage</a:t>
            </a:r>
          </a:p>
          <a:p>
            <a:pPr defTabSz="914400"/>
            <a:endParaRPr lang="en-US" sz="1400">
              <a:solidFill>
                <a:prstClr val="black"/>
              </a:solidFill>
              <a:latin typeface="Aptos" panose="02110004020202020204"/>
            </a:endParaRPr>
          </a:p>
        </p:txBody>
      </p:sp>
      <p:sp>
        <p:nvSpPr>
          <p:cNvPr id="16" name="TextBox 15">
            <a:extLst>
              <a:ext uri="{FF2B5EF4-FFF2-40B4-BE49-F238E27FC236}">
                <a16:creationId xmlns:a16="http://schemas.microsoft.com/office/drawing/2014/main" id="{69FD0783-72E6-7745-36D5-9E6253C58CFA}"/>
              </a:ext>
            </a:extLst>
          </p:cNvPr>
          <p:cNvSpPr txBox="1"/>
          <p:nvPr/>
        </p:nvSpPr>
        <p:spPr>
          <a:xfrm>
            <a:off x="1089811" y="6052914"/>
            <a:ext cx="10833595" cy="523220"/>
          </a:xfrm>
          <a:prstGeom prst="rect">
            <a:avLst/>
          </a:prstGeom>
          <a:noFill/>
        </p:spPr>
        <p:txBody>
          <a:bodyPr wrap="square">
            <a:spAutoFit/>
          </a:bodyPr>
          <a:lstStyle/>
          <a:p>
            <a:pPr defTabSz="914400"/>
            <a:r>
              <a:rPr lang="en-US" sz="1400" b="1">
                <a:solidFill>
                  <a:prstClr val="black"/>
                </a:solidFill>
                <a:latin typeface="Aptos" panose="02110004020202020204"/>
              </a:rPr>
              <a:t>Surface Water Brought New Data Fitness Lessons</a:t>
            </a:r>
          </a:p>
          <a:p>
            <a:pPr defTabSz="914400"/>
            <a:r>
              <a:rPr lang="en-US" sz="1400">
                <a:solidFill>
                  <a:prstClr val="black"/>
                </a:solidFill>
                <a:latin typeface="Aptos" panose="02110004020202020204"/>
              </a:rPr>
              <a:t>Switching to surface water solved the comparability issue but introduced new challenges. Over to Stephanie </a:t>
            </a:r>
          </a:p>
        </p:txBody>
      </p:sp>
      <p:cxnSp>
        <p:nvCxnSpPr>
          <p:cNvPr id="18" name="Straight Arrow Connector 17">
            <a:extLst>
              <a:ext uri="{FF2B5EF4-FFF2-40B4-BE49-F238E27FC236}">
                <a16:creationId xmlns:a16="http://schemas.microsoft.com/office/drawing/2014/main" id="{25B9592C-0D77-680E-383C-F7DBE8F1798D}"/>
              </a:ext>
            </a:extLst>
          </p:cNvPr>
          <p:cNvCxnSpPr/>
          <p:nvPr/>
        </p:nvCxnSpPr>
        <p:spPr>
          <a:xfrm flipV="1">
            <a:off x="6964787" y="4459813"/>
            <a:ext cx="1199340" cy="86726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4445470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6950BFC3-D8DA-4A85-94F7-54DA5524770B}">
      <p188:commentRel xmlns:p188="http://schemas.microsoft.com/office/powerpoint/2018/8/main" r:id="rId2"/>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561991D-FB99-A346-A229-88C50D354F6C}"/>
              </a:ext>
            </a:extLst>
          </p:cNvPr>
          <p:cNvSpPr>
            <a:spLocks noGrp="1"/>
          </p:cNvSpPr>
          <p:nvPr>
            <p:ph type="title"/>
          </p:nvPr>
        </p:nvSpPr>
        <p:spPr/>
        <p:txBody>
          <a:bodyPr/>
          <a:lstStyle/>
          <a:p>
            <a:r>
              <a:rPr lang="en-US"/>
              <a:t>Week 2 - Feature Engineering &amp; Split Strategy</a:t>
            </a:r>
          </a:p>
        </p:txBody>
      </p:sp>
      <p:cxnSp>
        <p:nvCxnSpPr>
          <p:cNvPr id="3" name="Straight Connector 2">
            <a:extLst>
              <a:ext uri="{FF2B5EF4-FFF2-40B4-BE49-F238E27FC236}">
                <a16:creationId xmlns:a16="http://schemas.microsoft.com/office/drawing/2014/main" id="{43BC5ED5-F7C7-7D99-F8F1-23D4071757A2}"/>
              </a:ext>
            </a:extLst>
          </p:cNvPr>
          <p:cNvCxnSpPr>
            <a:cxnSpLocks/>
          </p:cNvCxnSpPr>
          <p:nvPr/>
        </p:nvCxnSpPr>
        <p:spPr>
          <a:xfrm>
            <a:off x="1019723" y="1586671"/>
            <a:ext cx="10896052" cy="0"/>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90ACFB08-4553-4BB0-31CF-0025D85C948B}"/>
              </a:ext>
            </a:extLst>
          </p:cNvPr>
          <p:cNvCxnSpPr>
            <a:cxnSpLocks/>
          </p:cNvCxnSpPr>
          <p:nvPr/>
        </p:nvCxnSpPr>
        <p:spPr>
          <a:xfrm>
            <a:off x="1019723" y="6260271"/>
            <a:ext cx="10896052" cy="0"/>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8BBAAC78-7702-7326-5B46-55C23DBAB0E5}"/>
              </a:ext>
            </a:extLst>
          </p:cNvPr>
          <p:cNvSpPr txBox="1"/>
          <p:nvPr/>
        </p:nvSpPr>
        <p:spPr>
          <a:xfrm>
            <a:off x="4966716" y="2350832"/>
            <a:ext cx="2915920" cy="732508"/>
          </a:xfrm>
          <a:prstGeom prst="rect">
            <a:avLst/>
          </a:prstGeom>
          <a:noFill/>
          <a:ln>
            <a:solidFill>
              <a:schemeClr val="bg2"/>
            </a:solidFill>
          </a:ln>
        </p:spPr>
        <p:txBody>
          <a:bodyPr wrap="square" rtlCol="0">
            <a:spAutoFit/>
          </a:bodyPr>
          <a:lstStyle/>
          <a:p>
            <a:pPr algn="ctr"/>
            <a:r>
              <a:rPr lang="en-US"/>
              <a:t>Seasonal Encoding: </a:t>
            </a:r>
            <a:r>
              <a:rPr lang="en-US" sz="1000"/>
              <a:t>Captures cyclical seasonal position without discontinuity</a:t>
            </a:r>
            <a:endParaRPr lang="en-US"/>
          </a:p>
        </p:txBody>
      </p:sp>
      <p:sp>
        <p:nvSpPr>
          <p:cNvPr id="7" name="TextBox 6">
            <a:extLst>
              <a:ext uri="{FF2B5EF4-FFF2-40B4-BE49-F238E27FC236}">
                <a16:creationId xmlns:a16="http://schemas.microsoft.com/office/drawing/2014/main" id="{8218987E-7864-39B1-B454-A796B839FD76}"/>
              </a:ext>
            </a:extLst>
          </p:cNvPr>
          <p:cNvSpPr txBox="1"/>
          <p:nvPr/>
        </p:nvSpPr>
        <p:spPr>
          <a:xfrm>
            <a:off x="4966716" y="3202870"/>
            <a:ext cx="2915920" cy="886397"/>
          </a:xfrm>
          <a:prstGeom prst="rect">
            <a:avLst/>
          </a:prstGeom>
          <a:noFill/>
          <a:ln>
            <a:solidFill>
              <a:schemeClr val="bg2"/>
            </a:solidFill>
          </a:ln>
        </p:spPr>
        <p:txBody>
          <a:bodyPr wrap="square" rtlCol="0">
            <a:spAutoFit/>
          </a:bodyPr>
          <a:lstStyle/>
          <a:p>
            <a:pPr algn="ctr"/>
            <a:r>
              <a:rPr lang="en-US"/>
              <a:t>Lag &amp; Rolling Window</a:t>
            </a:r>
          </a:p>
          <a:p>
            <a:pPr algn="ctr"/>
            <a:r>
              <a:rPr lang="en-US" sz="1000" b="1"/>
              <a:t>Short lags (1–7d)</a:t>
            </a:r>
            <a:r>
              <a:rPr lang="en-US" sz="1000"/>
              <a:t> = storm response</a:t>
            </a:r>
            <a:br>
              <a:rPr lang="en-US" sz="1000"/>
            </a:br>
            <a:r>
              <a:rPr lang="en-US" sz="1000" b="1"/>
              <a:t>Long lags (90–365d)</a:t>
            </a:r>
            <a:r>
              <a:rPr lang="en-US" sz="1000"/>
              <a:t> = baseflow memory &amp; year-over-year trends</a:t>
            </a:r>
          </a:p>
        </p:txBody>
      </p:sp>
      <p:sp>
        <p:nvSpPr>
          <p:cNvPr id="8" name="TextBox 7">
            <a:extLst>
              <a:ext uri="{FF2B5EF4-FFF2-40B4-BE49-F238E27FC236}">
                <a16:creationId xmlns:a16="http://schemas.microsoft.com/office/drawing/2014/main" id="{7D8D66B8-91F8-3767-06AA-FE58266D2D62}"/>
              </a:ext>
            </a:extLst>
          </p:cNvPr>
          <p:cNvSpPr txBox="1"/>
          <p:nvPr/>
        </p:nvSpPr>
        <p:spPr>
          <a:xfrm>
            <a:off x="4966716" y="4176936"/>
            <a:ext cx="2915920" cy="886397"/>
          </a:xfrm>
          <a:prstGeom prst="rect">
            <a:avLst/>
          </a:prstGeom>
          <a:noFill/>
          <a:ln>
            <a:solidFill>
              <a:schemeClr val="bg2"/>
            </a:solidFill>
          </a:ln>
        </p:spPr>
        <p:txBody>
          <a:bodyPr wrap="square" rtlCol="0">
            <a:spAutoFit/>
          </a:bodyPr>
          <a:lstStyle/>
          <a:p>
            <a:pPr algn="ctr"/>
            <a:r>
              <a:rPr lang="en-US"/>
              <a:t>STL Decomposition</a:t>
            </a:r>
          </a:p>
          <a:p>
            <a:pPr algn="ctr"/>
            <a:r>
              <a:rPr lang="en-US" sz="1000"/>
              <a:t>Separates flow into </a:t>
            </a:r>
            <a:r>
              <a:rPr lang="en-US" sz="1000" b="1"/>
              <a:t>trend</a:t>
            </a:r>
            <a:r>
              <a:rPr lang="en-US" sz="1000"/>
              <a:t> (climate shift), </a:t>
            </a:r>
            <a:r>
              <a:rPr lang="en-US" sz="1000" b="1"/>
              <a:t>seasonal</a:t>
            </a:r>
            <a:r>
              <a:rPr lang="en-US" sz="1000"/>
              <a:t> (annual cycle), and </a:t>
            </a:r>
            <a:r>
              <a:rPr lang="en-US" sz="1000" b="1"/>
              <a:t>residual</a:t>
            </a:r>
            <a:r>
              <a:rPr lang="en-US" sz="1000"/>
              <a:t> (anomalies &amp; noise)</a:t>
            </a:r>
          </a:p>
        </p:txBody>
      </p:sp>
      <p:sp>
        <p:nvSpPr>
          <p:cNvPr id="12" name="TextBox 11">
            <a:extLst>
              <a:ext uri="{FF2B5EF4-FFF2-40B4-BE49-F238E27FC236}">
                <a16:creationId xmlns:a16="http://schemas.microsoft.com/office/drawing/2014/main" id="{8009CD7E-ABD8-D76F-DC8A-38CB3C70F49B}"/>
              </a:ext>
            </a:extLst>
          </p:cNvPr>
          <p:cNvSpPr txBox="1"/>
          <p:nvPr/>
        </p:nvSpPr>
        <p:spPr>
          <a:xfrm>
            <a:off x="1209040" y="2198834"/>
            <a:ext cx="3413760" cy="1169551"/>
          </a:xfrm>
          <a:prstGeom prst="rect">
            <a:avLst/>
          </a:prstGeom>
          <a:noFill/>
          <a:ln>
            <a:solidFill>
              <a:schemeClr val="bg2"/>
            </a:solidFill>
          </a:ln>
        </p:spPr>
        <p:txBody>
          <a:bodyPr wrap="square" rtlCol="0">
            <a:spAutoFit/>
          </a:bodyPr>
          <a:lstStyle/>
          <a:p>
            <a:pPr marL="342900" indent="-342900">
              <a:buFontTx/>
              <a:buChar char="-"/>
            </a:pPr>
            <a:r>
              <a:rPr lang="en-US" sz="1400"/>
              <a:t>Assess which features make sense for this dataset (Asked Claude)</a:t>
            </a:r>
          </a:p>
          <a:p>
            <a:pPr marL="342900" indent="-342900">
              <a:buFontTx/>
              <a:buChar char="-"/>
            </a:pPr>
            <a:r>
              <a:rPr lang="en-US" sz="1400"/>
              <a:t>Have Claude generate code for input into Pandas (Python package) to generate engineered features</a:t>
            </a:r>
          </a:p>
        </p:txBody>
      </p:sp>
      <p:sp>
        <p:nvSpPr>
          <p:cNvPr id="15" name="TextBox 14">
            <a:extLst>
              <a:ext uri="{FF2B5EF4-FFF2-40B4-BE49-F238E27FC236}">
                <a16:creationId xmlns:a16="http://schemas.microsoft.com/office/drawing/2014/main" id="{9B20AD9E-EA43-9AA7-183B-5E7B6ECAA87C}"/>
              </a:ext>
            </a:extLst>
          </p:cNvPr>
          <p:cNvSpPr txBox="1"/>
          <p:nvPr/>
        </p:nvSpPr>
        <p:spPr>
          <a:xfrm>
            <a:off x="4966716" y="1654833"/>
            <a:ext cx="2915920" cy="424732"/>
          </a:xfrm>
          <a:prstGeom prst="rect">
            <a:avLst/>
          </a:prstGeom>
          <a:solidFill>
            <a:schemeClr val="tx2"/>
          </a:solidFill>
          <a:ln>
            <a:solidFill>
              <a:schemeClr val="bg2"/>
            </a:solidFill>
          </a:ln>
        </p:spPr>
        <p:txBody>
          <a:bodyPr wrap="square" rtlCol="0">
            <a:spAutoFit/>
          </a:bodyPr>
          <a:lstStyle/>
          <a:p>
            <a:pPr algn="ctr"/>
            <a:r>
              <a:rPr lang="en-US" b="1">
                <a:solidFill>
                  <a:schemeClr val="bg1"/>
                </a:solidFill>
              </a:rPr>
              <a:t>Engineered Features </a:t>
            </a:r>
          </a:p>
        </p:txBody>
      </p:sp>
      <p:sp>
        <p:nvSpPr>
          <p:cNvPr id="16" name="TextBox 15">
            <a:extLst>
              <a:ext uri="{FF2B5EF4-FFF2-40B4-BE49-F238E27FC236}">
                <a16:creationId xmlns:a16="http://schemas.microsoft.com/office/drawing/2014/main" id="{41B2CA5E-D783-ABC0-0868-BA113328C707}"/>
              </a:ext>
            </a:extLst>
          </p:cNvPr>
          <p:cNvSpPr txBox="1"/>
          <p:nvPr/>
        </p:nvSpPr>
        <p:spPr>
          <a:xfrm>
            <a:off x="1611376" y="1663994"/>
            <a:ext cx="2915920" cy="424732"/>
          </a:xfrm>
          <a:prstGeom prst="rect">
            <a:avLst/>
          </a:prstGeom>
          <a:solidFill>
            <a:schemeClr val="tx2"/>
          </a:solidFill>
          <a:ln>
            <a:solidFill>
              <a:schemeClr val="bg2"/>
            </a:solidFill>
          </a:ln>
        </p:spPr>
        <p:txBody>
          <a:bodyPr wrap="square" rtlCol="0">
            <a:spAutoFit/>
          </a:bodyPr>
          <a:lstStyle/>
          <a:p>
            <a:pPr algn="ctr"/>
            <a:r>
              <a:rPr lang="en-US" b="1">
                <a:solidFill>
                  <a:schemeClr val="bg1"/>
                </a:solidFill>
              </a:rPr>
              <a:t>Methodology</a:t>
            </a:r>
          </a:p>
        </p:txBody>
      </p:sp>
      <p:sp>
        <p:nvSpPr>
          <p:cNvPr id="17" name="TextBox 16">
            <a:extLst>
              <a:ext uri="{FF2B5EF4-FFF2-40B4-BE49-F238E27FC236}">
                <a16:creationId xmlns:a16="http://schemas.microsoft.com/office/drawing/2014/main" id="{EA8E9FC3-855D-3256-FC22-C0CCA0427ACE}"/>
              </a:ext>
            </a:extLst>
          </p:cNvPr>
          <p:cNvSpPr txBox="1"/>
          <p:nvPr/>
        </p:nvSpPr>
        <p:spPr>
          <a:xfrm>
            <a:off x="8328152" y="2198834"/>
            <a:ext cx="2915920" cy="1600438"/>
          </a:xfrm>
          <a:prstGeom prst="rect">
            <a:avLst/>
          </a:prstGeom>
          <a:noFill/>
          <a:ln>
            <a:solidFill>
              <a:schemeClr val="bg2"/>
            </a:solidFill>
          </a:ln>
        </p:spPr>
        <p:txBody>
          <a:bodyPr wrap="square" rtlCol="0">
            <a:spAutoFit/>
          </a:bodyPr>
          <a:lstStyle/>
          <a:p>
            <a:pPr marL="342900" indent="-342900">
              <a:buFontTx/>
              <a:buChar char="-"/>
            </a:pPr>
            <a:r>
              <a:rPr lang="en-US" sz="1400"/>
              <a:t>Objective: hold back some data </a:t>
            </a:r>
          </a:p>
          <a:p>
            <a:pPr marL="342900" indent="-342900">
              <a:buFontTx/>
              <a:buChar char="-"/>
            </a:pPr>
            <a:r>
              <a:rPr lang="en-US" sz="1400"/>
              <a:t>80/10/10 random split by monitoring location</a:t>
            </a:r>
          </a:p>
          <a:p>
            <a:pPr marL="342900" indent="-342900">
              <a:buFontTx/>
              <a:buChar char="-"/>
            </a:pPr>
            <a:r>
              <a:rPr lang="en-US" sz="1400"/>
              <a:t>Leakage prevention: backward-looking calculations only</a:t>
            </a:r>
          </a:p>
        </p:txBody>
      </p:sp>
      <p:sp>
        <p:nvSpPr>
          <p:cNvPr id="18" name="TextBox 17">
            <a:extLst>
              <a:ext uri="{FF2B5EF4-FFF2-40B4-BE49-F238E27FC236}">
                <a16:creationId xmlns:a16="http://schemas.microsoft.com/office/drawing/2014/main" id="{79ECC30B-F267-E896-20E9-E0DA6748BED3}"/>
              </a:ext>
            </a:extLst>
          </p:cNvPr>
          <p:cNvSpPr txBox="1"/>
          <p:nvPr/>
        </p:nvSpPr>
        <p:spPr>
          <a:xfrm>
            <a:off x="8328152" y="1642716"/>
            <a:ext cx="2915920" cy="424732"/>
          </a:xfrm>
          <a:prstGeom prst="rect">
            <a:avLst/>
          </a:prstGeom>
          <a:solidFill>
            <a:schemeClr val="tx2"/>
          </a:solidFill>
          <a:ln>
            <a:solidFill>
              <a:schemeClr val="bg2"/>
            </a:solidFill>
          </a:ln>
        </p:spPr>
        <p:txBody>
          <a:bodyPr wrap="square" rtlCol="0">
            <a:spAutoFit/>
          </a:bodyPr>
          <a:lstStyle/>
          <a:p>
            <a:pPr algn="ctr"/>
            <a:r>
              <a:rPr lang="en-US" b="1">
                <a:solidFill>
                  <a:schemeClr val="bg1"/>
                </a:solidFill>
              </a:rPr>
              <a:t>Split Strategy</a:t>
            </a:r>
          </a:p>
        </p:txBody>
      </p:sp>
      <p:pic>
        <p:nvPicPr>
          <p:cNvPr id="20" name="Picture 19">
            <a:extLst>
              <a:ext uri="{FF2B5EF4-FFF2-40B4-BE49-F238E27FC236}">
                <a16:creationId xmlns:a16="http://schemas.microsoft.com/office/drawing/2014/main" id="{B99AF28D-2BF7-BC7C-8803-26B8D16FF09C}"/>
              </a:ext>
            </a:extLst>
          </p:cNvPr>
          <p:cNvPicPr>
            <a:picLocks noChangeAspect="1"/>
          </p:cNvPicPr>
          <p:nvPr/>
        </p:nvPicPr>
        <p:blipFill>
          <a:blip r:embed="rId3"/>
          <a:stretch>
            <a:fillRect/>
          </a:stretch>
        </p:blipFill>
        <p:spPr>
          <a:xfrm>
            <a:off x="1754126" y="3577649"/>
            <a:ext cx="2590800" cy="2533650"/>
          </a:xfrm>
          <a:prstGeom prst="rect">
            <a:avLst/>
          </a:prstGeom>
        </p:spPr>
      </p:pic>
      <p:graphicFrame>
        <p:nvGraphicFramePr>
          <p:cNvPr id="23" name="Chart 22">
            <a:extLst>
              <a:ext uri="{FF2B5EF4-FFF2-40B4-BE49-F238E27FC236}">
                <a16:creationId xmlns:a16="http://schemas.microsoft.com/office/drawing/2014/main" id="{83663533-3504-482C-AF79-4CDA0F424485}"/>
              </a:ext>
            </a:extLst>
          </p:cNvPr>
          <p:cNvGraphicFramePr/>
          <p:nvPr>
            <p:extLst>
              <p:ext uri="{D42A27DB-BD31-4B8C-83A1-F6EECF244321}">
                <p14:modId xmlns:p14="http://schemas.microsoft.com/office/powerpoint/2010/main" val="844738412"/>
              </p:ext>
            </p:extLst>
          </p:nvPr>
        </p:nvGraphicFramePr>
        <p:xfrm>
          <a:off x="7493002" y="3947434"/>
          <a:ext cx="4422773" cy="2380119"/>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09250637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6950BFC3-D8DA-4A85-94F7-54DA5524770B}">
      <p188:commentRel xmlns:p188="http://schemas.microsoft.com/office/powerpoint/2018/8/main" r:id="rId2"/>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7FE29A-BB6C-F941-D39C-91A62B9EF64D}"/>
              </a:ext>
            </a:extLst>
          </p:cNvPr>
          <p:cNvSpPr>
            <a:spLocks noGrp="1"/>
          </p:cNvSpPr>
          <p:nvPr>
            <p:ph type="title"/>
          </p:nvPr>
        </p:nvSpPr>
        <p:spPr/>
        <p:txBody>
          <a:bodyPr/>
          <a:lstStyle/>
          <a:p>
            <a:r>
              <a:rPr lang="en-US"/>
              <a:t>Week 3 - Model Showdown</a:t>
            </a:r>
          </a:p>
        </p:txBody>
      </p:sp>
      <p:sp>
        <p:nvSpPr>
          <p:cNvPr id="3" name="Content Placeholder 2">
            <a:extLst>
              <a:ext uri="{FF2B5EF4-FFF2-40B4-BE49-F238E27FC236}">
                <a16:creationId xmlns:a16="http://schemas.microsoft.com/office/drawing/2014/main" id="{8ABDD9B2-926B-F56A-33AA-C6FE0653C7E9}"/>
              </a:ext>
            </a:extLst>
          </p:cNvPr>
          <p:cNvSpPr>
            <a:spLocks noGrp="1"/>
          </p:cNvSpPr>
          <p:nvPr>
            <p:ph sz="quarter" idx="20"/>
          </p:nvPr>
        </p:nvSpPr>
        <p:spPr>
          <a:xfrm>
            <a:off x="1143000" y="1389822"/>
            <a:ext cx="10668000" cy="4572001"/>
          </a:xfrm>
        </p:spPr>
        <p:txBody>
          <a:bodyPr lIns="91440" tIns="45720" rIns="91440" bIns="45720" anchor="t"/>
          <a:lstStyle/>
          <a:p>
            <a:pPr marL="227965" indent="-227965" defTabSz="914400" eaLnBrk="0" fontAlgn="base" hangingPunct="0">
              <a:lnSpc>
                <a:spcPct val="100000"/>
              </a:lnSpc>
              <a:spcBef>
                <a:spcPct val="0"/>
              </a:spcBef>
              <a:spcAft>
                <a:spcPct val="0"/>
              </a:spcAft>
            </a:pPr>
            <a:r>
              <a:rPr lang="en-US" altLang="en-US" sz="2000" b="1">
                <a:latin typeface="Arial"/>
                <a:cs typeface="Arial"/>
              </a:rPr>
              <a:t>Split:</a:t>
            </a:r>
            <a:r>
              <a:rPr lang="en-US" altLang="en-US" sz="2000">
                <a:latin typeface="Arial"/>
                <a:cs typeface="Arial"/>
              </a:rPr>
              <a:t> 80/10/10 temporal split at each site to prevent leakage </a:t>
            </a:r>
            <a:endParaRPr lang="en-US">
              <a:latin typeface="Arial"/>
              <a:cs typeface="Arial"/>
            </a:endParaRPr>
          </a:p>
          <a:p>
            <a:pPr marL="227965" indent="-227965" defTabSz="914400" eaLnBrk="0" fontAlgn="base" hangingPunct="0">
              <a:lnSpc>
                <a:spcPct val="100000"/>
              </a:lnSpc>
              <a:spcBef>
                <a:spcPct val="0"/>
              </a:spcBef>
              <a:spcAft>
                <a:spcPct val="0"/>
              </a:spcAft>
            </a:pPr>
            <a:r>
              <a:rPr lang="en-US" altLang="en-US" sz="2000" b="1"/>
              <a:t>ARIMA:</a:t>
            </a:r>
            <a:r>
              <a:rPr lang="en-US" altLang="en-US" sz="2000"/>
              <a:t> near-linear forecasts that missed seasonal cycles and underfit daily variability </a:t>
            </a:r>
          </a:p>
          <a:p>
            <a:pPr marL="227965" indent="-227965" defTabSz="914400" eaLnBrk="0" fontAlgn="base" hangingPunct="0">
              <a:lnSpc>
                <a:spcPct val="100000"/>
              </a:lnSpc>
              <a:spcBef>
                <a:spcPct val="0"/>
              </a:spcBef>
              <a:spcAft>
                <a:spcPct val="0"/>
              </a:spcAft>
            </a:pPr>
            <a:r>
              <a:rPr lang="en-US" altLang="en-US" sz="2000" b="1"/>
              <a:t>ARIMAX:</a:t>
            </a:r>
            <a:r>
              <a:rPr lang="en-US" altLang="en-US" sz="2000"/>
              <a:t> sinusoidal predictions tracking seasonal structure — noticeably better, though amplitude/timing mismatches remain </a:t>
            </a:r>
          </a:p>
          <a:p>
            <a:pPr marL="227965" indent="-227965" defTabSz="914400" eaLnBrk="0" fontAlgn="base" hangingPunct="0">
              <a:lnSpc>
                <a:spcPct val="100000"/>
              </a:lnSpc>
              <a:spcBef>
                <a:spcPct val="0"/>
              </a:spcBef>
              <a:spcAft>
                <a:spcPct val="0"/>
              </a:spcAft>
            </a:pPr>
            <a:r>
              <a:rPr lang="en-US" altLang="en-US" sz="2000" b="1"/>
              <a:t>Stationarity failures</a:t>
            </a:r>
            <a:r>
              <a:rPr lang="en-US" altLang="en-US" sz="2000"/>
              <a:t> at some sites — likely driven by unobserved external factors (usage, inflow) not in the outflow-only dataset </a:t>
            </a:r>
          </a:p>
          <a:p>
            <a:endParaRPr lang="en-US"/>
          </a:p>
        </p:txBody>
      </p:sp>
      <p:pic>
        <p:nvPicPr>
          <p:cNvPr id="4" name="Picture 3">
            <a:extLst>
              <a:ext uri="{FF2B5EF4-FFF2-40B4-BE49-F238E27FC236}">
                <a16:creationId xmlns:a16="http://schemas.microsoft.com/office/drawing/2014/main" id="{85DAF09D-1386-B46A-7194-D74BA5678703}"/>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689269" y="3331265"/>
            <a:ext cx="9117495" cy="3525077"/>
          </a:xfrm>
          <a:prstGeom prst="rect">
            <a:avLst/>
          </a:prstGeom>
          <a:noFill/>
          <a:ln>
            <a:noFill/>
          </a:ln>
        </p:spPr>
      </p:pic>
    </p:spTree>
    <p:extLst>
      <p:ext uri="{BB962C8B-B14F-4D97-AF65-F5344CB8AC3E}">
        <p14:creationId xmlns:p14="http://schemas.microsoft.com/office/powerpoint/2010/main" val="27409533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6950BFC3-D8DA-4A85-94F7-54DA5524770B}">
      <p188:commentRel xmlns:p188="http://schemas.microsoft.com/office/powerpoint/2018/8/main" r:id="rId3"/>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794B5B-BCF6-8EDD-5CD0-7AF3FE976538}"/>
              </a:ext>
            </a:extLst>
          </p:cNvPr>
          <p:cNvSpPr>
            <a:spLocks noGrp="1"/>
          </p:cNvSpPr>
          <p:nvPr>
            <p:ph type="title"/>
          </p:nvPr>
        </p:nvSpPr>
        <p:spPr>
          <a:xfrm>
            <a:off x="2520462" y="-52645"/>
            <a:ext cx="9144000" cy="1092483"/>
          </a:xfrm>
        </p:spPr>
        <p:txBody>
          <a:bodyPr lIns="0" tIns="45720" rIns="91440" bIns="45720" anchor="b"/>
          <a:lstStyle/>
          <a:p>
            <a:r>
              <a:rPr lang="en-US">
                <a:latin typeface="Arial"/>
                <a:cs typeface="Arial"/>
              </a:rPr>
              <a:t>Week 4 - LLM Benchmarking vs. ML Model</a:t>
            </a:r>
            <a:endParaRPr lang="en-US"/>
          </a:p>
        </p:txBody>
      </p:sp>
      <p:sp>
        <p:nvSpPr>
          <p:cNvPr id="3" name="Content Placeholder 2">
            <a:extLst>
              <a:ext uri="{FF2B5EF4-FFF2-40B4-BE49-F238E27FC236}">
                <a16:creationId xmlns:a16="http://schemas.microsoft.com/office/drawing/2014/main" id="{411119D5-0953-6024-7D06-2743E9159AB0}"/>
              </a:ext>
            </a:extLst>
          </p:cNvPr>
          <p:cNvSpPr>
            <a:spLocks noGrp="1"/>
          </p:cNvSpPr>
          <p:nvPr>
            <p:ph sz="quarter" idx="20"/>
          </p:nvPr>
        </p:nvSpPr>
        <p:spPr/>
        <p:txBody>
          <a:bodyPr lIns="91440" tIns="45720" rIns="91440" bIns="45720" anchor="t"/>
          <a:lstStyle/>
          <a:p>
            <a:pPr marL="0" indent="0">
              <a:lnSpc>
                <a:spcPct val="100000"/>
              </a:lnSpc>
              <a:buNone/>
            </a:pPr>
            <a:r>
              <a:rPr lang="en-US" sz="1200" b="1">
                <a:latin typeface="Calibri"/>
                <a:ea typeface="Calibri"/>
                <a:cs typeface="Calibri"/>
              </a:rPr>
              <a:t>Three LLMs Tested</a:t>
            </a:r>
            <a:endParaRPr lang="en-US" altLang="en-US" sz="1200" b="1">
              <a:latin typeface="Calibri"/>
              <a:ea typeface="Calibri"/>
              <a:cs typeface="Calibri"/>
            </a:endParaRPr>
          </a:p>
          <a:p>
            <a:pPr marL="182880" indent="0">
              <a:lnSpc>
                <a:spcPct val="100000"/>
              </a:lnSpc>
              <a:spcBef>
                <a:spcPts val="300"/>
              </a:spcBef>
            </a:pPr>
            <a:r>
              <a:rPr lang="en-US" altLang="en-US" sz="1200">
                <a:latin typeface="Calibri"/>
                <a:ea typeface="Calibri"/>
                <a:cs typeface="Calibri"/>
              </a:rPr>
              <a:t>phi-3.5-mini-instruct</a:t>
            </a:r>
          </a:p>
          <a:p>
            <a:pPr marL="182880" indent="0">
              <a:lnSpc>
                <a:spcPct val="100000"/>
              </a:lnSpc>
              <a:spcBef>
                <a:spcPts val="300"/>
              </a:spcBef>
            </a:pPr>
            <a:r>
              <a:rPr lang="en-US" altLang="en-US" sz="1200">
                <a:latin typeface="Calibri"/>
                <a:ea typeface="Calibri"/>
                <a:cs typeface="Calibri"/>
              </a:rPr>
              <a:t>phi-mini-moe-instruct</a:t>
            </a:r>
            <a:endParaRPr lang="en-US" sz="1200">
              <a:latin typeface="Calibri"/>
              <a:ea typeface="Calibri"/>
              <a:cs typeface="Calibri"/>
            </a:endParaRPr>
          </a:p>
          <a:p>
            <a:pPr marL="182880" indent="0">
              <a:lnSpc>
                <a:spcPct val="100000"/>
              </a:lnSpc>
              <a:spcBef>
                <a:spcPts val="300"/>
              </a:spcBef>
            </a:pPr>
            <a:r>
              <a:rPr lang="en-US" altLang="en-US" sz="1200">
                <a:latin typeface="Calibri"/>
                <a:ea typeface="Calibri"/>
                <a:cs typeface="Calibri"/>
              </a:rPr>
              <a:t>gemma-3-12b-it ← best LLM performer </a:t>
            </a:r>
            <a:endParaRPr lang="en-US" sz="1200">
              <a:latin typeface="Calibri"/>
              <a:ea typeface="Calibri"/>
              <a:cs typeface="Calibri"/>
            </a:endParaRPr>
          </a:p>
          <a:p>
            <a:pPr marL="0" indent="0" defTabSz="914400">
              <a:lnSpc>
                <a:spcPct val="100000"/>
              </a:lnSpc>
              <a:spcBef>
                <a:spcPct val="0"/>
              </a:spcBef>
              <a:spcAft>
                <a:spcPct val="0"/>
              </a:spcAft>
              <a:buNone/>
            </a:pPr>
            <a:endParaRPr lang="en-US" altLang="en-US" sz="1200" b="1">
              <a:latin typeface="Calibri"/>
              <a:ea typeface="Calibri"/>
              <a:cs typeface="Calibri"/>
            </a:endParaRPr>
          </a:p>
          <a:p>
            <a:pPr marL="0" indent="0" defTabSz="914400">
              <a:lnSpc>
                <a:spcPct val="100000"/>
              </a:lnSpc>
              <a:spcBef>
                <a:spcPct val="0"/>
              </a:spcBef>
              <a:spcAft>
                <a:spcPct val="0"/>
              </a:spcAft>
              <a:buNone/>
            </a:pPr>
            <a:r>
              <a:rPr lang="en-US" altLang="en-US" sz="1200" b="1">
                <a:latin typeface="Calibri"/>
                <a:ea typeface="Calibri"/>
                <a:cs typeface="Calibri"/>
              </a:rPr>
              <a:t>Prompt Strategy </a:t>
            </a:r>
            <a:endParaRPr lang="en-US" sz="2300"/>
          </a:p>
          <a:p>
            <a:pPr marL="171450" indent="0" defTabSz="914400">
              <a:lnSpc>
                <a:spcPct val="100000"/>
              </a:lnSpc>
              <a:spcBef>
                <a:spcPts val="300"/>
              </a:spcBef>
            </a:pPr>
            <a:r>
              <a:rPr lang="en-US" altLang="en-US" sz="1200">
                <a:latin typeface="Calibri"/>
                <a:ea typeface="Calibri"/>
                <a:cs typeface="Calibri"/>
              </a:rPr>
              <a:t>Fed 1 year (366 days) of daily flow rates as comma-separated values</a:t>
            </a:r>
            <a:endParaRPr lang="en-US" sz="1200">
              <a:latin typeface="Calibri"/>
              <a:ea typeface="Calibri"/>
              <a:cs typeface="Calibri"/>
            </a:endParaRPr>
          </a:p>
          <a:p>
            <a:pPr marL="171450" indent="0" defTabSz="914400">
              <a:lnSpc>
                <a:spcPct val="100000"/>
              </a:lnSpc>
              <a:spcBef>
                <a:spcPts val="300"/>
              </a:spcBef>
            </a:pPr>
            <a:r>
              <a:rPr lang="en-US" altLang="en-US" sz="1200">
                <a:latin typeface="Calibri"/>
                <a:ea typeface="Calibri"/>
                <a:cs typeface="Calibri"/>
              </a:rPr>
              <a:t>Asked to predict next </a:t>
            </a:r>
            <a:r>
              <a:rPr lang="en-US" altLang="en-US" sz="1200" b="1">
                <a:latin typeface="Calibri"/>
                <a:ea typeface="Calibri"/>
                <a:cs typeface="Calibri"/>
              </a:rPr>
              <a:t>960 days</a:t>
            </a:r>
            <a:r>
              <a:rPr lang="en-US" altLang="en-US" sz="1200">
                <a:latin typeface="Calibri"/>
                <a:ea typeface="Calibri"/>
                <a:cs typeface="Calibri"/>
              </a:rPr>
              <a:t> to match ARIMAX test set</a:t>
            </a:r>
            <a:endParaRPr lang="en-US" sz="1200">
              <a:latin typeface="Calibri"/>
              <a:ea typeface="Calibri"/>
              <a:cs typeface="Calibri"/>
            </a:endParaRPr>
          </a:p>
          <a:p>
            <a:pPr marL="171450" indent="0" defTabSz="914400">
              <a:lnSpc>
                <a:spcPct val="100000"/>
              </a:lnSpc>
              <a:spcBef>
                <a:spcPts val="300"/>
              </a:spcBef>
            </a:pPr>
            <a:r>
              <a:rPr lang="en-US" altLang="en-US" sz="1200">
                <a:latin typeface="Calibri"/>
                <a:ea typeface="Calibri"/>
                <a:cs typeface="Calibri"/>
              </a:rPr>
              <a:t>Forced strict output: floating-point numbers only, no text</a:t>
            </a:r>
            <a:endParaRPr lang="en-US" sz="1200">
              <a:latin typeface="Calibri"/>
              <a:ea typeface="Calibri"/>
              <a:cs typeface="Calibri"/>
            </a:endParaRPr>
          </a:p>
          <a:p>
            <a:pPr marL="171450" indent="0" defTabSz="914400">
              <a:lnSpc>
                <a:spcPct val="100000"/>
              </a:lnSpc>
              <a:spcBef>
                <a:spcPts val="300"/>
              </a:spcBef>
            </a:pPr>
            <a:r>
              <a:rPr lang="en-US" altLang="en-US" sz="1200">
                <a:latin typeface="Calibri"/>
                <a:ea typeface="Calibri"/>
                <a:cs typeface="Calibri"/>
              </a:rPr>
              <a:t>Ran on </a:t>
            </a:r>
            <a:r>
              <a:rPr lang="en-US" altLang="en-US" sz="1200" b="1">
                <a:latin typeface="Calibri"/>
                <a:ea typeface="Calibri"/>
                <a:cs typeface="Calibri"/>
              </a:rPr>
              <a:t>2 monitoring locations</a:t>
            </a:r>
            <a:endParaRPr lang="en-US" sz="1200">
              <a:latin typeface="Calibri"/>
              <a:ea typeface="Calibri"/>
              <a:cs typeface="Calibri"/>
            </a:endParaRPr>
          </a:p>
          <a:p>
            <a:pPr marL="0" indent="0" defTabSz="914400" eaLnBrk="0" fontAlgn="base" hangingPunct="0">
              <a:lnSpc>
                <a:spcPct val="100000"/>
              </a:lnSpc>
              <a:spcBef>
                <a:spcPts val="300"/>
              </a:spcBef>
              <a:buNone/>
            </a:pPr>
            <a:endParaRPr lang="en-US" altLang="en-US" sz="1200" b="1">
              <a:latin typeface="Calibri"/>
              <a:ea typeface="Calibri"/>
              <a:cs typeface="Calibri"/>
            </a:endParaRPr>
          </a:p>
          <a:p>
            <a:pPr marL="0" indent="0" defTabSz="914400">
              <a:lnSpc>
                <a:spcPct val="100000"/>
              </a:lnSpc>
              <a:spcBef>
                <a:spcPts val="300"/>
              </a:spcBef>
              <a:buNone/>
            </a:pPr>
            <a:r>
              <a:rPr lang="en-US" altLang="en-US" sz="1200" b="1">
                <a:latin typeface="Calibri"/>
                <a:ea typeface="Calibri"/>
                <a:cs typeface="Calibri"/>
              </a:rPr>
              <a:t>Key Findings</a:t>
            </a:r>
            <a:endParaRPr lang="en-US" sz="2300"/>
          </a:p>
          <a:p>
            <a:pPr marL="182880" lvl="1" indent="0" defTabSz="914400" eaLnBrk="0" fontAlgn="base" hangingPunct="0">
              <a:lnSpc>
                <a:spcPct val="100000"/>
              </a:lnSpc>
              <a:spcBef>
                <a:spcPts val="300"/>
              </a:spcBef>
              <a:buFont typeface="Arial" panose="05000000000000000000" pitchFamily="2" charset="2"/>
              <a:buChar char="•"/>
            </a:pPr>
            <a:r>
              <a:rPr lang="en-US" altLang="en-US" sz="1200">
                <a:latin typeface="Calibri"/>
                <a:ea typeface="Calibri"/>
                <a:cs typeface="Calibri"/>
              </a:rPr>
              <a:t>Even the best LLM (</a:t>
            </a:r>
            <a:r>
              <a:rPr lang="en-US" altLang="en-US" sz="1200" b="1">
                <a:latin typeface="Calibri"/>
                <a:ea typeface="Calibri"/>
                <a:cs typeface="Calibri"/>
              </a:rPr>
              <a:t>gemma</a:t>
            </a:r>
            <a:r>
              <a:rPr lang="en-US" altLang="en-US" sz="1200">
                <a:latin typeface="Calibri"/>
                <a:ea typeface="Calibri"/>
                <a:cs typeface="Calibri"/>
              </a:rPr>
              <a:t>) missed </a:t>
            </a:r>
            <a:r>
              <a:rPr lang="en-US" altLang="en-US" sz="1200" b="1">
                <a:latin typeface="Calibri"/>
                <a:ea typeface="Calibri"/>
                <a:cs typeface="Calibri"/>
              </a:rPr>
              <a:t>62%</a:t>
            </a:r>
            <a:r>
              <a:rPr lang="en-US" altLang="en-US" sz="1200">
                <a:latin typeface="Calibri"/>
                <a:ea typeface="Calibri"/>
                <a:cs typeface="Calibri"/>
              </a:rPr>
              <a:t> of dates</a:t>
            </a:r>
          </a:p>
          <a:p>
            <a:pPr marL="182880" lvl="1" indent="0" defTabSz="914400" eaLnBrk="0" fontAlgn="base" hangingPunct="0">
              <a:lnSpc>
                <a:spcPct val="100000"/>
              </a:lnSpc>
              <a:spcBef>
                <a:spcPts val="300"/>
              </a:spcBef>
              <a:buFont typeface="Arial" panose="05000000000000000000" pitchFamily="2" charset="2"/>
              <a:buChar char="•"/>
            </a:pPr>
            <a:r>
              <a:rPr lang="en-US" altLang="en-US" sz="1200">
                <a:latin typeface="Calibri"/>
                <a:ea typeface="Calibri"/>
                <a:cs typeface="Calibri"/>
              </a:rPr>
              <a:t>ARIMAX produced </a:t>
            </a:r>
            <a:r>
              <a:rPr lang="en-US" altLang="en-US" sz="1200" b="1">
                <a:latin typeface="Calibri"/>
                <a:ea typeface="Calibri"/>
                <a:cs typeface="Calibri"/>
              </a:rPr>
              <a:t>100% coverage</a:t>
            </a:r>
            <a:r>
              <a:rPr lang="en-US" altLang="en-US" sz="1200">
                <a:latin typeface="Calibri"/>
                <a:ea typeface="Calibri"/>
                <a:cs typeface="Calibri"/>
              </a:rPr>
              <a:t> across all test dates </a:t>
            </a:r>
          </a:p>
          <a:p>
            <a:pPr marL="182880" lvl="1" indent="0" defTabSz="914400" eaLnBrk="0" fontAlgn="base" hangingPunct="0">
              <a:lnSpc>
                <a:spcPct val="100000"/>
              </a:lnSpc>
              <a:spcBef>
                <a:spcPts val="300"/>
              </a:spcBef>
              <a:buFont typeface="Arial" panose="05000000000000000000" pitchFamily="2" charset="2"/>
              <a:buChar char="•"/>
            </a:pPr>
            <a:r>
              <a:rPr lang="en-US" altLang="en-US" sz="1200">
                <a:latin typeface="Calibri"/>
                <a:ea typeface="Calibri"/>
                <a:cs typeface="Calibri"/>
              </a:rPr>
              <a:t>LLM predictions lacked seasonal structure — regressed toward the mean </a:t>
            </a:r>
          </a:p>
          <a:p>
            <a:pPr marL="182880" lvl="1" indent="0" defTabSz="914400" eaLnBrk="0" fontAlgn="base" hangingPunct="0">
              <a:lnSpc>
                <a:spcPct val="100000"/>
              </a:lnSpc>
              <a:spcBef>
                <a:spcPts val="300"/>
              </a:spcBef>
              <a:buFont typeface="Arial" panose="05000000000000000000" pitchFamily="2" charset="2"/>
              <a:buChar char="•"/>
            </a:pPr>
            <a:r>
              <a:rPr lang="en-US" altLang="en-US" sz="1200">
                <a:latin typeface="Calibri"/>
                <a:ea typeface="Calibri"/>
                <a:cs typeface="Calibri"/>
              </a:rPr>
              <a:t>RMSE not directly comparable due to massive gaps in LLM output </a:t>
            </a:r>
          </a:p>
          <a:p>
            <a:pPr lvl="1" defTabSz="914400" eaLnBrk="0" fontAlgn="base" hangingPunct="0">
              <a:lnSpc>
                <a:spcPct val="100000"/>
              </a:lnSpc>
              <a:spcBef>
                <a:spcPct val="0"/>
              </a:spcBef>
              <a:spcAft>
                <a:spcPct val="0"/>
              </a:spcAft>
            </a:pPr>
            <a:endParaRPr lang="en-US" altLang="en-US" sz="867"/>
          </a:p>
          <a:p>
            <a:pPr marL="0" lvl="0" indent="0" defTabSz="914400" eaLnBrk="0" fontAlgn="base" hangingPunct="0">
              <a:lnSpc>
                <a:spcPct val="100000"/>
              </a:lnSpc>
              <a:spcBef>
                <a:spcPct val="0"/>
              </a:spcBef>
              <a:spcAft>
                <a:spcPct val="0"/>
              </a:spcAft>
              <a:buNone/>
            </a:pPr>
            <a:endParaRPr lang="en-US" altLang="en-US" sz="1800"/>
          </a:p>
          <a:p>
            <a:pPr lvl="1" defTabSz="914400" eaLnBrk="0" fontAlgn="base" hangingPunct="0">
              <a:lnSpc>
                <a:spcPct val="100000"/>
              </a:lnSpc>
              <a:spcBef>
                <a:spcPct val="0"/>
              </a:spcBef>
              <a:spcAft>
                <a:spcPct val="0"/>
              </a:spcAft>
            </a:pPr>
            <a:endParaRPr lang="en-US" altLang="en-US" sz="2067"/>
          </a:p>
          <a:p>
            <a:pPr lvl="1" defTabSz="914400" eaLnBrk="0" fontAlgn="base" hangingPunct="0">
              <a:lnSpc>
                <a:spcPct val="100000"/>
              </a:lnSpc>
              <a:spcBef>
                <a:spcPct val="0"/>
              </a:spcBef>
              <a:spcAft>
                <a:spcPct val="0"/>
              </a:spcAft>
            </a:pPr>
            <a:endParaRPr lang="en-US" altLang="en-US" sz="2067"/>
          </a:p>
          <a:p>
            <a:endParaRPr lang="en-US"/>
          </a:p>
          <a:p>
            <a:pPr lvl="1"/>
            <a:endParaRPr lang="en-US"/>
          </a:p>
          <a:p>
            <a:endParaRPr lang="en-US"/>
          </a:p>
        </p:txBody>
      </p:sp>
      <p:pic>
        <p:nvPicPr>
          <p:cNvPr id="4" name="Picture 3">
            <a:extLst>
              <a:ext uri="{FF2B5EF4-FFF2-40B4-BE49-F238E27FC236}">
                <a16:creationId xmlns:a16="http://schemas.microsoft.com/office/drawing/2014/main" id="{A00CC697-29BA-5F6C-1F58-22C05A0F023A}"/>
              </a:ext>
            </a:extLst>
          </p:cNvPr>
          <p:cNvPicPr>
            <a:picLocks noChangeAspect="1"/>
          </p:cNvPicPr>
          <p:nvPr/>
        </p:nvPicPr>
        <p:blipFill>
          <a:blip r:embed="rId3"/>
          <a:stretch>
            <a:fillRect/>
          </a:stretch>
        </p:blipFill>
        <p:spPr>
          <a:xfrm>
            <a:off x="6984971" y="4228552"/>
            <a:ext cx="3557617" cy="830078"/>
          </a:xfrm>
          <a:prstGeom prst="rect">
            <a:avLst/>
          </a:prstGeom>
          <a:ln w="28575">
            <a:solidFill>
              <a:schemeClr val="accent2"/>
            </a:solidFill>
          </a:ln>
        </p:spPr>
      </p:pic>
      <p:pic>
        <p:nvPicPr>
          <p:cNvPr id="5" name="Picture 4">
            <a:extLst>
              <a:ext uri="{FF2B5EF4-FFF2-40B4-BE49-F238E27FC236}">
                <a16:creationId xmlns:a16="http://schemas.microsoft.com/office/drawing/2014/main" id="{E444647C-5A03-1F4E-4879-2632100301BD}"/>
              </a:ext>
            </a:extLst>
          </p:cNvPr>
          <p:cNvPicPr>
            <a:picLocks noChangeAspect="1"/>
          </p:cNvPicPr>
          <p:nvPr/>
        </p:nvPicPr>
        <p:blipFill>
          <a:blip r:embed="rId4"/>
          <a:stretch>
            <a:fillRect/>
          </a:stretch>
        </p:blipFill>
        <p:spPr>
          <a:xfrm>
            <a:off x="6602045" y="1440961"/>
            <a:ext cx="4326793" cy="2559539"/>
          </a:xfrm>
          <a:prstGeom prst="rect">
            <a:avLst/>
          </a:prstGeom>
        </p:spPr>
      </p:pic>
    </p:spTree>
    <p:extLst>
      <p:ext uri="{BB962C8B-B14F-4D97-AF65-F5344CB8AC3E}">
        <p14:creationId xmlns:p14="http://schemas.microsoft.com/office/powerpoint/2010/main" val="2129148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6950BFC3-D8DA-4A85-94F7-54DA5524770B}">
      <p188:commentRel xmlns:p188="http://schemas.microsoft.com/office/powerpoint/2018/8/main" r:id="rId2"/>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C7FE88A2-9C34-16EE-163A-EB9C5E0856A3}"/>
              </a:ext>
            </a:extLst>
          </p:cNvPr>
          <p:cNvSpPr>
            <a:spLocks noGrp="1"/>
          </p:cNvSpPr>
          <p:nvPr>
            <p:ph sz="quarter" idx="20"/>
          </p:nvPr>
        </p:nvSpPr>
        <p:spPr>
          <a:xfrm>
            <a:off x="6553208" y="2496417"/>
            <a:ext cx="4805355" cy="3990108"/>
          </a:xfrm>
        </p:spPr>
        <p:txBody>
          <a:bodyPr/>
          <a:lstStyle/>
          <a:p>
            <a:pPr>
              <a:lnSpc>
                <a:spcPct val="100000"/>
              </a:lnSpc>
            </a:pPr>
            <a:r>
              <a:rPr lang="en-US" sz="1800" b="1">
                <a:solidFill>
                  <a:schemeClr val="accent2"/>
                </a:solidFill>
                <a:latin typeface="+mj-lt"/>
              </a:rPr>
              <a:t>Aquifer mapping</a:t>
            </a:r>
          </a:p>
          <a:p>
            <a:pPr lvl="1">
              <a:lnSpc>
                <a:spcPct val="100000"/>
              </a:lnSpc>
              <a:spcBef>
                <a:spcPts val="600"/>
              </a:spcBef>
              <a:buFont typeface="Arial" panose="020B0604020202020204" pitchFamily="34" charset="0"/>
              <a:buChar char="•"/>
            </a:pPr>
            <a:r>
              <a:rPr lang="en-US" sz="1800">
                <a:latin typeface="+mj-lt"/>
              </a:rPr>
              <a:t>Link depth interpretations to water table heights</a:t>
            </a:r>
          </a:p>
          <a:p>
            <a:pPr>
              <a:lnSpc>
                <a:spcPct val="100000"/>
              </a:lnSpc>
              <a:spcBef>
                <a:spcPts val="600"/>
              </a:spcBef>
            </a:pPr>
            <a:r>
              <a:rPr lang="en-US" sz="1800" b="1">
                <a:solidFill>
                  <a:schemeClr val="accent2"/>
                </a:solidFill>
                <a:latin typeface="+mj-lt"/>
              </a:rPr>
              <a:t>GIS heat maps</a:t>
            </a:r>
          </a:p>
          <a:p>
            <a:pPr lvl="1">
              <a:lnSpc>
                <a:spcPct val="100000"/>
              </a:lnSpc>
              <a:spcBef>
                <a:spcPts val="600"/>
              </a:spcBef>
              <a:buFont typeface="Arial" panose="020B0604020202020204" pitchFamily="34" charset="0"/>
              <a:buChar char="•"/>
            </a:pPr>
            <a:r>
              <a:rPr lang="en-US" sz="1800">
                <a:latin typeface="+mj-lt"/>
              </a:rPr>
              <a:t>Visualize predicted flow rates across stations</a:t>
            </a:r>
          </a:p>
          <a:p>
            <a:pPr>
              <a:lnSpc>
                <a:spcPct val="100000"/>
              </a:lnSpc>
              <a:spcBef>
                <a:spcPts val="600"/>
              </a:spcBef>
            </a:pPr>
            <a:r>
              <a:rPr lang="en-US" sz="1800" b="1">
                <a:solidFill>
                  <a:schemeClr val="accent2"/>
                </a:solidFill>
                <a:latin typeface="+mj-lt"/>
              </a:rPr>
              <a:t>Anomaly flagging</a:t>
            </a:r>
          </a:p>
          <a:p>
            <a:pPr lvl="1">
              <a:lnSpc>
                <a:spcPct val="100000"/>
              </a:lnSpc>
              <a:spcBef>
                <a:spcPts val="600"/>
              </a:spcBef>
              <a:buFont typeface="Arial" panose="020B0604020202020204" pitchFamily="34" charset="0"/>
              <a:buChar char="•"/>
            </a:pPr>
            <a:r>
              <a:rPr lang="en-US" sz="1800">
                <a:latin typeface="+mj-lt"/>
              </a:rPr>
              <a:t>Highlight stations with unusual trends on a map</a:t>
            </a:r>
          </a:p>
          <a:p>
            <a:pPr>
              <a:lnSpc>
                <a:spcPct val="100000"/>
              </a:lnSpc>
              <a:spcBef>
                <a:spcPts val="600"/>
              </a:spcBef>
            </a:pPr>
            <a:r>
              <a:rPr lang="en-US" sz="1800" b="1">
                <a:solidFill>
                  <a:schemeClr val="accent2"/>
                </a:solidFill>
                <a:latin typeface="+mj-lt"/>
              </a:rPr>
              <a:t>Model improvements</a:t>
            </a:r>
          </a:p>
          <a:p>
            <a:pPr lvl="1">
              <a:lnSpc>
                <a:spcPct val="100000"/>
              </a:lnSpc>
              <a:spcBef>
                <a:spcPts val="600"/>
              </a:spcBef>
              <a:buFont typeface="Arial" panose="020B0604020202020204" pitchFamily="34" charset="0"/>
              <a:buChar char="•"/>
            </a:pPr>
            <a:r>
              <a:rPr lang="en-US" sz="1800">
                <a:latin typeface="+mj-lt"/>
              </a:rPr>
              <a:t>SARIMA, climate indices (ENSO, PDO), ensembles</a:t>
            </a:r>
          </a:p>
        </p:txBody>
      </p:sp>
      <p:sp>
        <p:nvSpPr>
          <p:cNvPr id="4" name="TextBox 3">
            <a:extLst>
              <a:ext uri="{FF2B5EF4-FFF2-40B4-BE49-F238E27FC236}">
                <a16:creationId xmlns:a16="http://schemas.microsoft.com/office/drawing/2014/main" id="{CDF5C381-DA73-808B-6A00-4C2EBB1A05DA}"/>
              </a:ext>
            </a:extLst>
          </p:cNvPr>
          <p:cNvSpPr txBox="1"/>
          <p:nvPr/>
        </p:nvSpPr>
        <p:spPr>
          <a:xfrm>
            <a:off x="6096000" y="5053871"/>
            <a:ext cx="4121539" cy="424732"/>
          </a:xfrm>
          <a:prstGeom prst="rect">
            <a:avLst/>
          </a:prstGeom>
        </p:spPr>
        <p:txBody>
          <a:bodyPr wrap="square" rtlCol="0">
            <a:spAutoFit/>
          </a:bodyPr>
          <a:lstStyle/>
          <a:p>
            <a:endParaRPr lang="en-US"/>
          </a:p>
        </p:txBody>
      </p:sp>
      <p:sp>
        <p:nvSpPr>
          <p:cNvPr id="2" name="TextBox 1">
            <a:extLst>
              <a:ext uri="{FF2B5EF4-FFF2-40B4-BE49-F238E27FC236}">
                <a16:creationId xmlns:a16="http://schemas.microsoft.com/office/drawing/2014/main" id="{ACA0EC27-7AFA-FD09-1D60-085DC63E36E0}"/>
              </a:ext>
            </a:extLst>
          </p:cNvPr>
          <p:cNvSpPr txBox="1"/>
          <p:nvPr/>
        </p:nvSpPr>
        <p:spPr>
          <a:xfrm>
            <a:off x="1614485" y="1866460"/>
            <a:ext cx="4529139" cy="424732"/>
          </a:xfrm>
          <a:prstGeom prst="rect">
            <a:avLst/>
          </a:prstGeom>
          <a:solidFill>
            <a:schemeClr val="tx2"/>
          </a:solidFill>
          <a:ln>
            <a:solidFill>
              <a:schemeClr val="bg2"/>
            </a:solidFill>
          </a:ln>
        </p:spPr>
        <p:txBody>
          <a:bodyPr wrap="square" rtlCol="0">
            <a:spAutoFit/>
          </a:bodyPr>
          <a:lstStyle/>
          <a:p>
            <a:pPr algn="ctr"/>
            <a:r>
              <a:rPr lang="en-US" b="1">
                <a:solidFill>
                  <a:schemeClr val="bg1"/>
                </a:solidFill>
              </a:rPr>
              <a:t>Lessons Learned</a:t>
            </a:r>
          </a:p>
        </p:txBody>
      </p:sp>
      <p:sp>
        <p:nvSpPr>
          <p:cNvPr id="5" name="TextBox 4">
            <a:extLst>
              <a:ext uri="{FF2B5EF4-FFF2-40B4-BE49-F238E27FC236}">
                <a16:creationId xmlns:a16="http://schemas.microsoft.com/office/drawing/2014/main" id="{B855FDC2-5CF0-D05A-7498-89BFBE457BAE}"/>
              </a:ext>
            </a:extLst>
          </p:cNvPr>
          <p:cNvSpPr txBox="1"/>
          <p:nvPr/>
        </p:nvSpPr>
        <p:spPr>
          <a:xfrm>
            <a:off x="6665126" y="1866465"/>
            <a:ext cx="4529139" cy="424732"/>
          </a:xfrm>
          <a:prstGeom prst="rect">
            <a:avLst/>
          </a:prstGeom>
          <a:solidFill>
            <a:schemeClr val="tx2"/>
          </a:solidFill>
          <a:ln>
            <a:solidFill>
              <a:schemeClr val="bg2"/>
            </a:solidFill>
          </a:ln>
        </p:spPr>
        <p:txBody>
          <a:bodyPr wrap="square" rtlCol="0">
            <a:spAutoFit/>
          </a:bodyPr>
          <a:lstStyle/>
          <a:p>
            <a:pPr algn="ctr"/>
            <a:r>
              <a:rPr lang="en-US" b="1">
                <a:solidFill>
                  <a:schemeClr val="bg1"/>
                </a:solidFill>
              </a:rPr>
              <a:t>Next Steps</a:t>
            </a:r>
          </a:p>
        </p:txBody>
      </p:sp>
      <p:sp>
        <p:nvSpPr>
          <p:cNvPr id="9" name="TextBox 8">
            <a:extLst>
              <a:ext uri="{FF2B5EF4-FFF2-40B4-BE49-F238E27FC236}">
                <a16:creationId xmlns:a16="http://schemas.microsoft.com/office/drawing/2014/main" id="{B95439CA-8F6D-4E0F-431B-AF25EA005CAD}"/>
              </a:ext>
            </a:extLst>
          </p:cNvPr>
          <p:cNvSpPr txBox="1"/>
          <p:nvPr/>
        </p:nvSpPr>
        <p:spPr>
          <a:xfrm>
            <a:off x="1485899" y="2510700"/>
            <a:ext cx="4907760" cy="3954929"/>
          </a:xfrm>
          <a:prstGeom prst="rect">
            <a:avLst/>
          </a:prstGeom>
          <a:noFill/>
        </p:spPr>
        <p:txBody>
          <a:bodyPr wrap="square" rtlCol="0">
            <a:spAutoFit/>
          </a:bodyPr>
          <a:lstStyle/>
          <a:p>
            <a:pPr marL="342900" indent="-342900">
              <a:buFont typeface="Arial" panose="020B0604020202020204" pitchFamily="34" charset="0"/>
              <a:buChar char="•"/>
            </a:pPr>
            <a:r>
              <a:rPr lang="en-US" sz="1800" b="1">
                <a:solidFill>
                  <a:schemeClr val="accent2"/>
                </a:solidFill>
                <a:latin typeface="+mj-lt"/>
              </a:rPr>
              <a:t>Git &amp; collaboration from scratch</a:t>
            </a:r>
          </a:p>
          <a:p>
            <a:pPr marL="891540" lvl="1" indent="-342900">
              <a:spcBef>
                <a:spcPts val="600"/>
              </a:spcBef>
              <a:buFont typeface="Arial" panose="020B0604020202020204" pitchFamily="34" charset="0"/>
              <a:buChar char="•"/>
            </a:pPr>
            <a:r>
              <a:rPr lang="en-US" sz="1800">
                <a:latin typeface="+mj-lt"/>
              </a:rPr>
              <a:t>Branching, PRs, version control as a team</a:t>
            </a:r>
          </a:p>
          <a:p>
            <a:pPr marL="342900" indent="-342900">
              <a:spcBef>
                <a:spcPts val="600"/>
              </a:spcBef>
              <a:buFont typeface="Arial" panose="020B0604020202020204" pitchFamily="34" charset="0"/>
              <a:buChar char="•"/>
            </a:pPr>
            <a:r>
              <a:rPr lang="en-US" sz="1800" b="1">
                <a:solidFill>
                  <a:schemeClr val="accent2"/>
                </a:solidFill>
                <a:latin typeface="+mj-lt"/>
              </a:rPr>
              <a:t>Validate your data before modeling</a:t>
            </a:r>
          </a:p>
          <a:p>
            <a:pPr marL="891540" lvl="1" indent="-342900">
              <a:spcBef>
                <a:spcPts val="600"/>
              </a:spcBef>
              <a:buFont typeface="Arial" panose="020B0604020202020204" pitchFamily="34" charset="0"/>
              <a:buChar char="•"/>
            </a:pPr>
            <a:r>
              <a:rPr lang="en-US" sz="1800">
                <a:latin typeface="+mj-lt"/>
              </a:rPr>
              <a:t>Gap analysis drove the groundwater-to-surface-water pivot</a:t>
            </a:r>
          </a:p>
          <a:p>
            <a:pPr marL="342900" indent="-342900">
              <a:spcBef>
                <a:spcPts val="600"/>
              </a:spcBef>
              <a:buFont typeface="Arial" panose="020B0604020202020204" pitchFamily="34" charset="0"/>
              <a:buChar char="•"/>
            </a:pPr>
            <a:r>
              <a:rPr lang="en-US" sz="1800" b="1">
                <a:solidFill>
                  <a:schemeClr val="accent2"/>
                </a:solidFill>
                <a:latin typeface="+mj-lt"/>
              </a:rPr>
              <a:t>Feature engineering is make-or-break</a:t>
            </a:r>
          </a:p>
          <a:p>
            <a:pPr marL="891540" lvl="1" indent="-342900">
              <a:spcBef>
                <a:spcPts val="600"/>
              </a:spcBef>
              <a:buFont typeface="Arial" panose="020B0604020202020204" pitchFamily="34" charset="0"/>
              <a:buChar char="•"/>
            </a:pPr>
            <a:r>
              <a:rPr lang="en-US" sz="1800">
                <a:latin typeface="+mj-lt"/>
              </a:rPr>
              <a:t>Seasonal encodings: 0 to 11 stations with positive R²</a:t>
            </a:r>
          </a:p>
          <a:p>
            <a:pPr marL="342900" indent="-342900">
              <a:spcBef>
                <a:spcPts val="600"/>
              </a:spcBef>
              <a:buFont typeface="Arial" panose="020B0604020202020204" pitchFamily="34" charset="0"/>
              <a:buChar char="•"/>
            </a:pPr>
            <a:r>
              <a:rPr lang="en-US" sz="1800" b="1">
                <a:solidFill>
                  <a:schemeClr val="accent2"/>
                </a:solidFill>
                <a:latin typeface="+mj-lt"/>
              </a:rPr>
              <a:t>LLMs are copilots, not replacements</a:t>
            </a:r>
          </a:p>
          <a:p>
            <a:pPr marL="891540" lvl="1" indent="-342900">
              <a:spcBef>
                <a:spcPts val="600"/>
              </a:spcBef>
              <a:buFont typeface="Arial" panose="020B0604020202020204" pitchFamily="34" charset="0"/>
              <a:buChar char="•"/>
            </a:pPr>
            <a:r>
              <a:rPr lang="en-US" sz="1800">
                <a:latin typeface="+mj-lt"/>
              </a:rPr>
              <a:t>Great for code help, weak at numerical prediction</a:t>
            </a:r>
          </a:p>
        </p:txBody>
      </p:sp>
      <p:pic>
        <p:nvPicPr>
          <p:cNvPr id="11" name="Picture 10">
            <a:extLst>
              <a:ext uri="{FF2B5EF4-FFF2-40B4-BE49-F238E27FC236}">
                <a16:creationId xmlns:a16="http://schemas.microsoft.com/office/drawing/2014/main" id="{1A339F68-7470-9854-0229-E6ED3E3E306B}"/>
              </a:ext>
            </a:extLst>
          </p:cNvPr>
          <p:cNvPicPr>
            <a:picLocks noChangeAspect="1"/>
          </p:cNvPicPr>
          <p:nvPr/>
        </p:nvPicPr>
        <p:blipFill>
          <a:blip r:embed="rId3"/>
          <a:stretch>
            <a:fillRect/>
          </a:stretch>
        </p:blipFill>
        <p:spPr>
          <a:xfrm>
            <a:off x="9846061" y="98061"/>
            <a:ext cx="2234168" cy="1452128"/>
          </a:xfrm>
          <a:prstGeom prst="rect">
            <a:avLst/>
          </a:prstGeom>
        </p:spPr>
      </p:pic>
      <p:sp>
        <p:nvSpPr>
          <p:cNvPr id="12" name="Title 1">
            <a:extLst>
              <a:ext uri="{FF2B5EF4-FFF2-40B4-BE49-F238E27FC236}">
                <a16:creationId xmlns:a16="http://schemas.microsoft.com/office/drawing/2014/main" id="{75FB5EB1-7895-6810-AFE5-4783DB0B3CE7}"/>
              </a:ext>
            </a:extLst>
          </p:cNvPr>
          <p:cNvSpPr>
            <a:spLocks noGrp="1"/>
          </p:cNvSpPr>
          <p:nvPr>
            <p:ph type="title"/>
          </p:nvPr>
        </p:nvSpPr>
        <p:spPr>
          <a:xfrm>
            <a:off x="2936229" y="141430"/>
            <a:ext cx="9144000" cy="1092483"/>
          </a:xfrm>
        </p:spPr>
        <p:txBody>
          <a:bodyPr lIns="0" tIns="45720" rIns="91440" bIns="45720" anchor="b"/>
          <a:lstStyle/>
          <a:p>
            <a:r>
              <a:rPr lang="en-US">
                <a:latin typeface="Arial"/>
                <a:cs typeface="Arial"/>
              </a:rPr>
              <a:t>Summary and Next Steps</a:t>
            </a:r>
            <a:endParaRPr lang="en-US"/>
          </a:p>
        </p:txBody>
      </p:sp>
    </p:spTree>
    <p:extLst>
      <p:ext uri="{BB962C8B-B14F-4D97-AF65-F5344CB8AC3E}">
        <p14:creationId xmlns:p14="http://schemas.microsoft.com/office/powerpoint/2010/main" val="250305332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6950BFC3-D8DA-4A85-94F7-54DA5524770B}">
      <p188:commentRel xmlns:p188="http://schemas.microsoft.com/office/powerpoint/2018/8/main" r:id="rId2"/>
    </p:ext>
  </p:extLst>
</p:sld>
</file>

<file path=ppt/theme/theme1.xml><?xml version="1.0" encoding="utf-8"?>
<a:theme xmlns:a="http://schemas.openxmlformats.org/drawingml/2006/main" name="PNNL_Option_4">
  <a:themeElements>
    <a:clrScheme name="PNNL">
      <a:dk1>
        <a:srgbClr val="616265"/>
      </a:dk1>
      <a:lt1>
        <a:srgbClr val="FFFFFF"/>
      </a:lt1>
      <a:dk2>
        <a:srgbClr val="D77600"/>
      </a:dk2>
      <a:lt2>
        <a:srgbClr val="B3B3B3"/>
      </a:lt2>
      <a:accent1>
        <a:srgbClr val="A63F1E"/>
      </a:accent1>
      <a:accent2>
        <a:srgbClr val="191C1F"/>
      </a:accent2>
      <a:accent3>
        <a:srgbClr val="F4AA00"/>
      </a:accent3>
      <a:accent4>
        <a:srgbClr val="007836"/>
      </a:accent4>
      <a:accent5>
        <a:srgbClr val="C10435"/>
      </a:accent5>
      <a:accent6>
        <a:srgbClr val="00338E"/>
      </a:accent6>
      <a:hlink>
        <a:srgbClr val="003698"/>
      </a:hlink>
      <a:folHlink>
        <a:srgbClr val="8A0752"/>
      </a:folHlink>
    </a:clrScheme>
    <a:fontScheme name="PNNL_Arial">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NNL.ComputingBlueGreen" id="{3F5C6526-8522-B74F-83FC-46BB2E5DBA14}" vid="{01AF2F88-67ED-0140-867D-D2FBBAAF411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Outcrop river template PPT</Template>
  <Application>Microsoft Office PowerPoint</Application>
  <PresentationFormat>Widescreen</PresentationFormat>
  <Slides>10</Slides>
  <Notes>3</Notes>
  <HiddenSlides>0</HiddenSlide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PNNL_Option_4</vt:lpstr>
      <vt:lpstr>ESSD AI Competition</vt:lpstr>
      <vt:lpstr>AI disclaimer</vt:lpstr>
      <vt:lpstr>Evergreen Analyzers – Intro &amp; Team Reflections</vt:lpstr>
      <vt:lpstr>Intro - Problem Framing &amp; Goal</vt:lpstr>
      <vt:lpstr>Week 1 - LLM Benchmarking &amp; Discovery </vt:lpstr>
      <vt:lpstr>Week 2 - Data Cleaning &amp; The Pivot</vt:lpstr>
      <vt:lpstr>Week 2 - Feature Engineering &amp; Split Strategy</vt:lpstr>
      <vt:lpstr>Week 3 - Model Showdown</vt:lpstr>
      <vt:lpstr>Week 4 - LLM Benchmarking vs. ML Model</vt:lpstr>
      <vt:lpstr>Summary and Next Steps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DiRaddo, Stephanie G</dc:creator>
  <cp:revision>1</cp:revision>
  <dcterms:created xsi:type="dcterms:W3CDTF">2026-04-14T15:47:54Z</dcterms:created>
  <dcterms:modified xsi:type="dcterms:W3CDTF">2026-04-23T17:38:10Z</dcterms:modified>
</cp:coreProperties>
</file>