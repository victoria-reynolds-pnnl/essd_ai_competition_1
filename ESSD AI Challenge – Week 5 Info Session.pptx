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4"/>
  </p:sldMasterIdLst>
  <p:notesMasterIdLst>
    <p:notesMasterId r:id="rId14"/>
  </p:notesMasterIdLst>
  <p:handoutMasterIdLst>
    <p:handoutMasterId r:id="rId15"/>
  </p:handoutMasterIdLst>
  <p:sldIdLst>
    <p:sldId id="260" r:id="rId5"/>
    <p:sldId id="2147483569" r:id="rId6"/>
    <p:sldId id="2147483566" r:id="rId7"/>
    <p:sldId id="2147483573" r:id="rId8"/>
    <p:sldId id="2147483575" r:id="rId9"/>
    <p:sldId id="2147483577" r:id="rId10"/>
    <p:sldId id="2147483578" r:id="rId11"/>
    <p:sldId id="2147483579" r:id="rId12"/>
    <p:sldId id="268" r:id="rId13"/>
  </p:sldIdLst>
  <p:sldSz cx="14630400" cy="82296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361748-7393-88B5-08F8-8347EBB15143}" name="Catalano, Arielle J" initials="CAJ" userId="S::arielle.catalano@pnnl.gov::63c803ca-00ac-45d3-814f-e56149965e27" providerId="AD"/>
  <p188:author id="{C0D70763-2119-E021-5AD5-924B20DCEC36}" name="Reynolds, Victoria" initials="RV" userId="S::abby.reynolds@pnnl.gov::6ea9c810-5a56-4b02-9d20-d8215e369cfb" providerId="AD"/>
  <p188:author id="{7B8106C5-25F0-A2BF-24BF-436127E73A51}" name="Hou, Hongfei" initials="HH" userId="S::hongfei.hou@pnnl.gov::79e38fbe-34a1-4c33-a7b1-c576cae662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7836"/>
    <a:srgbClr val="719500"/>
    <a:srgbClr val="BE0F34"/>
    <a:srgbClr val="820150"/>
    <a:srgbClr val="502D7F"/>
    <a:srgbClr val="00338E"/>
    <a:srgbClr val="0081AB"/>
    <a:srgbClr val="758F9D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95575-4A12-AB4D-925D-28A818FC396E}" v="1" dt="2026-04-16T17:34:24.448"/>
    <p1510:client id="{D125E547-1535-44D5-95A4-B8C133F356C9}" v="139" dt="2026-04-16T19:04:56.065"/>
    <p1510:client id="{ED652207-DC50-40D5-845B-F05EFE941C8B}" v="6" dt="2026-04-16T17:04:34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26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ynolds, Victoria" userId="S::abby.reynolds@pnnl.gov::6ea9c810-5a56-4b02-9d20-d8215e369cfb" providerId="AD" clId="Web-{D125E547-1535-44D5-95A4-B8C133F356C9}"/>
    <pc:docChg chg="modSld">
      <pc:chgData name="Reynolds, Victoria" userId="S::abby.reynolds@pnnl.gov::6ea9c810-5a56-4b02-9d20-d8215e369cfb" providerId="AD" clId="Web-{D125E547-1535-44D5-95A4-B8C133F356C9}" dt="2026-04-16T19:04:56.065" v="130"/>
      <pc:docMkLst>
        <pc:docMk/>
      </pc:docMkLst>
      <pc:sldChg chg="modSp">
        <pc:chgData name="Reynolds, Victoria" userId="S::abby.reynolds@pnnl.gov::6ea9c810-5a56-4b02-9d20-d8215e369cfb" providerId="AD" clId="Web-{D125E547-1535-44D5-95A4-B8C133F356C9}" dt="2026-04-16T19:04:56.065" v="130"/>
        <pc:sldMkLst>
          <pc:docMk/>
          <pc:sldMk cId="366534648" sldId="2147483579"/>
        </pc:sldMkLst>
        <pc:graphicFrameChg chg="mod modGraphic">
          <ac:chgData name="Reynolds, Victoria" userId="S::abby.reynolds@pnnl.gov::6ea9c810-5a56-4b02-9d20-d8215e369cfb" providerId="AD" clId="Web-{D125E547-1535-44D5-95A4-B8C133F356C9}" dt="2026-04-16T19:04:56.065" v="130"/>
          <ac:graphicFrameMkLst>
            <pc:docMk/>
            <pc:sldMk cId="366534648" sldId="2147483579"/>
            <ac:graphicFrameMk id="5" creationId="{8AAF75F6-EC54-F75A-D703-5D47E11B5ACF}"/>
          </ac:graphicFrameMkLst>
        </pc:graphicFrameChg>
      </pc:sldChg>
    </pc:docChg>
  </pc:docChgLst>
  <pc:docChgLst>
    <pc:chgData name="Reynolds, Victoria" userId="S::abby.reynolds@pnnl.gov::6ea9c810-5a56-4b02-9d20-d8215e369cfb" providerId="AD" clId="Web-{ED652207-DC50-40D5-845B-F05EFE941C8B}"/>
    <pc:docChg chg="mod">
      <pc:chgData name="Reynolds, Victoria" userId="S::abby.reynolds@pnnl.gov::6ea9c810-5a56-4b02-9d20-d8215e369cfb" providerId="AD" clId="Web-{ED652207-DC50-40D5-845B-F05EFE941C8B}" dt="2026-04-16T17:02:39.566" v="0"/>
      <pc:docMkLst>
        <pc:docMk/>
      </pc:docMkLst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C71DCB-661E-403C-8FAC-8FA798AB1D2D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E7389E0-8855-4F69-9BCA-A83DE836E95A}">
      <dgm:prSet/>
      <dgm:spPr/>
      <dgm:t>
        <a:bodyPr/>
        <a:lstStyle/>
        <a:p>
          <a:r>
            <a:rPr lang="en-US" b="1"/>
            <a:t>Goals:</a:t>
          </a:r>
          <a:endParaRPr lang="en-US"/>
        </a:p>
      </dgm:t>
    </dgm:pt>
    <dgm:pt modelId="{1BA8669D-0F8D-4A46-9571-E8B66CC00682}" type="parTrans" cxnId="{AF2DB6A3-849C-4B2A-8AE5-D3AF8AE8C6A6}">
      <dgm:prSet/>
      <dgm:spPr/>
      <dgm:t>
        <a:bodyPr/>
        <a:lstStyle/>
        <a:p>
          <a:endParaRPr lang="en-US"/>
        </a:p>
      </dgm:t>
    </dgm:pt>
    <dgm:pt modelId="{10D40847-2A3B-4430-B887-BD912EFE7E48}" type="sibTrans" cxnId="{AF2DB6A3-849C-4B2A-8AE5-D3AF8AE8C6A6}">
      <dgm:prSet/>
      <dgm:spPr/>
      <dgm:t>
        <a:bodyPr/>
        <a:lstStyle/>
        <a:p>
          <a:endParaRPr lang="en-US"/>
        </a:p>
      </dgm:t>
    </dgm:pt>
    <dgm:pt modelId="{7DB2CD90-E164-4F3D-B09A-AD9EE59CE392}">
      <dgm:prSet/>
      <dgm:spPr/>
      <dgm:t>
        <a:bodyPr/>
        <a:lstStyle/>
        <a:p>
          <a:r>
            <a:rPr lang="en-US"/>
            <a:t>This week focused on presenting our work and highlighting the key learning we gained at each stage of the challenge </a:t>
          </a:r>
        </a:p>
      </dgm:t>
    </dgm:pt>
    <dgm:pt modelId="{CB9F3FC8-E0E3-4F0E-936C-11FA0F0F3A79}" type="parTrans" cxnId="{61BD1F69-27E8-4932-9495-26DFD7E1F08C}">
      <dgm:prSet/>
      <dgm:spPr/>
      <dgm:t>
        <a:bodyPr/>
        <a:lstStyle/>
        <a:p>
          <a:endParaRPr lang="en-US"/>
        </a:p>
      </dgm:t>
    </dgm:pt>
    <dgm:pt modelId="{CCB1BFA0-2437-49BD-9FB4-05CBA459F466}" type="sibTrans" cxnId="{61BD1F69-27E8-4932-9495-26DFD7E1F08C}">
      <dgm:prSet/>
      <dgm:spPr/>
      <dgm:t>
        <a:bodyPr/>
        <a:lstStyle/>
        <a:p>
          <a:endParaRPr lang="en-US"/>
        </a:p>
      </dgm:t>
    </dgm:pt>
    <dgm:pt modelId="{3B50C982-CB72-4B76-B9DE-6C836A854487}">
      <dgm:prSet/>
      <dgm:spPr/>
      <dgm:t>
        <a:bodyPr/>
        <a:lstStyle/>
        <a:p>
          <a:r>
            <a:rPr lang="en-US" b="1"/>
            <a:t>What we’re looking for:</a:t>
          </a:r>
          <a:endParaRPr lang="en-US"/>
        </a:p>
      </dgm:t>
    </dgm:pt>
    <dgm:pt modelId="{3422A446-87ED-43B1-BBDC-815C77A4662C}" type="parTrans" cxnId="{7B681307-C4FA-4C73-821A-508063F0C5DA}">
      <dgm:prSet/>
      <dgm:spPr/>
      <dgm:t>
        <a:bodyPr/>
        <a:lstStyle/>
        <a:p>
          <a:endParaRPr lang="en-US"/>
        </a:p>
      </dgm:t>
    </dgm:pt>
    <dgm:pt modelId="{FBBB4011-95C2-4E3F-BDF2-77BD48DCD5AF}" type="sibTrans" cxnId="{7B681307-C4FA-4C73-821A-508063F0C5DA}">
      <dgm:prSet/>
      <dgm:spPr/>
      <dgm:t>
        <a:bodyPr/>
        <a:lstStyle/>
        <a:p>
          <a:endParaRPr lang="en-US"/>
        </a:p>
      </dgm:t>
    </dgm:pt>
    <dgm:pt modelId="{336BC353-0943-4A38-8471-A02408D93EEB}">
      <dgm:prSet/>
      <dgm:spPr/>
      <dgm:t>
        <a:bodyPr/>
        <a:lstStyle/>
        <a:p>
          <a:r>
            <a:rPr lang="en-US" dirty="0"/>
            <a:t>Defined the problem, objectives, and success criteria</a:t>
          </a:r>
        </a:p>
      </dgm:t>
    </dgm:pt>
    <dgm:pt modelId="{322FBC56-A950-46D1-8C15-237C481A4AC1}" type="parTrans" cxnId="{F80CDE91-FE37-4957-A524-AB9BF62E5C3F}">
      <dgm:prSet/>
      <dgm:spPr/>
      <dgm:t>
        <a:bodyPr/>
        <a:lstStyle/>
        <a:p>
          <a:endParaRPr lang="en-US"/>
        </a:p>
      </dgm:t>
    </dgm:pt>
    <dgm:pt modelId="{2F64AB87-941F-4306-A5C9-13F56F1A3D0E}" type="sibTrans" cxnId="{F80CDE91-FE37-4957-A524-AB9BF62E5C3F}">
      <dgm:prSet/>
      <dgm:spPr/>
      <dgm:t>
        <a:bodyPr/>
        <a:lstStyle/>
        <a:p>
          <a:endParaRPr lang="en-US"/>
        </a:p>
      </dgm:t>
    </dgm:pt>
    <dgm:pt modelId="{5A0DC369-62FF-467C-9614-1EED23A7D4AD}">
      <dgm:prSet/>
      <dgm:spPr/>
      <dgm:t>
        <a:bodyPr/>
        <a:lstStyle/>
        <a:p>
          <a:r>
            <a:rPr lang="en-US"/>
            <a:t>Developed and evaluated multiple approaches (ML and LLM-based)</a:t>
          </a:r>
        </a:p>
      </dgm:t>
    </dgm:pt>
    <dgm:pt modelId="{78AC9320-AA6B-47EA-87CD-496471D9232C}" type="parTrans" cxnId="{FC1DEE5D-1044-4044-8F68-7EAC19DF1AD8}">
      <dgm:prSet/>
      <dgm:spPr/>
      <dgm:t>
        <a:bodyPr/>
        <a:lstStyle/>
        <a:p>
          <a:endParaRPr lang="en-US"/>
        </a:p>
      </dgm:t>
    </dgm:pt>
    <dgm:pt modelId="{0844AD56-462C-4018-8467-885EB61A0CCF}" type="sibTrans" cxnId="{FC1DEE5D-1044-4044-8F68-7EAC19DF1AD8}">
      <dgm:prSet/>
      <dgm:spPr/>
      <dgm:t>
        <a:bodyPr/>
        <a:lstStyle/>
        <a:p>
          <a:endParaRPr lang="en-US"/>
        </a:p>
      </dgm:t>
    </dgm:pt>
    <dgm:pt modelId="{903BDE43-23AF-4AD7-B231-82E105C123C5}">
      <dgm:prSet/>
      <dgm:spPr/>
      <dgm:t>
        <a:bodyPr/>
        <a:lstStyle/>
        <a:p>
          <a:r>
            <a:rPr lang="en-US"/>
            <a:t>Applied proper data engineering</a:t>
          </a:r>
        </a:p>
      </dgm:t>
    </dgm:pt>
    <dgm:pt modelId="{C9F0A568-7EA0-4756-84F2-7240623A0370}" type="parTrans" cxnId="{85558D5C-AABB-4012-954A-E90C1AD6AD09}">
      <dgm:prSet/>
      <dgm:spPr/>
      <dgm:t>
        <a:bodyPr/>
        <a:lstStyle/>
        <a:p>
          <a:endParaRPr lang="en-US"/>
        </a:p>
      </dgm:t>
    </dgm:pt>
    <dgm:pt modelId="{06A66305-BD6F-44E9-859C-B4379A7F1162}" type="sibTrans" cxnId="{85558D5C-AABB-4012-954A-E90C1AD6AD09}">
      <dgm:prSet/>
      <dgm:spPr/>
      <dgm:t>
        <a:bodyPr/>
        <a:lstStyle/>
        <a:p>
          <a:endParaRPr lang="en-US"/>
        </a:p>
      </dgm:t>
    </dgm:pt>
    <dgm:pt modelId="{EF863854-B88E-41FA-B975-684053BD79DF}">
      <dgm:prSet/>
      <dgm:spPr/>
      <dgm:t>
        <a:bodyPr/>
        <a:lstStyle/>
        <a:p>
          <a:r>
            <a:rPr lang="en-US"/>
            <a:t>Measured performance using consistent evaluation metrics</a:t>
          </a:r>
        </a:p>
      </dgm:t>
    </dgm:pt>
    <dgm:pt modelId="{1E4EAC70-C2B9-4E2B-9C3A-6A04714B1DFA}" type="parTrans" cxnId="{A9E0CE5A-383F-4FE4-85AE-225F31B4D98C}">
      <dgm:prSet/>
      <dgm:spPr/>
      <dgm:t>
        <a:bodyPr/>
        <a:lstStyle/>
        <a:p>
          <a:endParaRPr lang="en-US"/>
        </a:p>
      </dgm:t>
    </dgm:pt>
    <dgm:pt modelId="{9F837EF5-2C66-47B8-A372-32B76B5844BB}" type="sibTrans" cxnId="{A9E0CE5A-383F-4FE4-85AE-225F31B4D98C}">
      <dgm:prSet/>
      <dgm:spPr/>
      <dgm:t>
        <a:bodyPr/>
        <a:lstStyle/>
        <a:p>
          <a:endParaRPr lang="en-US"/>
        </a:p>
      </dgm:t>
    </dgm:pt>
    <dgm:pt modelId="{3BB8A5B2-EC59-4BB7-A608-38C9E4D89693}">
      <dgm:prSet/>
      <dgm:spPr/>
      <dgm:t>
        <a:bodyPr/>
        <a:lstStyle/>
        <a:p>
          <a:r>
            <a:rPr lang="en-US" dirty="0"/>
            <a:t>Compared approaches to identify strengths and tradeoffs</a:t>
          </a:r>
        </a:p>
      </dgm:t>
    </dgm:pt>
    <dgm:pt modelId="{AF80E869-DBED-4517-BE74-C65D3725251E}" type="parTrans" cxnId="{589F4039-983B-4ABC-8230-5BE41AD3A87B}">
      <dgm:prSet/>
      <dgm:spPr/>
      <dgm:t>
        <a:bodyPr/>
        <a:lstStyle/>
        <a:p>
          <a:endParaRPr lang="en-US"/>
        </a:p>
      </dgm:t>
    </dgm:pt>
    <dgm:pt modelId="{89629CF8-F35F-425B-A331-58411D6FC908}" type="sibTrans" cxnId="{589F4039-983B-4ABC-8230-5BE41AD3A87B}">
      <dgm:prSet/>
      <dgm:spPr/>
      <dgm:t>
        <a:bodyPr/>
        <a:lstStyle/>
        <a:p>
          <a:endParaRPr lang="en-US"/>
        </a:p>
      </dgm:t>
    </dgm:pt>
    <dgm:pt modelId="{CE3FFE77-C534-4AE7-AA52-5F35CF7A4559}">
      <dgm:prSet/>
      <dgm:spPr/>
      <dgm:t>
        <a:bodyPr/>
        <a:lstStyle/>
        <a:p>
          <a:r>
            <a:rPr lang="en-US" b="1" dirty="0"/>
            <a:t>Evidence of learning</a:t>
          </a:r>
        </a:p>
      </dgm:t>
    </dgm:pt>
    <dgm:pt modelId="{FFD7FF09-E9B4-46E7-AE78-F5B97C602F59}" type="parTrans" cxnId="{CAD7ADB7-85E2-4CC0-AF4A-5CEEAFD9D85E}">
      <dgm:prSet/>
      <dgm:spPr/>
    </dgm:pt>
    <dgm:pt modelId="{6B479AE2-E803-4BD0-B151-01669CE1A770}" type="sibTrans" cxnId="{CAD7ADB7-85E2-4CC0-AF4A-5CEEAFD9D85E}">
      <dgm:prSet/>
      <dgm:spPr/>
    </dgm:pt>
    <dgm:pt modelId="{7DA72BCB-6733-4252-A7E3-A2C226A454A5}" type="pres">
      <dgm:prSet presAssocID="{48C71DCB-661E-403C-8FAC-8FA798AB1D2D}" presName="linear" presStyleCnt="0">
        <dgm:presLayoutVars>
          <dgm:animLvl val="lvl"/>
          <dgm:resizeHandles val="exact"/>
        </dgm:presLayoutVars>
      </dgm:prSet>
      <dgm:spPr/>
    </dgm:pt>
    <dgm:pt modelId="{796CEBE9-2C24-44FC-B11F-55D85A39F17D}" type="pres">
      <dgm:prSet presAssocID="{AE7389E0-8855-4F69-9BCA-A83DE836E95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AFB1B15-5D8A-4042-A350-D17D123E42BA}" type="pres">
      <dgm:prSet presAssocID="{AE7389E0-8855-4F69-9BCA-A83DE836E95A}" presName="childText" presStyleLbl="revTx" presStyleIdx="0" presStyleCnt="2">
        <dgm:presLayoutVars>
          <dgm:bulletEnabled val="1"/>
        </dgm:presLayoutVars>
      </dgm:prSet>
      <dgm:spPr/>
    </dgm:pt>
    <dgm:pt modelId="{08BDC30E-5769-4F95-B298-7034076B5AA9}" type="pres">
      <dgm:prSet presAssocID="{3B50C982-CB72-4B76-B9DE-6C836A85448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F2CB211-EC22-4757-8DC7-204BFE1C401B}" type="pres">
      <dgm:prSet presAssocID="{3B50C982-CB72-4B76-B9DE-6C836A85448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B681307-C4FA-4C73-821A-508063F0C5DA}" srcId="{48C71DCB-661E-403C-8FAC-8FA798AB1D2D}" destId="{3B50C982-CB72-4B76-B9DE-6C836A854487}" srcOrd="1" destOrd="0" parTransId="{3422A446-87ED-43B1-BBDC-815C77A4662C}" sibTransId="{FBBB4011-95C2-4E3F-BDF2-77BD48DCD5AF}"/>
    <dgm:cxn modelId="{CFE1A00C-B126-4820-98C1-EC92816238A2}" type="presOf" srcId="{3BB8A5B2-EC59-4BB7-A608-38C9E4D89693}" destId="{5F2CB211-EC22-4757-8DC7-204BFE1C401B}" srcOrd="0" destOrd="4" presId="urn:microsoft.com/office/officeart/2005/8/layout/vList2"/>
    <dgm:cxn modelId="{BBF14923-E525-4CEE-BBA9-F44CB2726D08}" type="presOf" srcId="{903BDE43-23AF-4AD7-B231-82E105C123C5}" destId="{5F2CB211-EC22-4757-8DC7-204BFE1C401B}" srcOrd="0" destOrd="2" presId="urn:microsoft.com/office/officeart/2005/8/layout/vList2"/>
    <dgm:cxn modelId="{69AC0D27-6CC8-483F-AE23-AB1E7AA57E5D}" type="presOf" srcId="{EF863854-B88E-41FA-B975-684053BD79DF}" destId="{5F2CB211-EC22-4757-8DC7-204BFE1C401B}" srcOrd="0" destOrd="3" presId="urn:microsoft.com/office/officeart/2005/8/layout/vList2"/>
    <dgm:cxn modelId="{AC19752E-21F1-41B8-A765-27D845042F8F}" type="presOf" srcId="{5A0DC369-62FF-467C-9614-1EED23A7D4AD}" destId="{5F2CB211-EC22-4757-8DC7-204BFE1C401B}" srcOrd="0" destOrd="1" presId="urn:microsoft.com/office/officeart/2005/8/layout/vList2"/>
    <dgm:cxn modelId="{589F4039-983B-4ABC-8230-5BE41AD3A87B}" srcId="{3B50C982-CB72-4B76-B9DE-6C836A854487}" destId="{3BB8A5B2-EC59-4BB7-A608-38C9E4D89693}" srcOrd="4" destOrd="0" parTransId="{AF80E869-DBED-4517-BE74-C65D3725251E}" sibTransId="{89629CF8-F35F-425B-A331-58411D6FC908}"/>
    <dgm:cxn modelId="{85558D5C-AABB-4012-954A-E90C1AD6AD09}" srcId="{3B50C982-CB72-4B76-B9DE-6C836A854487}" destId="{903BDE43-23AF-4AD7-B231-82E105C123C5}" srcOrd="2" destOrd="0" parTransId="{C9F0A568-7EA0-4756-84F2-7240623A0370}" sibTransId="{06A66305-BD6F-44E9-859C-B4379A7F1162}"/>
    <dgm:cxn modelId="{FC1DEE5D-1044-4044-8F68-7EAC19DF1AD8}" srcId="{3B50C982-CB72-4B76-B9DE-6C836A854487}" destId="{5A0DC369-62FF-467C-9614-1EED23A7D4AD}" srcOrd="1" destOrd="0" parTransId="{78AC9320-AA6B-47EA-87CD-496471D9232C}" sibTransId="{0844AD56-462C-4018-8467-885EB61A0CCF}"/>
    <dgm:cxn modelId="{61BD1F69-27E8-4932-9495-26DFD7E1F08C}" srcId="{AE7389E0-8855-4F69-9BCA-A83DE836E95A}" destId="{7DB2CD90-E164-4F3D-B09A-AD9EE59CE392}" srcOrd="0" destOrd="0" parTransId="{CB9F3FC8-E0E3-4F0E-936C-11FA0F0F3A79}" sibTransId="{CCB1BFA0-2437-49BD-9FB4-05CBA459F466}"/>
    <dgm:cxn modelId="{8BE8F769-E808-4CC8-AC84-C48A5E520714}" type="presOf" srcId="{3B50C982-CB72-4B76-B9DE-6C836A854487}" destId="{08BDC30E-5769-4F95-B298-7034076B5AA9}" srcOrd="0" destOrd="0" presId="urn:microsoft.com/office/officeart/2005/8/layout/vList2"/>
    <dgm:cxn modelId="{A9E0CE5A-383F-4FE4-85AE-225F31B4D98C}" srcId="{3B50C982-CB72-4B76-B9DE-6C836A854487}" destId="{EF863854-B88E-41FA-B975-684053BD79DF}" srcOrd="3" destOrd="0" parTransId="{1E4EAC70-C2B9-4E2B-9C3A-6A04714B1DFA}" sibTransId="{9F837EF5-2C66-47B8-A372-32B76B5844BB}"/>
    <dgm:cxn modelId="{F80CDE91-FE37-4957-A524-AB9BF62E5C3F}" srcId="{3B50C982-CB72-4B76-B9DE-6C836A854487}" destId="{336BC353-0943-4A38-8471-A02408D93EEB}" srcOrd="0" destOrd="0" parTransId="{322FBC56-A950-46D1-8C15-237C481A4AC1}" sibTransId="{2F64AB87-941F-4306-A5C9-13F56F1A3D0E}"/>
    <dgm:cxn modelId="{B855F492-B189-4459-B233-32408F3DC325}" type="presOf" srcId="{48C71DCB-661E-403C-8FAC-8FA798AB1D2D}" destId="{7DA72BCB-6733-4252-A7E3-A2C226A454A5}" srcOrd="0" destOrd="0" presId="urn:microsoft.com/office/officeart/2005/8/layout/vList2"/>
    <dgm:cxn modelId="{AF2DB6A3-849C-4B2A-8AE5-D3AF8AE8C6A6}" srcId="{48C71DCB-661E-403C-8FAC-8FA798AB1D2D}" destId="{AE7389E0-8855-4F69-9BCA-A83DE836E95A}" srcOrd="0" destOrd="0" parTransId="{1BA8669D-0F8D-4A46-9571-E8B66CC00682}" sibTransId="{10D40847-2A3B-4430-B887-BD912EFE7E48}"/>
    <dgm:cxn modelId="{D1240EA6-F390-4439-9448-4C64391121FA}" type="presOf" srcId="{AE7389E0-8855-4F69-9BCA-A83DE836E95A}" destId="{796CEBE9-2C24-44FC-B11F-55D85A39F17D}" srcOrd="0" destOrd="0" presId="urn:microsoft.com/office/officeart/2005/8/layout/vList2"/>
    <dgm:cxn modelId="{0BCF4AB6-FF4B-421B-86BF-5C8CD1A0E42B}" type="presOf" srcId="{336BC353-0943-4A38-8471-A02408D93EEB}" destId="{5F2CB211-EC22-4757-8DC7-204BFE1C401B}" srcOrd="0" destOrd="0" presId="urn:microsoft.com/office/officeart/2005/8/layout/vList2"/>
    <dgm:cxn modelId="{CAD7ADB7-85E2-4CC0-AF4A-5CEEAFD9D85E}" srcId="{3B50C982-CB72-4B76-B9DE-6C836A854487}" destId="{CE3FFE77-C534-4AE7-AA52-5F35CF7A4559}" srcOrd="5" destOrd="0" parTransId="{FFD7FF09-E9B4-46E7-AE78-F5B97C602F59}" sibTransId="{6B479AE2-E803-4BD0-B151-01669CE1A770}"/>
    <dgm:cxn modelId="{60A1B7C3-BCA9-41A2-BE58-02D6573CF876}" type="presOf" srcId="{7DB2CD90-E164-4F3D-B09A-AD9EE59CE392}" destId="{5AFB1B15-5D8A-4042-A350-D17D123E42BA}" srcOrd="0" destOrd="0" presId="urn:microsoft.com/office/officeart/2005/8/layout/vList2"/>
    <dgm:cxn modelId="{9BF795FE-41AB-4259-B66B-729AB33AD2E9}" type="presOf" srcId="{CE3FFE77-C534-4AE7-AA52-5F35CF7A4559}" destId="{5F2CB211-EC22-4757-8DC7-204BFE1C401B}" srcOrd="0" destOrd="5" presId="urn:microsoft.com/office/officeart/2005/8/layout/vList2"/>
    <dgm:cxn modelId="{BF059B51-72FA-4B27-AFF7-81E57D2A4A30}" type="presParOf" srcId="{7DA72BCB-6733-4252-A7E3-A2C226A454A5}" destId="{796CEBE9-2C24-44FC-B11F-55D85A39F17D}" srcOrd="0" destOrd="0" presId="urn:microsoft.com/office/officeart/2005/8/layout/vList2"/>
    <dgm:cxn modelId="{68AA7AB2-6825-4CE6-A75A-902506521DBE}" type="presParOf" srcId="{7DA72BCB-6733-4252-A7E3-A2C226A454A5}" destId="{5AFB1B15-5D8A-4042-A350-D17D123E42BA}" srcOrd="1" destOrd="0" presId="urn:microsoft.com/office/officeart/2005/8/layout/vList2"/>
    <dgm:cxn modelId="{A0E1507D-B622-42E3-B7B5-40BF892223D1}" type="presParOf" srcId="{7DA72BCB-6733-4252-A7E3-A2C226A454A5}" destId="{08BDC30E-5769-4F95-B298-7034076B5AA9}" srcOrd="2" destOrd="0" presId="urn:microsoft.com/office/officeart/2005/8/layout/vList2"/>
    <dgm:cxn modelId="{E87CAB55-7F4C-438A-9BAA-EA2C06E4418C}" type="presParOf" srcId="{7DA72BCB-6733-4252-A7E3-A2C226A454A5}" destId="{5F2CB211-EC22-4757-8DC7-204BFE1C401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90BA6A-BF29-40EF-99DE-A852AC5AE90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5CEE450-2527-42EF-B69E-E24FB7F50DC7}">
      <dgm:prSet/>
      <dgm:spPr/>
      <dgm:t>
        <a:bodyPr/>
        <a:lstStyle/>
        <a:p>
          <a:r>
            <a:rPr lang="en-US" b="1"/>
            <a:t>Slide Preparation</a:t>
          </a:r>
          <a:endParaRPr lang="en-US"/>
        </a:p>
      </dgm:t>
    </dgm:pt>
    <dgm:pt modelId="{189B572F-5F1B-4AE0-9C1A-EDB30D8830E2}" type="parTrans" cxnId="{A46E33CB-3A4E-498A-99A8-A2997F244C54}">
      <dgm:prSet/>
      <dgm:spPr/>
      <dgm:t>
        <a:bodyPr/>
        <a:lstStyle/>
        <a:p>
          <a:endParaRPr lang="en-US"/>
        </a:p>
      </dgm:t>
    </dgm:pt>
    <dgm:pt modelId="{9883C073-5013-4FBC-94D4-8918A7AE0D1E}" type="sibTrans" cxnId="{A46E33CB-3A4E-498A-99A8-A2997F244C54}">
      <dgm:prSet/>
      <dgm:spPr/>
      <dgm:t>
        <a:bodyPr/>
        <a:lstStyle/>
        <a:p>
          <a:endParaRPr lang="en-US"/>
        </a:p>
      </dgm:t>
    </dgm:pt>
    <dgm:pt modelId="{533852B2-AD1A-48E5-8168-5E85D597A0B3}">
      <dgm:prSet/>
      <dgm:spPr/>
      <dgm:t>
        <a:bodyPr/>
        <a:lstStyle/>
        <a:p>
          <a:r>
            <a:rPr lang="en-US"/>
            <a:t>PowerPoint</a:t>
          </a:r>
        </a:p>
      </dgm:t>
    </dgm:pt>
    <dgm:pt modelId="{AD7B2140-0E97-4885-B7FE-856774B18B08}" type="parTrans" cxnId="{DDD48DD0-F746-4B8E-9DE8-30154DFA5CE3}">
      <dgm:prSet/>
      <dgm:spPr/>
      <dgm:t>
        <a:bodyPr/>
        <a:lstStyle/>
        <a:p>
          <a:endParaRPr lang="en-US"/>
        </a:p>
      </dgm:t>
    </dgm:pt>
    <dgm:pt modelId="{72305CFB-9694-4A34-8778-4015F9478E64}" type="sibTrans" cxnId="{DDD48DD0-F746-4B8E-9DE8-30154DFA5CE3}">
      <dgm:prSet/>
      <dgm:spPr/>
      <dgm:t>
        <a:bodyPr/>
        <a:lstStyle/>
        <a:p>
          <a:endParaRPr lang="en-US"/>
        </a:p>
      </dgm:t>
    </dgm:pt>
    <dgm:pt modelId="{22206F20-B748-482B-BA4B-83B1353F87E3}">
      <dgm:prSet/>
      <dgm:spPr/>
      <dgm:t>
        <a:bodyPr/>
        <a:lstStyle/>
        <a:p>
          <a:r>
            <a:rPr lang="en-US"/>
            <a:t>Google Slides</a:t>
          </a:r>
        </a:p>
      </dgm:t>
    </dgm:pt>
    <dgm:pt modelId="{A0DBC7A2-5721-4468-ADB4-11E2A7AA669D}" type="parTrans" cxnId="{03181028-4B27-49D1-9D49-850D71B2CCFF}">
      <dgm:prSet/>
      <dgm:spPr/>
      <dgm:t>
        <a:bodyPr/>
        <a:lstStyle/>
        <a:p>
          <a:endParaRPr lang="en-US"/>
        </a:p>
      </dgm:t>
    </dgm:pt>
    <dgm:pt modelId="{68B89060-CFD8-432D-BDE6-E708E14505FF}" type="sibTrans" cxnId="{03181028-4B27-49D1-9D49-850D71B2CCFF}">
      <dgm:prSet/>
      <dgm:spPr/>
      <dgm:t>
        <a:bodyPr/>
        <a:lstStyle/>
        <a:p>
          <a:endParaRPr lang="en-US"/>
        </a:p>
      </dgm:t>
    </dgm:pt>
    <dgm:pt modelId="{BD104CFC-2994-427C-A078-43C37591BB80}">
      <dgm:prSet/>
      <dgm:spPr/>
      <dgm:t>
        <a:bodyPr/>
        <a:lstStyle/>
        <a:p>
          <a:r>
            <a:rPr lang="en-US" b="1"/>
            <a:t>Presentation Delivery:</a:t>
          </a:r>
          <a:endParaRPr lang="en-US"/>
        </a:p>
      </dgm:t>
    </dgm:pt>
    <dgm:pt modelId="{60299A96-7EC3-4795-A7D6-028FCE1879E4}" type="parTrans" cxnId="{52649B4E-81B6-4532-980A-937C05E13A94}">
      <dgm:prSet/>
      <dgm:spPr/>
      <dgm:t>
        <a:bodyPr/>
        <a:lstStyle/>
        <a:p>
          <a:endParaRPr lang="en-US"/>
        </a:p>
      </dgm:t>
    </dgm:pt>
    <dgm:pt modelId="{55688CD0-138F-47FE-A419-CBB8D13C8166}" type="sibTrans" cxnId="{52649B4E-81B6-4532-980A-937C05E13A94}">
      <dgm:prSet/>
      <dgm:spPr/>
      <dgm:t>
        <a:bodyPr/>
        <a:lstStyle/>
        <a:p>
          <a:endParaRPr lang="en-US"/>
        </a:p>
      </dgm:t>
    </dgm:pt>
    <dgm:pt modelId="{5E8C6CCA-E7A4-42F8-ADBB-DFF0F525FBF4}">
      <dgm:prSet/>
      <dgm:spPr/>
      <dgm:t>
        <a:bodyPr/>
        <a:lstStyle/>
        <a:p>
          <a:r>
            <a:rPr lang="en-US"/>
            <a:t>Microsoft Teams</a:t>
          </a:r>
        </a:p>
      </dgm:t>
    </dgm:pt>
    <dgm:pt modelId="{6BC3F735-6D65-4E84-A352-DC5FD875899B}" type="parTrans" cxnId="{D625F529-9158-4463-9B88-499684D1CD1C}">
      <dgm:prSet/>
      <dgm:spPr/>
      <dgm:t>
        <a:bodyPr/>
        <a:lstStyle/>
        <a:p>
          <a:endParaRPr lang="en-US"/>
        </a:p>
      </dgm:t>
    </dgm:pt>
    <dgm:pt modelId="{31F8E5B8-83E7-45E4-8345-DE732F2DC5FB}" type="sibTrans" cxnId="{D625F529-9158-4463-9B88-499684D1CD1C}">
      <dgm:prSet/>
      <dgm:spPr/>
      <dgm:t>
        <a:bodyPr/>
        <a:lstStyle/>
        <a:p>
          <a:endParaRPr lang="en-US"/>
        </a:p>
      </dgm:t>
    </dgm:pt>
    <dgm:pt modelId="{417BACA2-2494-484A-A76C-1A38A5D0661B}">
      <dgm:prSet/>
      <dgm:spPr/>
      <dgm:t>
        <a:bodyPr/>
        <a:lstStyle/>
        <a:p>
          <a:r>
            <a:rPr lang="en-US" b="1"/>
            <a:t>Demonstration Tools:</a:t>
          </a:r>
          <a:endParaRPr lang="en-US"/>
        </a:p>
      </dgm:t>
    </dgm:pt>
    <dgm:pt modelId="{36210328-F68E-4B30-8E24-1F871FBF38B7}" type="parTrans" cxnId="{25541ED1-D018-401E-911E-4B4C272B809B}">
      <dgm:prSet/>
      <dgm:spPr/>
      <dgm:t>
        <a:bodyPr/>
        <a:lstStyle/>
        <a:p>
          <a:endParaRPr lang="en-US"/>
        </a:p>
      </dgm:t>
    </dgm:pt>
    <dgm:pt modelId="{01C64485-25F4-4387-9D81-12133FC04C46}" type="sibTrans" cxnId="{25541ED1-D018-401E-911E-4B4C272B809B}">
      <dgm:prSet/>
      <dgm:spPr/>
      <dgm:t>
        <a:bodyPr/>
        <a:lstStyle/>
        <a:p>
          <a:endParaRPr lang="en-US"/>
        </a:p>
      </dgm:t>
    </dgm:pt>
    <dgm:pt modelId="{7687FFB7-7937-4478-8BBC-917BE70FBB80}">
      <dgm:prSet/>
      <dgm:spPr/>
      <dgm:t>
        <a:bodyPr/>
        <a:lstStyle/>
        <a:p>
          <a:r>
            <a:rPr lang="en-US"/>
            <a:t>Embedded videos if applicable</a:t>
          </a:r>
        </a:p>
      </dgm:t>
    </dgm:pt>
    <dgm:pt modelId="{A7206605-0640-4857-8CC1-D1F0774E7948}" type="parTrans" cxnId="{6984A7C1-951D-4EC8-A9FA-5516C47918A3}">
      <dgm:prSet/>
      <dgm:spPr/>
      <dgm:t>
        <a:bodyPr/>
        <a:lstStyle/>
        <a:p>
          <a:endParaRPr lang="en-US"/>
        </a:p>
      </dgm:t>
    </dgm:pt>
    <dgm:pt modelId="{1847F0B2-8A61-497E-BE40-59D8E294F0C9}" type="sibTrans" cxnId="{6984A7C1-951D-4EC8-A9FA-5516C47918A3}">
      <dgm:prSet/>
      <dgm:spPr/>
      <dgm:t>
        <a:bodyPr/>
        <a:lstStyle/>
        <a:p>
          <a:endParaRPr lang="en-US"/>
        </a:p>
      </dgm:t>
    </dgm:pt>
    <dgm:pt modelId="{AF2AA8FD-F1B7-4E9F-A3F3-D593C711ADDE}">
      <dgm:prSet/>
      <dgm:spPr/>
      <dgm:t>
        <a:bodyPr/>
        <a:lstStyle/>
        <a:p>
          <a:r>
            <a:rPr lang="en-US" b="1"/>
            <a:t>Collaboration &amp; Submission</a:t>
          </a:r>
          <a:endParaRPr lang="en-US"/>
        </a:p>
      </dgm:t>
    </dgm:pt>
    <dgm:pt modelId="{7CE9E888-E3EF-4F16-B100-C63537186009}" type="parTrans" cxnId="{5574A420-7E50-4A78-9A94-89048FD81043}">
      <dgm:prSet/>
      <dgm:spPr/>
      <dgm:t>
        <a:bodyPr/>
        <a:lstStyle/>
        <a:p>
          <a:endParaRPr lang="en-US"/>
        </a:p>
      </dgm:t>
    </dgm:pt>
    <dgm:pt modelId="{C34022F0-A217-4697-B307-F1B0291D0660}" type="sibTrans" cxnId="{5574A420-7E50-4A78-9A94-89048FD81043}">
      <dgm:prSet/>
      <dgm:spPr/>
      <dgm:t>
        <a:bodyPr/>
        <a:lstStyle/>
        <a:p>
          <a:endParaRPr lang="en-US"/>
        </a:p>
      </dgm:t>
    </dgm:pt>
    <dgm:pt modelId="{C7E611A4-19F7-4E53-9B20-A3859162414C}">
      <dgm:prSet/>
      <dgm:spPr/>
      <dgm:t>
        <a:bodyPr/>
        <a:lstStyle/>
        <a:p>
          <a:r>
            <a:rPr lang="en-US"/>
            <a:t>GitHub for organizing and submitting materials</a:t>
          </a:r>
        </a:p>
      </dgm:t>
    </dgm:pt>
    <dgm:pt modelId="{4EDDC3E4-7AA7-41C9-84D1-C76AE6460900}" type="parTrans" cxnId="{0F4832AE-1549-4EFF-AFF9-A98154D1984E}">
      <dgm:prSet/>
      <dgm:spPr/>
      <dgm:t>
        <a:bodyPr/>
        <a:lstStyle/>
        <a:p>
          <a:endParaRPr lang="en-US"/>
        </a:p>
      </dgm:t>
    </dgm:pt>
    <dgm:pt modelId="{6FE7DBA6-FA7C-41FE-B81D-939914161843}" type="sibTrans" cxnId="{0F4832AE-1549-4EFF-AFF9-A98154D1984E}">
      <dgm:prSet/>
      <dgm:spPr/>
      <dgm:t>
        <a:bodyPr/>
        <a:lstStyle/>
        <a:p>
          <a:endParaRPr lang="en-US"/>
        </a:p>
      </dgm:t>
    </dgm:pt>
    <dgm:pt modelId="{BD5E202D-5A3A-4F79-AF86-4DC14907B8EF}" type="pres">
      <dgm:prSet presAssocID="{4A90BA6A-BF29-40EF-99DE-A852AC5AE90A}" presName="root" presStyleCnt="0">
        <dgm:presLayoutVars>
          <dgm:dir/>
          <dgm:resizeHandles val="exact"/>
        </dgm:presLayoutVars>
      </dgm:prSet>
      <dgm:spPr/>
    </dgm:pt>
    <dgm:pt modelId="{3146A17C-A299-403B-AA96-40E669BB5D23}" type="pres">
      <dgm:prSet presAssocID="{05CEE450-2527-42EF-B69E-E24FB7F50DC7}" presName="compNode" presStyleCnt="0"/>
      <dgm:spPr/>
    </dgm:pt>
    <dgm:pt modelId="{84663E12-7F84-4CD3-A0C6-1A4342F790E1}" type="pres">
      <dgm:prSet presAssocID="{05CEE450-2527-42EF-B69E-E24FB7F50DC7}" presName="bgRect" presStyleLbl="bgShp" presStyleIdx="0" presStyleCnt="4"/>
      <dgm:spPr/>
    </dgm:pt>
    <dgm:pt modelId="{BC8CFA37-B2CC-4D37-9C80-28C198A0540B}" type="pres">
      <dgm:prSet presAssocID="{05CEE450-2527-42EF-B69E-E24FB7F50DC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1B9FF098-2342-47C9-A358-43C5275C6983}" type="pres">
      <dgm:prSet presAssocID="{05CEE450-2527-42EF-B69E-E24FB7F50DC7}" presName="spaceRect" presStyleCnt="0"/>
      <dgm:spPr/>
    </dgm:pt>
    <dgm:pt modelId="{9D44B794-55A7-462F-AE97-2AD7FA32501E}" type="pres">
      <dgm:prSet presAssocID="{05CEE450-2527-42EF-B69E-E24FB7F50DC7}" presName="parTx" presStyleLbl="revTx" presStyleIdx="0" presStyleCnt="8">
        <dgm:presLayoutVars>
          <dgm:chMax val="0"/>
          <dgm:chPref val="0"/>
        </dgm:presLayoutVars>
      </dgm:prSet>
      <dgm:spPr/>
    </dgm:pt>
    <dgm:pt modelId="{33336AB4-C51B-4C73-9A63-6288D209EF16}" type="pres">
      <dgm:prSet presAssocID="{05CEE450-2527-42EF-B69E-E24FB7F50DC7}" presName="desTx" presStyleLbl="revTx" presStyleIdx="1" presStyleCnt="8">
        <dgm:presLayoutVars/>
      </dgm:prSet>
      <dgm:spPr/>
    </dgm:pt>
    <dgm:pt modelId="{A90CC950-3806-4AC9-A80D-427A9E33D436}" type="pres">
      <dgm:prSet presAssocID="{9883C073-5013-4FBC-94D4-8918A7AE0D1E}" presName="sibTrans" presStyleCnt="0"/>
      <dgm:spPr/>
    </dgm:pt>
    <dgm:pt modelId="{9C1CEFC0-0FA2-430E-A9EF-9C0015AB6465}" type="pres">
      <dgm:prSet presAssocID="{BD104CFC-2994-427C-A078-43C37591BB80}" presName="compNode" presStyleCnt="0"/>
      <dgm:spPr/>
    </dgm:pt>
    <dgm:pt modelId="{380EC1E2-C8A8-4B8D-8708-94875158411E}" type="pres">
      <dgm:prSet presAssocID="{BD104CFC-2994-427C-A078-43C37591BB80}" presName="bgRect" presStyleLbl="bgShp" presStyleIdx="1" presStyleCnt="4"/>
      <dgm:spPr/>
    </dgm:pt>
    <dgm:pt modelId="{461CF8A3-948C-4D42-9763-C5669FEAEF76}" type="pres">
      <dgm:prSet presAssocID="{BD104CFC-2994-427C-A078-43C37591BB8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D9D6A969-B187-4813-A3A0-989A662A0A0E}" type="pres">
      <dgm:prSet presAssocID="{BD104CFC-2994-427C-A078-43C37591BB80}" presName="spaceRect" presStyleCnt="0"/>
      <dgm:spPr/>
    </dgm:pt>
    <dgm:pt modelId="{3F844EF4-B9D5-4B79-859C-05CCF97B69E7}" type="pres">
      <dgm:prSet presAssocID="{BD104CFC-2994-427C-A078-43C37591BB80}" presName="parTx" presStyleLbl="revTx" presStyleIdx="2" presStyleCnt="8">
        <dgm:presLayoutVars>
          <dgm:chMax val="0"/>
          <dgm:chPref val="0"/>
        </dgm:presLayoutVars>
      </dgm:prSet>
      <dgm:spPr/>
    </dgm:pt>
    <dgm:pt modelId="{B64ED48F-170E-41E5-A310-99509E894210}" type="pres">
      <dgm:prSet presAssocID="{BD104CFC-2994-427C-A078-43C37591BB80}" presName="desTx" presStyleLbl="revTx" presStyleIdx="3" presStyleCnt="8">
        <dgm:presLayoutVars/>
      </dgm:prSet>
      <dgm:spPr/>
    </dgm:pt>
    <dgm:pt modelId="{4F0307C9-CB94-4F9B-A6FD-E0CDB9B1B0D1}" type="pres">
      <dgm:prSet presAssocID="{55688CD0-138F-47FE-A419-CBB8D13C8166}" presName="sibTrans" presStyleCnt="0"/>
      <dgm:spPr/>
    </dgm:pt>
    <dgm:pt modelId="{2EB37CE1-7006-400B-853B-F37EE28AA257}" type="pres">
      <dgm:prSet presAssocID="{417BACA2-2494-484A-A76C-1A38A5D0661B}" presName="compNode" presStyleCnt="0"/>
      <dgm:spPr/>
    </dgm:pt>
    <dgm:pt modelId="{260EBE89-B32C-4106-963B-5DD587F05C97}" type="pres">
      <dgm:prSet presAssocID="{417BACA2-2494-484A-A76C-1A38A5D0661B}" presName="bgRect" presStyleLbl="bgShp" presStyleIdx="2" presStyleCnt="4"/>
      <dgm:spPr/>
    </dgm:pt>
    <dgm:pt modelId="{7EB33D23-BD28-4707-A4CA-2790870B572D}" type="pres">
      <dgm:prSet presAssocID="{417BACA2-2494-484A-A76C-1A38A5D0661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D4AE895F-8014-4342-A87F-8C05A299F5B3}" type="pres">
      <dgm:prSet presAssocID="{417BACA2-2494-484A-A76C-1A38A5D0661B}" presName="spaceRect" presStyleCnt="0"/>
      <dgm:spPr/>
    </dgm:pt>
    <dgm:pt modelId="{A3B8E7D1-4B73-46FE-BABB-06F9746EB0C9}" type="pres">
      <dgm:prSet presAssocID="{417BACA2-2494-484A-A76C-1A38A5D0661B}" presName="parTx" presStyleLbl="revTx" presStyleIdx="4" presStyleCnt="8">
        <dgm:presLayoutVars>
          <dgm:chMax val="0"/>
          <dgm:chPref val="0"/>
        </dgm:presLayoutVars>
      </dgm:prSet>
      <dgm:spPr/>
    </dgm:pt>
    <dgm:pt modelId="{156B8777-6947-4CA9-AF02-D65FE9A5F9C4}" type="pres">
      <dgm:prSet presAssocID="{417BACA2-2494-484A-A76C-1A38A5D0661B}" presName="desTx" presStyleLbl="revTx" presStyleIdx="5" presStyleCnt="8">
        <dgm:presLayoutVars/>
      </dgm:prSet>
      <dgm:spPr/>
    </dgm:pt>
    <dgm:pt modelId="{9250FBA8-1FCE-41B6-9A0B-3C7C55849EE8}" type="pres">
      <dgm:prSet presAssocID="{01C64485-25F4-4387-9D81-12133FC04C46}" presName="sibTrans" presStyleCnt="0"/>
      <dgm:spPr/>
    </dgm:pt>
    <dgm:pt modelId="{15FE6B32-CB2B-4FF6-AFCC-9AC89986FC23}" type="pres">
      <dgm:prSet presAssocID="{AF2AA8FD-F1B7-4E9F-A3F3-D593C711ADDE}" presName="compNode" presStyleCnt="0"/>
      <dgm:spPr/>
    </dgm:pt>
    <dgm:pt modelId="{2E142412-3E28-44F0-97ED-82DE0DA3D868}" type="pres">
      <dgm:prSet presAssocID="{AF2AA8FD-F1B7-4E9F-A3F3-D593C711ADDE}" presName="bgRect" presStyleLbl="bgShp" presStyleIdx="3" presStyleCnt="4"/>
      <dgm:spPr/>
    </dgm:pt>
    <dgm:pt modelId="{815F6BA1-F074-42EE-94DA-23B6A25631CF}" type="pres">
      <dgm:prSet presAssocID="{AF2AA8FD-F1B7-4E9F-A3F3-D593C711AD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59AFF02C-6FC4-4FDF-BC93-E37727DBBC10}" type="pres">
      <dgm:prSet presAssocID="{AF2AA8FD-F1B7-4E9F-A3F3-D593C711ADDE}" presName="spaceRect" presStyleCnt="0"/>
      <dgm:spPr/>
    </dgm:pt>
    <dgm:pt modelId="{8803FEC6-17D4-4253-8379-17537FAFD6F2}" type="pres">
      <dgm:prSet presAssocID="{AF2AA8FD-F1B7-4E9F-A3F3-D593C711ADDE}" presName="parTx" presStyleLbl="revTx" presStyleIdx="6" presStyleCnt="8">
        <dgm:presLayoutVars>
          <dgm:chMax val="0"/>
          <dgm:chPref val="0"/>
        </dgm:presLayoutVars>
      </dgm:prSet>
      <dgm:spPr/>
    </dgm:pt>
    <dgm:pt modelId="{B7173209-6E19-4C88-B217-59444F0500EF}" type="pres">
      <dgm:prSet presAssocID="{AF2AA8FD-F1B7-4E9F-A3F3-D593C711ADDE}" presName="desTx" presStyleLbl="revTx" presStyleIdx="7" presStyleCnt="8">
        <dgm:presLayoutVars/>
      </dgm:prSet>
      <dgm:spPr/>
    </dgm:pt>
  </dgm:ptLst>
  <dgm:cxnLst>
    <dgm:cxn modelId="{6F22FE07-419E-409B-99EB-0DF28CAFB845}" type="presOf" srcId="{AF2AA8FD-F1B7-4E9F-A3F3-D593C711ADDE}" destId="{8803FEC6-17D4-4253-8379-17537FAFD6F2}" srcOrd="0" destOrd="0" presId="urn:microsoft.com/office/officeart/2018/2/layout/IconVerticalSolidList"/>
    <dgm:cxn modelId="{D5D1610D-B34D-4F20-ADBB-7AAE15A7ECBE}" type="presOf" srcId="{533852B2-AD1A-48E5-8168-5E85D597A0B3}" destId="{33336AB4-C51B-4C73-9A63-6288D209EF16}" srcOrd="0" destOrd="0" presId="urn:microsoft.com/office/officeart/2018/2/layout/IconVerticalSolidList"/>
    <dgm:cxn modelId="{1D2A941A-7194-4718-82F1-4819CA06369D}" type="presOf" srcId="{4A90BA6A-BF29-40EF-99DE-A852AC5AE90A}" destId="{BD5E202D-5A3A-4F79-AF86-4DC14907B8EF}" srcOrd="0" destOrd="0" presId="urn:microsoft.com/office/officeart/2018/2/layout/IconVerticalSolidList"/>
    <dgm:cxn modelId="{5574A420-7E50-4A78-9A94-89048FD81043}" srcId="{4A90BA6A-BF29-40EF-99DE-A852AC5AE90A}" destId="{AF2AA8FD-F1B7-4E9F-A3F3-D593C711ADDE}" srcOrd="3" destOrd="0" parTransId="{7CE9E888-E3EF-4F16-B100-C63537186009}" sibTransId="{C34022F0-A217-4697-B307-F1B0291D0660}"/>
    <dgm:cxn modelId="{03181028-4B27-49D1-9D49-850D71B2CCFF}" srcId="{05CEE450-2527-42EF-B69E-E24FB7F50DC7}" destId="{22206F20-B748-482B-BA4B-83B1353F87E3}" srcOrd="1" destOrd="0" parTransId="{A0DBC7A2-5721-4468-ADB4-11E2A7AA669D}" sibTransId="{68B89060-CFD8-432D-BDE6-E708E14505FF}"/>
    <dgm:cxn modelId="{D625F529-9158-4463-9B88-499684D1CD1C}" srcId="{BD104CFC-2994-427C-A078-43C37591BB80}" destId="{5E8C6CCA-E7A4-42F8-ADBB-DFF0F525FBF4}" srcOrd="0" destOrd="0" parTransId="{6BC3F735-6D65-4E84-A352-DC5FD875899B}" sibTransId="{31F8E5B8-83E7-45E4-8345-DE732F2DC5FB}"/>
    <dgm:cxn modelId="{0AB48F32-CE9F-4B71-9754-33A37B7C3985}" type="presOf" srcId="{BD104CFC-2994-427C-A078-43C37591BB80}" destId="{3F844EF4-B9D5-4B79-859C-05CCF97B69E7}" srcOrd="0" destOrd="0" presId="urn:microsoft.com/office/officeart/2018/2/layout/IconVerticalSolidList"/>
    <dgm:cxn modelId="{52649B4E-81B6-4532-980A-937C05E13A94}" srcId="{4A90BA6A-BF29-40EF-99DE-A852AC5AE90A}" destId="{BD104CFC-2994-427C-A078-43C37591BB80}" srcOrd="1" destOrd="0" parTransId="{60299A96-7EC3-4795-A7D6-028FCE1879E4}" sibTransId="{55688CD0-138F-47FE-A419-CBB8D13C8166}"/>
    <dgm:cxn modelId="{28A25976-85CD-4155-A9AF-5D0F4851ED73}" type="presOf" srcId="{22206F20-B748-482B-BA4B-83B1353F87E3}" destId="{33336AB4-C51B-4C73-9A63-6288D209EF16}" srcOrd="0" destOrd="1" presId="urn:microsoft.com/office/officeart/2018/2/layout/IconVerticalSolidList"/>
    <dgm:cxn modelId="{B181DD58-737B-4E4C-8B7E-895DB2DE0318}" type="presOf" srcId="{C7E611A4-19F7-4E53-9B20-A3859162414C}" destId="{B7173209-6E19-4C88-B217-59444F0500EF}" srcOrd="0" destOrd="0" presId="urn:microsoft.com/office/officeart/2018/2/layout/IconVerticalSolidList"/>
    <dgm:cxn modelId="{09FDF57C-5195-4E44-8592-C7F0E0D9D2D4}" type="presOf" srcId="{5E8C6CCA-E7A4-42F8-ADBB-DFF0F525FBF4}" destId="{B64ED48F-170E-41E5-A310-99509E894210}" srcOrd="0" destOrd="0" presId="urn:microsoft.com/office/officeart/2018/2/layout/IconVerticalSolidList"/>
    <dgm:cxn modelId="{0F4832AE-1549-4EFF-AFF9-A98154D1984E}" srcId="{AF2AA8FD-F1B7-4E9F-A3F3-D593C711ADDE}" destId="{C7E611A4-19F7-4E53-9B20-A3859162414C}" srcOrd="0" destOrd="0" parTransId="{4EDDC3E4-7AA7-41C9-84D1-C76AE6460900}" sibTransId="{6FE7DBA6-FA7C-41FE-B81D-939914161843}"/>
    <dgm:cxn modelId="{4D9C0CB2-1237-4438-ABE0-AA45AB4A5093}" type="presOf" srcId="{05CEE450-2527-42EF-B69E-E24FB7F50DC7}" destId="{9D44B794-55A7-462F-AE97-2AD7FA32501E}" srcOrd="0" destOrd="0" presId="urn:microsoft.com/office/officeart/2018/2/layout/IconVerticalSolidList"/>
    <dgm:cxn modelId="{C7AEAEB8-49D4-4B07-A71A-BE7CC43F8D1D}" type="presOf" srcId="{7687FFB7-7937-4478-8BBC-917BE70FBB80}" destId="{156B8777-6947-4CA9-AF02-D65FE9A5F9C4}" srcOrd="0" destOrd="0" presId="urn:microsoft.com/office/officeart/2018/2/layout/IconVerticalSolidList"/>
    <dgm:cxn modelId="{6984A7C1-951D-4EC8-A9FA-5516C47918A3}" srcId="{417BACA2-2494-484A-A76C-1A38A5D0661B}" destId="{7687FFB7-7937-4478-8BBC-917BE70FBB80}" srcOrd="0" destOrd="0" parTransId="{A7206605-0640-4857-8CC1-D1F0774E7948}" sibTransId="{1847F0B2-8A61-497E-BE40-59D8E294F0C9}"/>
    <dgm:cxn modelId="{A46E33CB-3A4E-498A-99A8-A2997F244C54}" srcId="{4A90BA6A-BF29-40EF-99DE-A852AC5AE90A}" destId="{05CEE450-2527-42EF-B69E-E24FB7F50DC7}" srcOrd="0" destOrd="0" parTransId="{189B572F-5F1B-4AE0-9C1A-EDB30D8830E2}" sibTransId="{9883C073-5013-4FBC-94D4-8918A7AE0D1E}"/>
    <dgm:cxn modelId="{DDD48DD0-F746-4B8E-9DE8-30154DFA5CE3}" srcId="{05CEE450-2527-42EF-B69E-E24FB7F50DC7}" destId="{533852B2-AD1A-48E5-8168-5E85D597A0B3}" srcOrd="0" destOrd="0" parTransId="{AD7B2140-0E97-4885-B7FE-856774B18B08}" sibTransId="{72305CFB-9694-4A34-8778-4015F9478E64}"/>
    <dgm:cxn modelId="{25541ED1-D018-401E-911E-4B4C272B809B}" srcId="{4A90BA6A-BF29-40EF-99DE-A852AC5AE90A}" destId="{417BACA2-2494-484A-A76C-1A38A5D0661B}" srcOrd="2" destOrd="0" parTransId="{36210328-F68E-4B30-8E24-1F871FBF38B7}" sibTransId="{01C64485-25F4-4387-9D81-12133FC04C46}"/>
    <dgm:cxn modelId="{DE5C3CE9-A4A5-475C-9EBD-DB5F136FE9CE}" type="presOf" srcId="{417BACA2-2494-484A-A76C-1A38A5D0661B}" destId="{A3B8E7D1-4B73-46FE-BABB-06F9746EB0C9}" srcOrd="0" destOrd="0" presId="urn:microsoft.com/office/officeart/2018/2/layout/IconVerticalSolidList"/>
    <dgm:cxn modelId="{496C3D33-C45C-4506-BEF3-9B6BB316B6AA}" type="presParOf" srcId="{BD5E202D-5A3A-4F79-AF86-4DC14907B8EF}" destId="{3146A17C-A299-403B-AA96-40E669BB5D23}" srcOrd="0" destOrd="0" presId="urn:microsoft.com/office/officeart/2018/2/layout/IconVerticalSolidList"/>
    <dgm:cxn modelId="{CA430B51-D8C2-49B5-B16A-58392880253A}" type="presParOf" srcId="{3146A17C-A299-403B-AA96-40E669BB5D23}" destId="{84663E12-7F84-4CD3-A0C6-1A4342F790E1}" srcOrd="0" destOrd="0" presId="urn:microsoft.com/office/officeart/2018/2/layout/IconVerticalSolidList"/>
    <dgm:cxn modelId="{33703773-0AA8-4619-B6E3-94ACB4EB5D93}" type="presParOf" srcId="{3146A17C-A299-403B-AA96-40E669BB5D23}" destId="{BC8CFA37-B2CC-4D37-9C80-28C198A0540B}" srcOrd="1" destOrd="0" presId="urn:microsoft.com/office/officeart/2018/2/layout/IconVerticalSolidList"/>
    <dgm:cxn modelId="{8A4AE3BD-C02E-48E6-8E44-0342061F9C31}" type="presParOf" srcId="{3146A17C-A299-403B-AA96-40E669BB5D23}" destId="{1B9FF098-2342-47C9-A358-43C5275C6983}" srcOrd="2" destOrd="0" presId="urn:microsoft.com/office/officeart/2018/2/layout/IconVerticalSolidList"/>
    <dgm:cxn modelId="{840CDEC8-2F59-46E4-B8CE-A062FF27E9C2}" type="presParOf" srcId="{3146A17C-A299-403B-AA96-40E669BB5D23}" destId="{9D44B794-55A7-462F-AE97-2AD7FA32501E}" srcOrd="3" destOrd="0" presId="urn:microsoft.com/office/officeart/2018/2/layout/IconVerticalSolidList"/>
    <dgm:cxn modelId="{EF9BEEAD-E0C3-40EB-9D46-B19A82A1E38D}" type="presParOf" srcId="{3146A17C-A299-403B-AA96-40E669BB5D23}" destId="{33336AB4-C51B-4C73-9A63-6288D209EF16}" srcOrd="4" destOrd="0" presId="urn:microsoft.com/office/officeart/2018/2/layout/IconVerticalSolidList"/>
    <dgm:cxn modelId="{429C2464-2214-4A03-8F43-E5DEF7675748}" type="presParOf" srcId="{BD5E202D-5A3A-4F79-AF86-4DC14907B8EF}" destId="{A90CC950-3806-4AC9-A80D-427A9E33D436}" srcOrd="1" destOrd="0" presId="urn:microsoft.com/office/officeart/2018/2/layout/IconVerticalSolidList"/>
    <dgm:cxn modelId="{0CF06751-058E-4505-9D8A-AD50D231A54E}" type="presParOf" srcId="{BD5E202D-5A3A-4F79-AF86-4DC14907B8EF}" destId="{9C1CEFC0-0FA2-430E-A9EF-9C0015AB6465}" srcOrd="2" destOrd="0" presId="urn:microsoft.com/office/officeart/2018/2/layout/IconVerticalSolidList"/>
    <dgm:cxn modelId="{59D63900-3301-4BDE-B473-92B24FD8DEA7}" type="presParOf" srcId="{9C1CEFC0-0FA2-430E-A9EF-9C0015AB6465}" destId="{380EC1E2-C8A8-4B8D-8708-94875158411E}" srcOrd="0" destOrd="0" presId="urn:microsoft.com/office/officeart/2018/2/layout/IconVerticalSolidList"/>
    <dgm:cxn modelId="{7252D84A-0016-4002-B93A-B3F0112682A8}" type="presParOf" srcId="{9C1CEFC0-0FA2-430E-A9EF-9C0015AB6465}" destId="{461CF8A3-948C-4D42-9763-C5669FEAEF76}" srcOrd="1" destOrd="0" presId="urn:microsoft.com/office/officeart/2018/2/layout/IconVerticalSolidList"/>
    <dgm:cxn modelId="{A51A8475-9E59-4855-ACC5-39AA1365F3B2}" type="presParOf" srcId="{9C1CEFC0-0FA2-430E-A9EF-9C0015AB6465}" destId="{D9D6A969-B187-4813-A3A0-989A662A0A0E}" srcOrd="2" destOrd="0" presId="urn:microsoft.com/office/officeart/2018/2/layout/IconVerticalSolidList"/>
    <dgm:cxn modelId="{8EA52FFC-2348-4A4A-8A35-F54DFB4AA1BB}" type="presParOf" srcId="{9C1CEFC0-0FA2-430E-A9EF-9C0015AB6465}" destId="{3F844EF4-B9D5-4B79-859C-05CCF97B69E7}" srcOrd="3" destOrd="0" presId="urn:microsoft.com/office/officeart/2018/2/layout/IconVerticalSolidList"/>
    <dgm:cxn modelId="{5337C57E-FC14-438F-A9FC-34B4914FB252}" type="presParOf" srcId="{9C1CEFC0-0FA2-430E-A9EF-9C0015AB6465}" destId="{B64ED48F-170E-41E5-A310-99509E894210}" srcOrd="4" destOrd="0" presId="urn:microsoft.com/office/officeart/2018/2/layout/IconVerticalSolidList"/>
    <dgm:cxn modelId="{326151BC-522D-461B-88A8-E3E48ACF32F1}" type="presParOf" srcId="{BD5E202D-5A3A-4F79-AF86-4DC14907B8EF}" destId="{4F0307C9-CB94-4F9B-A6FD-E0CDB9B1B0D1}" srcOrd="3" destOrd="0" presId="urn:microsoft.com/office/officeart/2018/2/layout/IconVerticalSolidList"/>
    <dgm:cxn modelId="{0162824C-7E22-4392-9449-4465C3575654}" type="presParOf" srcId="{BD5E202D-5A3A-4F79-AF86-4DC14907B8EF}" destId="{2EB37CE1-7006-400B-853B-F37EE28AA257}" srcOrd="4" destOrd="0" presId="urn:microsoft.com/office/officeart/2018/2/layout/IconVerticalSolidList"/>
    <dgm:cxn modelId="{40999579-A974-4653-87A4-44CDC8DD426A}" type="presParOf" srcId="{2EB37CE1-7006-400B-853B-F37EE28AA257}" destId="{260EBE89-B32C-4106-963B-5DD587F05C97}" srcOrd="0" destOrd="0" presId="urn:microsoft.com/office/officeart/2018/2/layout/IconVerticalSolidList"/>
    <dgm:cxn modelId="{C05C2AA2-EAC3-4042-8B94-FF9790B7BA14}" type="presParOf" srcId="{2EB37CE1-7006-400B-853B-F37EE28AA257}" destId="{7EB33D23-BD28-4707-A4CA-2790870B572D}" srcOrd="1" destOrd="0" presId="urn:microsoft.com/office/officeart/2018/2/layout/IconVerticalSolidList"/>
    <dgm:cxn modelId="{7441DAF2-DCA1-423D-8337-9AE8621F1865}" type="presParOf" srcId="{2EB37CE1-7006-400B-853B-F37EE28AA257}" destId="{D4AE895F-8014-4342-A87F-8C05A299F5B3}" srcOrd="2" destOrd="0" presId="urn:microsoft.com/office/officeart/2018/2/layout/IconVerticalSolidList"/>
    <dgm:cxn modelId="{CE5DFCD4-7EA0-4414-9939-3D73D95A249D}" type="presParOf" srcId="{2EB37CE1-7006-400B-853B-F37EE28AA257}" destId="{A3B8E7D1-4B73-46FE-BABB-06F9746EB0C9}" srcOrd="3" destOrd="0" presId="urn:microsoft.com/office/officeart/2018/2/layout/IconVerticalSolidList"/>
    <dgm:cxn modelId="{BDCDBDFE-CAB3-4BEE-8188-5A570AF9E31E}" type="presParOf" srcId="{2EB37CE1-7006-400B-853B-F37EE28AA257}" destId="{156B8777-6947-4CA9-AF02-D65FE9A5F9C4}" srcOrd="4" destOrd="0" presId="urn:microsoft.com/office/officeart/2018/2/layout/IconVerticalSolidList"/>
    <dgm:cxn modelId="{93AEAE28-75F1-4FCF-92E7-0D0AAA863272}" type="presParOf" srcId="{BD5E202D-5A3A-4F79-AF86-4DC14907B8EF}" destId="{9250FBA8-1FCE-41B6-9A0B-3C7C55849EE8}" srcOrd="5" destOrd="0" presId="urn:microsoft.com/office/officeart/2018/2/layout/IconVerticalSolidList"/>
    <dgm:cxn modelId="{89ECB2C2-5797-44D2-B8A1-3782967C3822}" type="presParOf" srcId="{BD5E202D-5A3A-4F79-AF86-4DC14907B8EF}" destId="{15FE6B32-CB2B-4FF6-AFCC-9AC89986FC23}" srcOrd="6" destOrd="0" presId="urn:microsoft.com/office/officeart/2018/2/layout/IconVerticalSolidList"/>
    <dgm:cxn modelId="{87787A05-5D31-4294-810D-A805FB7FA483}" type="presParOf" srcId="{15FE6B32-CB2B-4FF6-AFCC-9AC89986FC23}" destId="{2E142412-3E28-44F0-97ED-82DE0DA3D868}" srcOrd="0" destOrd="0" presId="urn:microsoft.com/office/officeart/2018/2/layout/IconVerticalSolidList"/>
    <dgm:cxn modelId="{198C87FC-8731-4D12-96D3-C6465BAE8548}" type="presParOf" srcId="{15FE6B32-CB2B-4FF6-AFCC-9AC89986FC23}" destId="{815F6BA1-F074-42EE-94DA-23B6A25631CF}" srcOrd="1" destOrd="0" presId="urn:microsoft.com/office/officeart/2018/2/layout/IconVerticalSolidList"/>
    <dgm:cxn modelId="{12D33B28-6233-49CB-AC7A-4CA161730E8A}" type="presParOf" srcId="{15FE6B32-CB2B-4FF6-AFCC-9AC89986FC23}" destId="{59AFF02C-6FC4-4FDF-BC93-E37727DBBC10}" srcOrd="2" destOrd="0" presId="urn:microsoft.com/office/officeart/2018/2/layout/IconVerticalSolidList"/>
    <dgm:cxn modelId="{9F9D834C-6F66-4CC1-8231-A7726A633236}" type="presParOf" srcId="{15FE6B32-CB2B-4FF6-AFCC-9AC89986FC23}" destId="{8803FEC6-17D4-4253-8379-17537FAFD6F2}" srcOrd="3" destOrd="0" presId="urn:microsoft.com/office/officeart/2018/2/layout/IconVerticalSolidList"/>
    <dgm:cxn modelId="{BD1146B1-AEFD-4921-91AF-F0740ACF1D83}" type="presParOf" srcId="{15FE6B32-CB2B-4FF6-AFCC-9AC89986FC23}" destId="{B7173209-6E19-4C88-B217-59444F0500E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CEBE9-2C24-44FC-B11F-55D85A39F17D}">
      <dsp:nvSpPr>
        <dsp:cNvPr id="0" name=""/>
        <dsp:cNvSpPr/>
      </dsp:nvSpPr>
      <dsp:spPr>
        <a:xfrm>
          <a:off x="0" y="76589"/>
          <a:ext cx="7772400" cy="842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Goals:</a:t>
          </a:r>
          <a:endParaRPr lang="en-US" sz="3600" kern="1200"/>
        </a:p>
      </dsp:txBody>
      <dsp:txXfrm>
        <a:off x="41123" y="117712"/>
        <a:ext cx="7690154" cy="760154"/>
      </dsp:txXfrm>
    </dsp:sp>
    <dsp:sp modelId="{5AFB1B15-5D8A-4042-A350-D17D123E42BA}">
      <dsp:nvSpPr>
        <dsp:cNvPr id="0" name=""/>
        <dsp:cNvSpPr/>
      </dsp:nvSpPr>
      <dsp:spPr>
        <a:xfrm>
          <a:off x="0" y="918989"/>
          <a:ext cx="7772400" cy="122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This week focused on presenting our work and highlighting the key learning we gained at each stage of the challenge </a:t>
          </a:r>
        </a:p>
      </dsp:txBody>
      <dsp:txXfrm>
        <a:off x="0" y="918989"/>
        <a:ext cx="7772400" cy="1229580"/>
      </dsp:txXfrm>
    </dsp:sp>
    <dsp:sp modelId="{08BDC30E-5769-4F95-B298-7034076B5AA9}">
      <dsp:nvSpPr>
        <dsp:cNvPr id="0" name=""/>
        <dsp:cNvSpPr/>
      </dsp:nvSpPr>
      <dsp:spPr>
        <a:xfrm>
          <a:off x="0" y="2148570"/>
          <a:ext cx="7772400" cy="842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What we’re looking for:</a:t>
          </a:r>
          <a:endParaRPr lang="en-US" sz="3600" kern="1200"/>
        </a:p>
      </dsp:txBody>
      <dsp:txXfrm>
        <a:off x="41123" y="2189693"/>
        <a:ext cx="7690154" cy="760154"/>
      </dsp:txXfrm>
    </dsp:sp>
    <dsp:sp modelId="{5F2CB211-EC22-4757-8DC7-204BFE1C401B}">
      <dsp:nvSpPr>
        <dsp:cNvPr id="0" name=""/>
        <dsp:cNvSpPr/>
      </dsp:nvSpPr>
      <dsp:spPr>
        <a:xfrm>
          <a:off x="0" y="2990970"/>
          <a:ext cx="7772400" cy="424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Defined the problem, objectives, and success criteria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Developed and evaluated multiple approaches (ML and LLM-based)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Applied proper data engineering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Measured performance using consistent evaluation metrics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Compared approaches to identify strengths and tradeoffs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 dirty="0"/>
            <a:t>Evidence of learning</a:t>
          </a:r>
        </a:p>
      </dsp:txBody>
      <dsp:txXfrm>
        <a:off x="0" y="2990970"/>
        <a:ext cx="7772400" cy="4247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663E12-7F84-4CD3-A0C6-1A4342F790E1}">
      <dsp:nvSpPr>
        <dsp:cNvPr id="0" name=""/>
        <dsp:cNvSpPr/>
      </dsp:nvSpPr>
      <dsp:spPr>
        <a:xfrm>
          <a:off x="0" y="3036"/>
          <a:ext cx="7772400" cy="153876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CFA37-B2CC-4D37-9C80-28C198A0540B}">
      <dsp:nvSpPr>
        <dsp:cNvPr id="0" name=""/>
        <dsp:cNvSpPr/>
      </dsp:nvSpPr>
      <dsp:spPr>
        <a:xfrm>
          <a:off x="465476" y="349257"/>
          <a:ext cx="846320" cy="8463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44B794-55A7-462F-AE97-2AD7FA32501E}">
      <dsp:nvSpPr>
        <dsp:cNvPr id="0" name=""/>
        <dsp:cNvSpPr/>
      </dsp:nvSpPr>
      <dsp:spPr>
        <a:xfrm>
          <a:off x="1777272" y="3036"/>
          <a:ext cx="3497580" cy="1538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852" tIns="162852" rIns="162852" bIns="1628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Slide Preparation</a:t>
          </a:r>
          <a:endParaRPr lang="en-US" sz="2200" kern="1200"/>
        </a:p>
      </dsp:txBody>
      <dsp:txXfrm>
        <a:off x="1777272" y="3036"/>
        <a:ext cx="3497580" cy="1538763"/>
      </dsp:txXfrm>
    </dsp:sp>
    <dsp:sp modelId="{33336AB4-C51B-4C73-9A63-6288D209EF16}">
      <dsp:nvSpPr>
        <dsp:cNvPr id="0" name=""/>
        <dsp:cNvSpPr/>
      </dsp:nvSpPr>
      <dsp:spPr>
        <a:xfrm>
          <a:off x="5274852" y="3036"/>
          <a:ext cx="2497547" cy="1538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852" tIns="162852" rIns="162852" bIns="1628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PowerPoint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Google Slides</a:t>
          </a:r>
        </a:p>
      </dsp:txBody>
      <dsp:txXfrm>
        <a:off x="5274852" y="3036"/>
        <a:ext cx="2497547" cy="1538763"/>
      </dsp:txXfrm>
    </dsp:sp>
    <dsp:sp modelId="{380EC1E2-C8A8-4B8D-8708-94875158411E}">
      <dsp:nvSpPr>
        <dsp:cNvPr id="0" name=""/>
        <dsp:cNvSpPr/>
      </dsp:nvSpPr>
      <dsp:spPr>
        <a:xfrm>
          <a:off x="0" y="1926490"/>
          <a:ext cx="7772400" cy="153876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CF8A3-948C-4D42-9763-C5669FEAEF76}">
      <dsp:nvSpPr>
        <dsp:cNvPr id="0" name=""/>
        <dsp:cNvSpPr/>
      </dsp:nvSpPr>
      <dsp:spPr>
        <a:xfrm>
          <a:off x="465476" y="2272712"/>
          <a:ext cx="846320" cy="8463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44EF4-B9D5-4B79-859C-05CCF97B69E7}">
      <dsp:nvSpPr>
        <dsp:cNvPr id="0" name=""/>
        <dsp:cNvSpPr/>
      </dsp:nvSpPr>
      <dsp:spPr>
        <a:xfrm>
          <a:off x="1777272" y="1926490"/>
          <a:ext cx="3497580" cy="1538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852" tIns="162852" rIns="162852" bIns="1628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Presentation Delivery:</a:t>
          </a:r>
          <a:endParaRPr lang="en-US" sz="2200" kern="1200"/>
        </a:p>
      </dsp:txBody>
      <dsp:txXfrm>
        <a:off x="1777272" y="1926490"/>
        <a:ext cx="3497580" cy="1538763"/>
      </dsp:txXfrm>
    </dsp:sp>
    <dsp:sp modelId="{B64ED48F-170E-41E5-A310-99509E894210}">
      <dsp:nvSpPr>
        <dsp:cNvPr id="0" name=""/>
        <dsp:cNvSpPr/>
      </dsp:nvSpPr>
      <dsp:spPr>
        <a:xfrm>
          <a:off x="5274852" y="1926490"/>
          <a:ext cx="2497547" cy="1538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852" tIns="162852" rIns="162852" bIns="1628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Microsoft Teams</a:t>
          </a:r>
        </a:p>
      </dsp:txBody>
      <dsp:txXfrm>
        <a:off x="5274852" y="1926490"/>
        <a:ext cx="2497547" cy="1538763"/>
      </dsp:txXfrm>
    </dsp:sp>
    <dsp:sp modelId="{260EBE89-B32C-4106-963B-5DD587F05C97}">
      <dsp:nvSpPr>
        <dsp:cNvPr id="0" name=""/>
        <dsp:cNvSpPr/>
      </dsp:nvSpPr>
      <dsp:spPr>
        <a:xfrm>
          <a:off x="0" y="3849945"/>
          <a:ext cx="7772400" cy="153876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B33D23-BD28-4707-A4CA-2790870B572D}">
      <dsp:nvSpPr>
        <dsp:cNvPr id="0" name=""/>
        <dsp:cNvSpPr/>
      </dsp:nvSpPr>
      <dsp:spPr>
        <a:xfrm>
          <a:off x="465476" y="4196167"/>
          <a:ext cx="846320" cy="8463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8E7D1-4B73-46FE-BABB-06F9746EB0C9}">
      <dsp:nvSpPr>
        <dsp:cNvPr id="0" name=""/>
        <dsp:cNvSpPr/>
      </dsp:nvSpPr>
      <dsp:spPr>
        <a:xfrm>
          <a:off x="1777272" y="3849945"/>
          <a:ext cx="3497580" cy="1538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852" tIns="162852" rIns="162852" bIns="1628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Demonstration Tools:</a:t>
          </a:r>
          <a:endParaRPr lang="en-US" sz="2200" kern="1200"/>
        </a:p>
      </dsp:txBody>
      <dsp:txXfrm>
        <a:off x="1777272" y="3849945"/>
        <a:ext cx="3497580" cy="1538763"/>
      </dsp:txXfrm>
    </dsp:sp>
    <dsp:sp modelId="{156B8777-6947-4CA9-AF02-D65FE9A5F9C4}">
      <dsp:nvSpPr>
        <dsp:cNvPr id="0" name=""/>
        <dsp:cNvSpPr/>
      </dsp:nvSpPr>
      <dsp:spPr>
        <a:xfrm>
          <a:off x="5274852" y="3849945"/>
          <a:ext cx="2497547" cy="1538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852" tIns="162852" rIns="162852" bIns="1628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Embedded videos if applicable</a:t>
          </a:r>
        </a:p>
      </dsp:txBody>
      <dsp:txXfrm>
        <a:off x="5274852" y="3849945"/>
        <a:ext cx="2497547" cy="1538763"/>
      </dsp:txXfrm>
    </dsp:sp>
    <dsp:sp modelId="{2E142412-3E28-44F0-97ED-82DE0DA3D868}">
      <dsp:nvSpPr>
        <dsp:cNvPr id="0" name=""/>
        <dsp:cNvSpPr/>
      </dsp:nvSpPr>
      <dsp:spPr>
        <a:xfrm>
          <a:off x="0" y="5773400"/>
          <a:ext cx="7772400" cy="153876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F6BA1-F074-42EE-94DA-23B6A25631CF}">
      <dsp:nvSpPr>
        <dsp:cNvPr id="0" name=""/>
        <dsp:cNvSpPr/>
      </dsp:nvSpPr>
      <dsp:spPr>
        <a:xfrm>
          <a:off x="465476" y="6119622"/>
          <a:ext cx="846320" cy="8463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3FEC6-17D4-4253-8379-17537FAFD6F2}">
      <dsp:nvSpPr>
        <dsp:cNvPr id="0" name=""/>
        <dsp:cNvSpPr/>
      </dsp:nvSpPr>
      <dsp:spPr>
        <a:xfrm>
          <a:off x="1777272" y="5773400"/>
          <a:ext cx="3497580" cy="1538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852" tIns="162852" rIns="162852" bIns="1628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Collaboration &amp; Submission</a:t>
          </a:r>
          <a:endParaRPr lang="en-US" sz="2200" kern="1200"/>
        </a:p>
      </dsp:txBody>
      <dsp:txXfrm>
        <a:off x="1777272" y="5773400"/>
        <a:ext cx="3497580" cy="1538763"/>
      </dsp:txXfrm>
    </dsp:sp>
    <dsp:sp modelId="{B7173209-6E19-4C88-B217-59444F0500EF}">
      <dsp:nvSpPr>
        <dsp:cNvPr id="0" name=""/>
        <dsp:cNvSpPr/>
      </dsp:nvSpPr>
      <dsp:spPr>
        <a:xfrm>
          <a:off x="5274852" y="5773400"/>
          <a:ext cx="2497547" cy="1538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852" tIns="162852" rIns="162852" bIns="1628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GitHub for organizing and submitting materials</a:t>
          </a:r>
        </a:p>
      </dsp:txBody>
      <dsp:txXfrm>
        <a:off x="5274852" y="5773400"/>
        <a:ext cx="2497547" cy="15387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A69A9C-1087-184F-8370-423E175D9D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90E3D-F5E5-0D40-B323-A25B85CF9E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E50B8-2EF8-564F-AE86-D84E6C503530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3AA97-2F38-5340-B685-1E0EA3E358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732F3-25A6-284F-A24C-5FD21AE6BE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8BA3-E235-9946-9A4D-07E907F68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00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C8D20-1945-7145-91A2-3D134BDA25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104DB-87CA-D64F-AB86-DB2520DD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5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61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79E21-C98D-5FA5-8EC3-1F79E5BB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879F9-4546-1CF5-65C1-16076E75B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CEB83-B2ED-EA16-0715-FB1E53028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AFEE2-A70F-2384-A639-CDB8BC9C6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60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FDDBB-7734-FDAF-BE0E-671DFAD1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EB218-33B3-7F90-3F10-E2E1F9416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D1C7C-CF7C-E6AE-DB14-50F684B2C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63607-E200-47E9-A5DD-5AE327D84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37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00D5F-130E-410E-A299-8C4A0264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67781-94A1-A56D-E778-6C79E915D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C60B3-85F9-BD64-29D1-5A887084B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6D6F5-E083-6516-7663-C7ED42DF0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21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6C034-8F66-B31B-6AC3-7A37653D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06125-CF19-23ED-EF62-438D59D73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F26D2-2664-A3E6-A6CC-2D9E23448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E9803-2E6F-054C-87BB-1192C343E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83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47C40-EA4F-0979-64D3-7A9B58F6C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AB500-7CCF-D738-26FD-5E3614A67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D0B4A-C961-69DA-3FAC-AEEEBA764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D6CA6-3177-32A3-9502-4BE631BEB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77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10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Plain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36B83B-A5E4-524E-96A9-DFC12D58F12A}"/>
              </a:ext>
            </a:extLst>
          </p:cNvPr>
          <p:cNvSpPr/>
          <p:nvPr userDrawn="1"/>
        </p:nvSpPr>
        <p:spPr>
          <a:xfrm>
            <a:off x="914400" y="0"/>
            <a:ext cx="54864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DF1AC-1D08-B945-A034-B740A35902F9}"/>
              </a:ext>
            </a:extLst>
          </p:cNvPr>
          <p:cNvSpPr txBox="1"/>
          <p:nvPr userDrawn="1"/>
        </p:nvSpPr>
        <p:spPr>
          <a:xfrm>
            <a:off x="1371600" y="7543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rgbClr val="616265">
                    <a:alpha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PNNL is operated by Battelle for the U.S. Department of Energy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743200"/>
            <a:ext cx="4572000" cy="18288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sz="4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061D5F4-8719-384B-945C-9A27060F99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0529" y="5669280"/>
            <a:ext cx="4572000" cy="2743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r">
              <a:buNone/>
              <a:defRPr sz="18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/>
              <a:t>Click to add presenter’s name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3E2D432E-6648-6643-9C6E-38B1EFF5EE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1600" y="5983356"/>
            <a:ext cx="4572000" cy="2743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r">
              <a:buNone/>
              <a:defRPr sz="1600">
                <a:solidFill>
                  <a:srgbClr val="61626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/>
              <a:t>Click to add presenter’s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5389B-4BB4-1644-9B7E-35A85D0C1E3B}"/>
              </a:ext>
            </a:extLst>
          </p:cNvPr>
          <p:cNvSpPr txBox="1"/>
          <p:nvPr userDrawn="1"/>
        </p:nvSpPr>
        <p:spPr>
          <a:xfrm>
            <a:off x="3710609" y="-12457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A7D3E1-BCC3-C843-81A0-EA4EDFB445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237744"/>
            <a:ext cx="1280160" cy="1249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617363-F73D-B74F-9647-C9D747AC70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420790" y="7188454"/>
            <a:ext cx="1005840" cy="2886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90C8FB-601C-A04C-84F7-213A857D3E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81865" y="7255063"/>
            <a:ext cx="929809" cy="155448"/>
          </a:xfrm>
          <a:prstGeom prst="rect">
            <a:avLst/>
          </a:prstGeom>
        </p:spPr>
      </p:pic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9D9DB338-5D5C-4ACA-9ECF-C3E34C441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51641" y="4915645"/>
            <a:ext cx="329088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4F8E3-4ED9-44B4-99E6-8A3D2CF8D415}" type="datetime4">
              <a:rPr lang="en-US" smtClean="0"/>
              <a:t>April 17, 2026</a:t>
            </a:fld>
            <a:endParaRPr lang="en-US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F55B65E8-4040-44D0-A4FE-A050FD948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9037" y="773011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0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6026595-8D7E-D24C-9263-B65316A326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0800" y="457200"/>
            <a:ext cx="7772400" cy="73152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338E046-DF9E-FC49-A812-491AB80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D0CE8D1-2F12-5A44-A6B5-2CD466F52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6858000"/>
            <a:ext cx="77724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9B87A2-8960-403D-AE0D-D54946272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2295525"/>
            <a:ext cx="4572001" cy="1590675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29354FF4-9871-4E1B-A45A-ABAA2BE2B69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394459" y="4373033"/>
            <a:ext cx="4572000" cy="3429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822960" indent="-274320">
              <a:buFont typeface="Wingdings" panose="05000000000000000000" pitchFamily="2" charset="2"/>
              <a:buChar char="§"/>
              <a:defRPr sz="2400"/>
            </a:lvl2pPr>
            <a:lvl3pPr marL="1371600" indent="-274320">
              <a:buFont typeface="Wingdings" panose="05000000000000000000" pitchFamily="2" charset="2"/>
              <a:buChar char="ü"/>
              <a:defRPr sz="2000"/>
            </a:lvl3pPr>
            <a:lvl4pPr>
              <a:defRPr sz="1800"/>
            </a:lvl4pPr>
            <a:lvl5pPr marL="2468880" indent="-27432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47EFCEB6-2E27-4C42-A1E5-AC8A8BA83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A86FAFB9-0DC0-4AB0-9E8B-6EC7C8ABA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2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338E046-DF9E-FC49-A812-491AB80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F0C408BC-A7DE-4A08-AD26-56414D2DD80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0642" y="457199"/>
            <a:ext cx="7772400" cy="7315200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2960" indent="-27432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274320">
              <a:buFont typeface="Wingdings" panose="05000000000000000000" pitchFamily="2" charset="2"/>
              <a:buChar char="ü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68880" indent="-27432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3C58F0F-5237-4527-BB8E-6EEF623543B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394459" y="4373033"/>
            <a:ext cx="4572000" cy="3429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822960" indent="-274320">
              <a:buFont typeface="Wingdings" panose="05000000000000000000" pitchFamily="2" charset="2"/>
              <a:buChar char="§"/>
              <a:defRPr sz="2400"/>
            </a:lvl2pPr>
            <a:lvl3pPr marL="1371600" indent="-274320">
              <a:buFont typeface="Wingdings" panose="05000000000000000000" pitchFamily="2" charset="2"/>
              <a:buChar char="ü"/>
              <a:defRPr sz="2000"/>
            </a:lvl3pPr>
            <a:lvl4pPr>
              <a:defRPr sz="1800"/>
            </a:lvl4pPr>
            <a:lvl5pPr marL="2468880" indent="-27432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">
            <a:extLst>
              <a:ext uri="{FF2B5EF4-FFF2-40B4-BE49-F238E27FC236}">
                <a16:creationId xmlns:a16="http://schemas.microsoft.com/office/drawing/2014/main" id="{33D0FD2D-15F4-4320-9C04-2023CAB47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08FBEF60-4239-4E67-A385-B22B813AD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7614967-FAA9-4DA9-B7DE-539AA8923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2295525"/>
            <a:ext cx="4572001" cy="1590675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99034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96EEDE-6486-774B-B0E3-751BBA42CE35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1406DC-BAEC-4717-8F68-46C92F166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70933"/>
            <a:ext cx="10972800" cy="1310979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28E3363-7137-4431-9927-3AE087A5B2B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71600" y="2057399"/>
            <a:ext cx="12801600" cy="5486401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2960" indent="-27432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274320">
              <a:buFont typeface="Wingdings" panose="05000000000000000000" pitchFamily="2" charset="2"/>
              <a:buChar char="ü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68880" indent="-27432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E76F451D-D169-4CA9-91EE-97F19A35C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A19F790-0343-4862-A140-1B409986B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9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Pictur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0800" y="4572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D00854A-4EC7-2D48-A025-5B0B48548B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515600" y="4572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67A8C708-D197-CF47-8089-89928BE1E3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00800" y="43434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C4D2EBC-B863-FD49-A9DF-1381563078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5600" y="43434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93B472-4A32-7C41-A565-485FDC3EB8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29718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9F7807A-D120-BD49-9CBD-9174F26D79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0800" y="68580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8ED17FC-CAF8-9A40-9A88-897DEF9CF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15600" y="29718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A16FA60-8BA9-8B4A-86AA-F8336C26C7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15600" y="68580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7DC2EC3E-C641-FD49-9F15-878B1AFFFD9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648737A-DE0E-48DB-87F0-65418715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2295525"/>
            <a:ext cx="4572001" cy="1590675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97DA340F-6103-4F2C-B3B8-8D8A524DC1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394459" y="4373033"/>
            <a:ext cx="4572000" cy="3429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822960" indent="-274320">
              <a:buFont typeface="Wingdings" panose="05000000000000000000" pitchFamily="2" charset="2"/>
              <a:buChar char="§"/>
              <a:defRPr sz="2400"/>
            </a:lvl2pPr>
            <a:lvl3pPr marL="1371600" indent="-274320">
              <a:buFont typeface="Wingdings" panose="05000000000000000000" pitchFamily="2" charset="2"/>
              <a:buChar char="ü"/>
              <a:defRPr sz="2000"/>
            </a:lvl3pPr>
            <a:lvl4pPr>
              <a:defRPr sz="1800"/>
            </a:lvl4pPr>
            <a:lvl5pPr marL="2468880" indent="-27432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Date Placeholder 1">
            <a:extLst>
              <a:ext uri="{FF2B5EF4-FFF2-40B4-BE49-F238E27FC236}">
                <a16:creationId xmlns:a16="http://schemas.microsoft.com/office/drawing/2014/main" id="{EE384947-F0AD-4E73-95AD-CAD4DEE44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8259C4D6-850D-4393-9434-3F69451FB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icture Grid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0" y="539496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E341CF1-EFF3-A64D-A9D4-B96C8CD8F3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74320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0629C78-28FC-874B-96C1-DFAAFF975D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37860" y="539496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089EEED-3863-BD48-BCCB-4D264015DA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860" y="274320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EEF5B44F-191D-F44D-8AB3-0B9E4AF4B4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04120" y="539496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A26442AE-D905-374C-9CB4-1A1F44C08C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04120" y="274320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BE105C-2ECB-0B46-923F-378B0A5AEB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1600" y="429768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B0900D4-1543-834B-AE27-9A72FD91B3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160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64FB6B4-B0C6-5949-9F2B-7BCB7B2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37860" y="429768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FDD81E0-346D-A544-A838-A6991588A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3786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DB91CB5-0E93-FA44-9508-60493542C7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104120" y="429768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2F736B8-F799-F047-BE4E-297E64A754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0412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183198DF-9C78-DD40-9CE1-2BC11B888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BE0A6ECC-C9D0-4240-B978-69D09F2C9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70933"/>
            <a:ext cx="10972800" cy="1310979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0" name="Date Placeholder 1">
            <a:extLst>
              <a:ext uri="{FF2B5EF4-FFF2-40B4-BE49-F238E27FC236}">
                <a16:creationId xmlns:a16="http://schemas.microsoft.com/office/drawing/2014/main" id="{E4CF0CE7-333F-4604-B518-6F7EE2AA8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1" name="Footer Placeholder 2">
            <a:extLst>
              <a:ext uri="{FF2B5EF4-FFF2-40B4-BE49-F238E27FC236}">
                <a16:creationId xmlns:a16="http://schemas.microsoft.com/office/drawing/2014/main" id="{21303C4E-FB0C-4A46-BF34-C99D885AA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Content Placeholder 4">
            <a:extLst>
              <a:ext uri="{FF2B5EF4-FFF2-40B4-BE49-F238E27FC236}">
                <a16:creationId xmlns:a16="http://schemas.microsoft.com/office/drawing/2014/main" id="{C14080C3-5390-4F4E-9C88-2C080B5CE5D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371600" y="2194560"/>
            <a:ext cx="12801600" cy="525886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2960" indent="-27432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274320">
              <a:buFont typeface="Wingdings" panose="05000000000000000000" pitchFamily="2" charset="2"/>
              <a:buChar char="ü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68880" indent="-27432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8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ictur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0" y="5060515"/>
            <a:ext cx="4069080" cy="271188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E341CF1-EFF3-A64D-A9D4-B96C8CD8F3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066544"/>
            <a:ext cx="4069080" cy="271576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0629C78-28FC-874B-96C1-DFAAFF975D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37860" y="5060515"/>
            <a:ext cx="4069080" cy="271188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089EEED-3863-BD48-BCCB-4D264015DA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860" y="2066544"/>
            <a:ext cx="4069080" cy="271576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EEF5B44F-191D-F44D-8AB3-0B9E4AF4B4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04120" y="5060515"/>
            <a:ext cx="4069080" cy="271188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A26442AE-D905-374C-9CB4-1A1F44C08C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04120" y="2066544"/>
            <a:ext cx="4069080" cy="271576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BE105C-2ECB-0B46-923F-378B0A5AEB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1600" y="3959352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B0900D4-1543-834B-AE27-9A72FD91B3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160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64FB6B4-B0C6-5949-9F2B-7BCB7B2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37860" y="3959352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FDD81E0-346D-A544-A838-A6991588A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3786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DB91CB5-0E93-FA44-9508-60493542C7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104120" y="3959352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2F736B8-F799-F047-BE4E-297E64A754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0412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183198DF-9C78-DD40-9CE1-2BC11B888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1">
            <a:extLst>
              <a:ext uri="{FF2B5EF4-FFF2-40B4-BE49-F238E27FC236}">
                <a16:creationId xmlns:a16="http://schemas.microsoft.com/office/drawing/2014/main" id="{68F188F7-153E-49D5-8DFC-190252047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29" name="Footer Placeholder 2">
            <a:extLst>
              <a:ext uri="{FF2B5EF4-FFF2-40B4-BE49-F238E27FC236}">
                <a16:creationId xmlns:a16="http://schemas.microsoft.com/office/drawing/2014/main" id="{578EF931-9BED-4D2C-8850-F588C3E36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B7AD090-7EA2-424E-A15B-B80A20326A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70933"/>
            <a:ext cx="10972800" cy="1310979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48292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96EEDE-6486-774B-B0E3-751BBA42CE35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28E1ED-1888-403E-AAF0-8053EF9DF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27E8059-8EC0-42A2-8A9E-251427CDC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4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/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6D1A4-6DD7-B54C-AB7B-63074374BB93}"/>
              </a:ext>
            </a:extLst>
          </p:cNvPr>
          <p:cNvSpPr txBox="1"/>
          <p:nvPr userDrawn="1"/>
        </p:nvSpPr>
        <p:spPr>
          <a:xfrm>
            <a:off x="1371600" y="2057400"/>
            <a:ext cx="4572000" cy="54864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62A8373-42F9-431F-865E-129CCA004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7" y="7772400"/>
            <a:ext cx="547155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6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29221F-20F2-144C-A638-0A6C756C26C9}"/>
              </a:ext>
            </a:extLst>
          </p:cNvPr>
          <p:cNvSpPr/>
          <p:nvPr userDrawn="1"/>
        </p:nvSpPr>
        <p:spPr>
          <a:xfrm>
            <a:off x="914400" y="0"/>
            <a:ext cx="54864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88D28A-E737-5049-8A98-3AC3A6EA2CD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371600" y="237744"/>
            <a:ext cx="1280160" cy="124922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AA279-64AD-4C24-987C-D056E5350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9037" y="762793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0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D0D9-1CAC-4FBD-8120-CBD5A07EB9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/>
              <a:t>ESSD AI Challenge – </a:t>
            </a:r>
            <a:br>
              <a:rPr lang="en-US" sz="3600"/>
            </a:br>
            <a:br>
              <a:rPr lang="en-US" sz="3600"/>
            </a:br>
            <a:r>
              <a:rPr lang="en-US"/>
              <a:t>Week 5</a:t>
            </a:r>
            <a:br>
              <a:rPr lang="en-US"/>
            </a:br>
            <a:r>
              <a:rPr lang="en-US"/>
              <a:t>Info Session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86310-1A8B-41C6-8ABF-4E94922462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Jason Hou, Arielle Catalano,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9C3C0-764A-4145-9480-D79B28BB65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71600" y="6080301"/>
            <a:ext cx="4572000" cy="274320"/>
          </a:xfrm>
        </p:spPr>
        <p:txBody>
          <a:bodyPr/>
          <a:lstStyle/>
          <a:p>
            <a:r>
              <a:rPr lang="en-US" sz="1800" b="1">
                <a:solidFill>
                  <a:srgbClr val="000000"/>
                </a:solidFill>
              </a:rPr>
              <a:t>Victoria Reynolds, Erin </a:t>
            </a:r>
            <a:r>
              <a:rPr lang="en-US" sz="1800" b="1" err="1">
                <a:solidFill>
                  <a:srgbClr val="000000"/>
                </a:solidFill>
              </a:rPr>
              <a:t>Zionce</a:t>
            </a:r>
            <a:r>
              <a:rPr lang="en-US" sz="1800" b="1">
                <a:solidFill>
                  <a:srgbClr val="000000"/>
                </a:solidFill>
              </a:rPr>
              <a:t>,</a:t>
            </a:r>
          </a:p>
          <a:p>
            <a:r>
              <a:rPr lang="en-US" sz="1800" b="1">
                <a:solidFill>
                  <a:srgbClr val="000000"/>
                </a:solidFill>
              </a:rPr>
              <a:t>Hongfei Hou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8696A4F-5314-46CD-B205-CC2D44570D6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April 17, 2026</a:t>
            </a:r>
          </a:p>
        </p:txBody>
      </p:sp>
    </p:spTree>
    <p:extLst>
      <p:ext uri="{BB962C8B-B14F-4D97-AF65-F5344CB8AC3E}">
        <p14:creationId xmlns:p14="http://schemas.microsoft.com/office/powerpoint/2010/main" val="115215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B970-7605-9271-0557-6D17176D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C080E5-EDCA-216D-1D09-1B2C30323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50835C-7E9C-9E5A-1D3C-13098E9C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Competition Outline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036CECD-3302-6AE3-3E7C-133AEB6F0AAA}"/>
              </a:ext>
            </a:extLst>
          </p:cNvPr>
          <p:cNvSpPr/>
          <p:nvPr/>
        </p:nvSpPr>
        <p:spPr>
          <a:xfrm>
            <a:off x="5952164" y="2017217"/>
            <a:ext cx="8042131" cy="902369"/>
          </a:xfrm>
          <a:custGeom>
            <a:avLst/>
            <a:gdLst>
              <a:gd name="csX0" fmla="*/ 150398 w 902369"/>
              <a:gd name="csY0" fmla="*/ 0 h 8042131"/>
              <a:gd name="csX1" fmla="*/ 751971 w 902369"/>
              <a:gd name="csY1" fmla="*/ 0 h 8042131"/>
              <a:gd name="csX2" fmla="*/ 902369 w 902369"/>
              <a:gd name="csY2" fmla="*/ 150398 h 8042131"/>
              <a:gd name="csX3" fmla="*/ 902369 w 902369"/>
              <a:gd name="csY3" fmla="*/ 8042131 h 8042131"/>
              <a:gd name="csX4" fmla="*/ 902369 w 902369"/>
              <a:gd name="csY4" fmla="*/ 8042131 h 8042131"/>
              <a:gd name="csX5" fmla="*/ 0 w 902369"/>
              <a:gd name="csY5" fmla="*/ 8042131 h 8042131"/>
              <a:gd name="csX6" fmla="*/ 0 w 902369"/>
              <a:gd name="csY6" fmla="*/ 8042131 h 8042131"/>
              <a:gd name="csX7" fmla="*/ 0 w 902369"/>
              <a:gd name="csY7" fmla="*/ 150398 h 8042131"/>
              <a:gd name="csX8" fmla="*/ 150398 w 902369"/>
              <a:gd name="csY8" fmla="*/ 0 h 804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02369" h="8042131">
                <a:moveTo>
                  <a:pt x="902369" y="1340383"/>
                </a:moveTo>
                <a:lnTo>
                  <a:pt x="902369" y="6701748"/>
                </a:lnTo>
                <a:cubicBezTo>
                  <a:pt x="902369" y="7442025"/>
                  <a:pt x="894814" y="8042131"/>
                  <a:pt x="885494" y="8042131"/>
                </a:cubicBezTo>
                <a:lnTo>
                  <a:pt x="0" y="8042131"/>
                </a:lnTo>
                <a:lnTo>
                  <a:pt x="0" y="8042131"/>
                </a:lnTo>
                <a:lnTo>
                  <a:pt x="0" y="0"/>
                </a:lnTo>
                <a:lnTo>
                  <a:pt x="0" y="0"/>
                </a:lnTo>
                <a:lnTo>
                  <a:pt x="885494" y="0"/>
                </a:lnTo>
                <a:cubicBezTo>
                  <a:pt x="894814" y="0"/>
                  <a:pt x="902369" y="600106"/>
                  <a:pt x="902369" y="1340383"/>
                </a:cubicBezTo>
                <a:close/>
              </a:path>
            </a:pathLst>
          </a:custGeom>
          <a:ln w="57150">
            <a:noFill/>
          </a:ln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0" tIns="167875" rIns="291700" bIns="167875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800" b="1"/>
              <a:t>Select a d</a:t>
            </a:r>
            <a:r>
              <a:rPr lang="en-US" sz="1800" b="1" kern="1200"/>
              <a:t>ataset </a:t>
            </a:r>
            <a:r>
              <a:rPr lang="en-US" sz="1800" kern="1200"/>
              <a:t>from a small set of provided options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b="1" kern="1200"/>
              <a:t>Define a problem statement</a:t>
            </a:r>
            <a:r>
              <a:rPr lang="en-US" sz="1800" kern="1200"/>
              <a:t> based on what you find in the data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F4CDFD-1F79-C32D-1CD4-6EA40E5E9E8F}"/>
              </a:ext>
            </a:extLst>
          </p:cNvPr>
          <p:cNvSpPr/>
          <p:nvPr/>
        </p:nvSpPr>
        <p:spPr>
          <a:xfrm>
            <a:off x="1428465" y="1904420"/>
            <a:ext cx="4523699" cy="1127961"/>
          </a:xfrm>
          <a:custGeom>
            <a:avLst/>
            <a:gdLst>
              <a:gd name="csX0" fmla="*/ 0 w 4523699"/>
              <a:gd name="csY0" fmla="*/ 187997 h 1127961"/>
              <a:gd name="csX1" fmla="*/ 187997 w 4523699"/>
              <a:gd name="csY1" fmla="*/ 0 h 1127961"/>
              <a:gd name="csX2" fmla="*/ 4335702 w 4523699"/>
              <a:gd name="csY2" fmla="*/ 0 h 1127961"/>
              <a:gd name="csX3" fmla="*/ 4523699 w 4523699"/>
              <a:gd name="csY3" fmla="*/ 187997 h 1127961"/>
              <a:gd name="csX4" fmla="*/ 4523699 w 4523699"/>
              <a:gd name="csY4" fmla="*/ 939964 h 1127961"/>
              <a:gd name="csX5" fmla="*/ 4335702 w 4523699"/>
              <a:gd name="csY5" fmla="*/ 1127961 h 1127961"/>
              <a:gd name="csX6" fmla="*/ 187997 w 4523699"/>
              <a:gd name="csY6" fmla="*/ 1127961 h 1127961"/>
              <a:gd name="csX7" fmla="*/ 0 w 4523699"/>
              <a:gd name="csY7" fmla="*/ 939964 h 1127961"/>
              <a:gd name="csX8" fmla="*/ 0 w 4523699"/>
              <a:gd name="csY8" fmla="*/ 187997 h 11279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523699" h="1127961">
                <a:moveTo>
                  <a:pt x="0" y="187997"/>
                </a:moveTo>
                <a:cubicBezTo>
                  <a:pt x="0" y="84169"/>
                  <a:pt x="84169" y="0"/>
                  <a:pt x="187997" y="0"/>
                </a:cubicBezTo>
                <a:lnTo>
                  <a:pt x="4335702" y="0"/>
                </a:lnTo>
                <a:cubicBezTo>
                  <a:pt x="4439530" y="0"/>
                  <a:pt x="4523699" y="84169"/>
                  <a:pt x="4523699" y="187997"/>
                </a:cubicBezTo>
                <a:lnTo>
                  <a:pt x="4523699" y="939964"/>
                </a:lnTo>
                <a:cubicBezTo>
                  <a:pt x="4523699" y="1043792"/>
                  <a:pt x="4439530" y="1127961"/>
                  <a:pt x="4335702" y="1127961"/>
                </a:cubicBezTo>
                <a:lnTo>
                  <a:pt x="187997" y="1127961"/>
                </a:lnTo>
                <a:cubicBezTo>
                  <a:pt x="84169" y="1127961"/>
                  <a:pt x="0" y="1043792"/>
                  <a:pt x="0" y="939964"/>
                </a:cubicBezTo>
                <a:lnTo>
                  <a:pt x="0" y="187997"/>
                </a:lnTo>
                <a:close/>
              </a:path>
            </a:pathLst>
          </a:custGeom>
          <a:ln w="57150">
            <a:noFill/>
          </a:ln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223" tIns="123643" rIns="192223" bIns="123643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/>
              <a:t>Week 1</a:t>
            </a:r>
          </a:p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/>
              <a:t>Project Setup &amp; Define Problem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79E1B4-9552-FF97-F90D-651C73A7E69B}"/>
              </a:ext>
            </a:extLst>
          </p:cNvPr>
          <p:cNvSpPr/>
          <p:nvPr/>
        </p:nvSpPr>
        <p:spPr>
          <a:xfrm>
            <a:off x="5952164" y="3201577"/>
            <a:ext cx="8042131" cy="902369"/>
          </a:xfrm>
          <a:custGeom>
            <a:avLst/>
            <a:gdLst>
              <a:gd name="csX0" fmla="*/ 150398 w 902369"/>
              <a:gd name="csY0" fmla="*/ 0 h 8042131"/>
              <a:gd name="csX1" fmla="*/ 751971 w 902369"/>
              <a:gd name="csY1" fmla="*/ 0 h 8042131"/>
              <a:gd name="csX2" fmla="*/ 902369 w 902369"/>
              <a:gd name="csY2" fmla="*/ 150398 h 8042131"/>
              <a:gd name="csX3" fmla="*/ 902369 w 902369"/>
              <a:gd name="csY3" fmla="*/ 8042131 h 8042131"/>
              <a:gd name="csX4" fmla="*/ 902369 w 902369"/>
              <a:gd name="csY4" fmla="*/ 8042131 h 8042131"/>
              <a:gd name="csX5" fmla="*/ 0 w 902369"/>
              <a:gd name="csY5" fmla="*/ 8042131 h 8042131"/>
              <a:gd name="csX6" fmla="*/ 0 w 902369"/>
              <a:gd name="csY6" fmla="*/ 8042131 h 8042131"/>
              <a:gd name="csX7" fmla="*/ 0 w 902369"/>
              <a:gd name="csY7" fmla="*/ 150398 h 8042131"/>
              <a:gd name="csX8" fmla="*/ 150398 w 902369"/>
              <a:gd name="csY8" fmla="*/ 0 h 804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02369" h="8042131">
                <a:moveTo>
                  <a:pt x="902369" y="1340383"/>
                </a:moveTo>
                <a:lnTo>
                  <a:pt x="902369" y="6701748"/>
                </a:lnTo>
                <a:cubicBezTo>
                  <a:pt x="902369" y="7442025"/>
                  <a:pt x="894814" y="8042131"/>
                  <a:pt x="885494" y="8042131"/>
                </a:cubicBezTo>
                <a:lnTo>
                  <a:pt x="0" y="8042131"/>
                </a:lnTo>
                <a:lnTo>
                  <a:pt x="0" y="8042131"/>
                </a:lnTo>
                <a:lnTo>
                  <a:pt x="0" y="0"/>
                </a:lnTo>
                <a:lnTo>
                  <a:pt x="0" y="0"/>
                </a:lnTo>
                <a:lnTo>
                  <a:pt x="885494" y="0"/>
                </a:lnTo>
                <a:cubicBezTo>
                  <a:pt x="894814" y="0"/>
                  <a:pt x="902369" y="600106"/>
                  <a:pt x="902369" y="1340383"/>
                </a:cubicBezTo>
                <a:close/>
              </a:path>
            </a:pathLst>
          </a:custGeom>
          <a:ln w="57150">
            <a:noFill/>
          </a:ln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0" tIns="167875" rIns="291700" bIns="167875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kern="1200"/>
              <a:t>Data Preparation and Documentation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kern="1200"/>
              <a:t>Research and clean</a:t>
            </a:r>
            <a:r>
              <a:rPr lang="en-US" sz="1800" kern="1200"/>
              <a:t> the data using AI tools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87A27E7-3B69-6CBA-7EF8-8B5E7B1925A8}"/>
              </a:ext>
            </a:extLst>
          </p:cNvPr>
          <p:cNvSpPr/>
          <p:nvPr/>
        </p:nvSpPr>
        <p:spPr>
          <a:xfrm>
            <a:off x="1428465" y="3088780"/>
            <a:ext cx="4523699" cy="1127961"/>
          </a:xfrm>
          <a:custGeom>
            <a:avLst/>
            <a:gdLst>
              <a:gd name="csX0" fmla="*/ 0 w 4523699"/>
              <a:gd name="csY0" fmla="*/ 187997 h 1127961"/>
              <a:gd name="csX1" fmla="*/ 187997 w 4523699"/>
              <a:gd name="csY1" fmla="*/ 0 h 1127961"/>
              <a:gd name="csX2" fmla="*/ 4335702 w 4523699"/>
              <a:gd name="csY2" fmla="*/ 0 h 1127961"/>
              <a:gd name="csX3" fmla="*/ 4523699 w 4523699"/>
              <a:gd name="csY3" fmla="*/ 187997 h 1127961"/>
              <a:gd name="csX4" fmla="*/ 4523699 w 4523699"/>
              <a:gd name="csY4" fmla="*/ 939964 h 1127961"/>
              <a:gd name="csX5" fmla="*/ 4335702 w 4523699"/>
              <a:gd name="csY5" fmla="*/ 1127961 h 1127961"/>
              <a:gd name="csX6" fmla="*/ 187997 w 4523699"/>
              <a:gd name="csY6" fmla="*/ 1127961 h 1127961"/>
              <a:gd name="csX7" fmla="*/ 0 w 4523699"/>
              <a:gd name="csY7" fmla="*/ 939964 h 1127961"/>
              <a:gd name="csX8" fmla="*/ 0 w 4523699"/>
              <a:gd name="csY8" fmla="*/ 187997 h 11279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523699" h="1127961">
                <a:moveTo>
                  <a:pt x="0" y="187997"/>
                </a:moveTo>
                <a:cubicBezTo>
                  <a:pt x="0" y="84169"/>
                  <a:pt x="84169" y="0"/>
                  <a:pt x="187997" y="0"/>
                </a:cubicBezTo>
                <a:lnTo>
                  <a:pt x="4335702" y="0"/>
                </a:lnTo>
                <a:cubicBezTo>
                  <a:pt x="4439530" y="0"/>
                  <a:pt x="4523699" y="84169"/>
                  <a:pt x="4523699" y="187997"/>
                </a:cubicBezTo>
                <a:lnTo>
                  <a:pt x="4523699" y="939964"/>
                </a:lnTo>
                <a:cubicBezTo>
                  <a:pt x="4523699" y="1043792"/>
                  <a:pt x="4439530" y="1127961"/>
                  <a:pt x="4335702" y="1127961"/>
                </a:cubicBezTo>
                <a:lnTo>
                  <a:pt x="187997" y="1127961"/>
                </a:lnTo>
                <a:cubicBezTo>
                  <a:pt x="84169" y="1127961"/>
                  <a:pt x="0" y="1043792"/>
                  <a:pt x="0" y="939964"/>
                </a:cubicBezTo>
                <a:lnTo>
                  <a:pt x="0" y="187997"/>
                </a:lnTo>
                <a:close/>
              </a:path>
            </a:pathLst>
          </a:custGeom>
          <a:ln w="57150">
            <a:noFill/>
          </a:ln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223" tIns="123643" rIns="192223" bIns="123643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/>
              <a:t>Week 2</a:t>
            </a:r>
          </a:p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/>
              <a:t>Data Prep &amp; Documentation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F7E3FE-1EF7-52E0-A63B-EAD7C136E36D}"/>
              </a:ext>
            </a:extLst>
          </p:cNvPr>
          <p:cNvSpPr/>
          <p:nvPr/>
        </p:nvSpPr>
        <p:spPr>
          <a:xfrm>
            <a:off x="5952164" y="4385936"/>
            <a:ext cx="8042131" cy="902369"/>
          </a:xfrm>
          <a:custGeom>
            <a:avLst/>
            <a:gdLst>
              <a:gd name="csX0" fmla="*/ 150398 w 902369"/>
              <a:gd name="csY0" fmla="*/ 0 h 8042131"/>
              <a:gd name="csX1" fmla="*/ 751971 w 902369"/>
              <a:gd name="csY1" fmla="*/ 0 h 8042131"/>
              <a:gd name="csX2" fmla="*/ 902369 w 902369"/>
              <a:gd name="csY2" fmla="*/ 150398 h 8042131"/>
              <a:gd name="csX3" fmla="*/ 902369 w 902369"/>
              <a:gd name="csY3" fmla="*/ 8042131 h 8042131"/>
              <a:gd name="csX4" fmla="*/ 902369 w 902369"/>
              <a:gd name="csY4" fmla="*/ 8042131 h 8042131"/>
              <a:gd name="csX5" fmla="*/ 0 w 902369"/>
              <a:gd name="csY5" fmla="*/ 8042131 h 8042131"/>
              <a:gd name="csX6" fmla="*/ 0 w 902369"/>
              <a:gd name="csY6" fmla="*/ 8042131 h 8042131"/>
              <a:gd name="csX7" fmla="*/ 0 w 902369"/>
              <a:gd name="csY7" fmla="*/ 150398 h 8042131"/>
              <a:gd name="csX8" fmla="*/ 150398 w 902369"/>
              <a:gd name="csY8" fmla="*/ 0 h 804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02369" h="8042131">
                <a:moveTo>
                  <a:pt x="902369" y="1340383"/>
                </a:moveTo>
                <a:lnTo>
                  <a:pt x="902369" y="6701748"/>
                </a:lnTo>
                <a:cubicBezTo>
                  <a:pt x="902369" y="7442025"/>
                  <a:pt x="894814" y="8042131"/>
                  <a:pt x="885494" y="8042131"/>
                </a:cubicBezTo>
                <a:lnTo>
                  <a:pt x="0" y="8042131"/>
                </a:lnTo>
                <a:lnTo>
                  <a:pt x="0" y="8042131"/>
                </a:lnTo>
                <a:lnTo>
                  <a:pt x="0" y="0"/>
                </a:lnTo>
                <a:lnTo>
                  <a:pt x="0" y="0"/>
                </a:lnTo>
                <a:lnTo>
                  <a:pt x="885494" y="0"/>
                </a:lnTo>
                <a:cubicBezTo>
                  <a:pt x="894814" y="0"/>
                  <a:pt x="902369" y="600106"/>
                  <a:pt x="902369" y="1340383"/>
                </a:cubicBezTo>
                <a:close/>
              </a:path>
            </a:pathLst>
          </a:custGeom>
          <a:ln w="57150">
            <a:noFill/>
          </a:ln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0" tIns="167875" rIns="291700" bIns="167875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kern="1200"/>
              <a:t>Build and assess machine learning </a:t>
            </a:r>
            <a:r>
              <a:rPr lang="en-US" sz="1800"/>
              <a:t>models</a:t>
            </a:r>
            <a:r>
              <a:rPr lang="en-US" sz="1800" kern="1200"/>
              <a:t> for your defined problem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C1F01C1-92E0-39CD-D1BF-02038E7AE044}"/>
              </a:ext>
            </a:extLst>
          </p:cNvPr>
          <p:cNvSpPr/>
          <p:nvPr/>
        </p:nvSpPr>
        <p:spPr>
          <a:xfrm>
            <a:off x="1428465" y="4273139"/>
            <a:ext cx="4523699" cy="1127961"/>
          </a:xfrm>
          <a:custGeom>
            <a:avLst/>
            <a:gdLst>
              <a:gd name="csX0" fmla="*/ 0 w 4523699"/>
              <a:gd name="csY0" fmla="*/ 187997 h 1127961"/>
              <a:gd name="csX1" fmla="*/ 187997 w 4523699"/>
              <a:gd name="csY1" fmla="*/ 0 h 1127961"/>
              <a:gd name="csX2" fmla="*/ 4335702 w 4523699"/>
              <a:gd name="csY2" fmla="*/ 0 h 1127961"/>
              <a:gd name="csX3" fmla="*/ 4523699 w 4523699"/>
              <a:gd name="csY3" fmla="*/ 187997 h 1127961"/>
              <a:gd name="csX4" fmla="*/ 4523699 w 4523699"/>
              <a:gd name="csY4" fmla="*/ 939964 h 1127961"/>
              <a:gd name="csX5" fmla="*/ 4335702 w 4523699"/>
              <a:gd name="csY5" fmla="*/ 1127961 h 1127961"/>
              <a:gd name="csX6" fmla="*/ 187997 w 4523699"/>
              <a:gd name="csY6" fmla="*/ 1127961 h 1127961"/>
              <a:gd name="csX7" fmla="*/ 0 w 4523699"/>
              <a:gd name="csY7" fmla="*/ 939964 h 1127961"/>
              <a:gd name="csX8" fmla="*/ 0 w 4523699"/>
              <a:gd name="csY8" fmla="*/ 187997 h 11279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523699" h="1127961">
                <a:moveTo>
                  <a:pt x="0" y="187997"/>
                </a:moveTo>
                <a:cubicBezTo>
                  <a:pt x="0" y="84169"/>
                  <a:pt x="84169" y="0"/>
                  <a:pt x="187997" y="0"/>
                </a:cubicBezTo>
                <a:lnTo>
                  <a:pt x="4335702" y="0"/>
                </a:lnTo>
                <a:cubicBezTo>
                  <a:pt x="4439530" y="0"/>
                  <a:pt x="4523699" y="84169"/>
                  <a:pt x="4523699" y="187997"/>
                </a:cubicBezTo>
                <a:lnTo>
                  <a:pt x="4523699" y="939964"/>
                </a:lnTo>
                <a:cubicBezTo>
                  <a:pt x="4523699" y="1043792"/>
                  <a:pt x="4439530" y="1127961"/>
                  <a:pt x="4335702" y="1127961"/>
                </a:cubicBezTo>
                <a:lnTo>
                  <a:pt x="187997" y="1127961"/>
                </a:lnTo>
                <a:cubicBezTo>
                  <a:pt x="84169" y="1127961"/>
                  <a:pt x="0" y="1043792"/>
                  <a:pt x="0" y="939964"/>
                </a:cubicBezTo>
                <a:lnTo>
                  <a:pt x="0" y="187997"/>
                </a:lnTo>
                <a:close/>
              </a:path>
            </a:pathLst>
          </a:custGeom>
          <a:ln w="57150">
            <a:noFill/>
          </a:ln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223" tIns="123643" rIns="192223" bIns="123643" numCol="1" spcCol="1270" anchor="ctr" anchorCtr="0">
            <a:noAutofit/>
          </a:bodyPr>
          <a:lstStyle/>
          <a:p>
            <a:pPr algn="ctr" defTabSz="1600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/>
              <a:t>Week 3</a:t>
            </a:r>
          </a:p>
          <a:p>
            <a:pPr algn="ctr" defTabSz="1600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/>
              <a:t>ML Model Training &amp; Assessment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19C8F75-533A-BE42-EE2D-B9EE38228C60}"/>
              </a:ext>
            </a:extLst>
          </p:cNvPr>
          <p:cNvSpPr/>
          <p:nvPr/>
        </p:nvSpPr>
        <p:spPr>
          <a:xfrm>
            <a:off x="5952164" y="5570295"/>
            <a:ext cx="8042131" cy="902369"/>
          </a:xfrm>
          <a:custGeom>
            <a:avLst/>
            <a:gdLst>
              <a:gd name="csX0" fmla="*/ 150398 w 902369"/>
              <a:gd name="csY0" fmla="*/ 0 h 8042131"/>
              <a:gd name="csX1" fmla="*/ 751971 w 902369"/>
              <a:gd name="csY1" fmla="*/ 0 h 8042131"/>
              <a:gd name="csX2" fmla="*/ 902369 w 902369"/>
              <a:gd name="csY2" fmla="*/ 150398 h 8042131"/>
              <a:gd name="csX3" fmla="*/ 902369 w 902369"/>
              <a:gd name="csY3" fmla="*/ 8042131 h 8042131"/>
              <a:gd name="csX4" fmla="*/ 902369 w 902369"/>
              <a:gd name="csY4" fmla="*/ 8042131 h 8042131"/>
              <a:gd name="csX5" fmla="*/ 0 w 902369"/>
              <a:gd name="csY5" fmla="*/ 8042131 h 8042131"/>
              <a:gd name="csX6" fmla="*/ 0 w 902369"/>
              <a:gd name="csY6" fmla="*/ 8042131 h 8042131"/>
              <a:gd name="csX7" fmla="*/ 0 w 902369"/>
              <a:gd name="csY7" fmla="*/ 150398 h 8042131"/>
              <a:gd name="csX8" fmla="*/ 150398 w 902369"/>
              <a:gd name="csY8" fmla="*/ 0 h 804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02369" h="8042131">
                <a:moveTo>
                  <a:pt x="902369" y="1340383"/>
                </a:moveTo>
                <a:lnTo>
                  <a:pt x="902369" y="6701748"/>
                </a:lnTo>
                <a:cubicBezTo>
                  <a:pt x="902369" y="7442025"/>
                  <a:pt x="894814" y="8042131"/>
                  <a:pt x="885494" y="8042131"/>
                </a:cubicBezTo>
                <a:lnTo>
                  <a:pt x="0" y="8042131"/>
                </a:lnTo>
                <a:lnTo>
                  <a:pt x="0" y="8042131"/>
                </a:lnTo>
                <a:lnTo>
                  <a:pt x="0" y="0"/>
                </a:lnTo>
                <a:lnTo>
                  <a:pt x="0" y="0"/>
                </a:lnTo>
                <a:lnTo>
                  <a:pt x="885494" y="0"/>
                </a:lnTo>
                <a:cubicBezTo>
                  <a:pt x="894814" y="0"/>
                  <a:pt x="902369" y="600106"/>
                  <a:pt x="902369" y="1340383"/>
                </a:cubicBezTo>
                <a:close/>
              </a:path>
            </a:pathLst>
          </a:custGeom>
          <a:ln w="57150">
            <a:noFill/>
          </a:ln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0" tIns="167875" rIns="291700" bIns="167875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800" b="1" kern="1200"/>
              <a:t>Use an LLM approach</a:t>
            </a:r>
            <a:r>
              <a:rPr lang="en-US" sz="1800" kern="1200"/>
              <a:t> to try to solve/address the </a:t>
            </a:r>
            <a:r>
              <a:rPr lang="en-US" sz="1800" b="1" kern="1200"/>
              <a:t>same</a:t>
            </a:r>
            <a:r>
              <a:rPr lang="en-US" sz="1800" kern="1200"/>
              <a:t> problem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b="1" kern="1200"/>
              <a:t>Compare results</a:t>
            </a:r>
            <a:r>
              <a:rPr lang="en-US" sz="1800" kern="1200"/>
              <a:t> (performance, practicality, insights, tradeoffs, surprises)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4384D42-3A9A-471A-B8A3-339848B14A7C}"/>
              </a:ext>
            </a:extLst>
          </p:cNvPr>
          <p:cNvSpPr/>
          <p:nvPr/>
        </p:nvSpPr>
        <p:spPr>
          <a:xfrm>
            <a:off x="1428465" y="5457499"/>
            <a:ext cx="4523699" cy="1127961"/>
          </a:xfrm>
          <a:custGeom>
            <a:avLst/>
            <a:gdLst>
              <a:gd name="csX0" fmla="*/ 0 w 4523699"/>
              <a:gd name="csY0" fmla="*/ 187997 h 1127961"/>
              <a:gd name="csX1" fmla="*/ 187997 w 4523699"/>
              <a:gd name="csY1" fmla="*/ 0 h 1127961"/>
              <a:gd name="csX2" fmla="*/ 4335702 w 4523699"/>
              <a:gd name="csY2" fmla="*/ 0 h 1127961"/>
              <a:gd name="csX3" fmla="*/ 4523699 w 4523699"/>
              <a:gd name="csY3" fmla="*/ 187997 h 1127961"/>
              <a:gd name="csX4" fmla="*/ 4523699 w 4523699"/>
              <a:gd name="csY4" fmla="*/ 939964 h 1127961"/>
              <a:gd name="csX5" fmla="*/ 4335702 w 4523699"/>
              <a:gd name="csY5" fmla="*/ 1127961 h 1127961"/>
              <a:gd name="csX6" fmla="*/ 187997 w 4523699"/>
              <a:gd name="csY6" fmla="*/ 1127961 h 1127961"/>
              <a:gd name="csX7" fmla="*/ 0 w 4523699"/>
              <a:gd name="csY7" fmla="*/ 939964 h 1127961"/>
              <a:gd name="csX8" fmla="*/ 0 w 4523699"/>
              <a:gd name="csY8" fmla="*/ 187997 h 11279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523699" h="1127961">
                <a:moveTo>
                  <a:pt x="0" y="187997"/>
                </a:moveTo>
                <a:cubicBezTo>
                  <a:pt x="0" y="84169"/>
                  <a:pt x="84169" y="0"/>
                  <a:pt x="187997" y="0"/>
                </a:cubicBezTo>
                <a:lnTo>
                  <a:pt x="4335702" y="0"/>
                </a:lnTo>
                <a:cubicBezTo>
                  <a:pt x="4439530" y="0"/>
                  <a:pt x="4523699" y="84169"/>
                  <a:pt x="4523699" y="187997"/>
                </a:cubicBezTo>
                <a:lnTo>
                  <a:pt x="4523699" y="939964"/>
                </a:lnTo>
                <a:cubicBezTo>
                  <a:pt x="4523699" y="1043792"/>
                  <a:pt x="4439530" y="1127961"/>
                  <a:pt x="4335702" y="1127961"/>
                </a:cubicBezTo>
                <a:lnTo>
                  <a:pt x="187997" y="1127961"/>
                </a:lnTo>
                <a:cubicBezTo>
                  <a:pt x="84169" y="1127961"/>
                  <a:pt x="0" y="1043792"/>
                  <a:pt x="0" y="939964"/>
                </a:cubicBezTo>
                <a:lnTo>
                  <a:pt x="0" y="187997"/>
                </a:lnTo>
                <a:close/>
              </a:path>
            </a:pathLst>
          </a:custGeom>
          <a:ln w="57150">
            <a:noFill/>
          </a:ln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223" tIns="123643" rIns="192223" bIns="123643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/>
              <a:t>Week 4</a:t>
            </a:r>
          </a:p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/>
              <a:t>LLM Benchmarking vs. ML Model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511322C-503A-6748-0C84-CE44B62B7EA4}"/>
              </a:ext>
            </a:extLst>
          </p:cNvPr>
          <p:cNvSpPr/>
          <p:nvPr/>
        </p:nvSpPr>
        <p:spPr>
          <a:xfrm>
            <a:off x="5952164" y="6754654"/>
            <a:ext cx="8042131" cy="902369"/>
          </a:xfrm>
          <a:custGeom>
            <a:avLst/>
            <a:gdLst>
              <a:gd name="csX0" fmla="*/ 150398 w 902369"/>
              <a:gd name="csY0" fmla="*/ 0 h 8042131"/>
              <a:gd name="csX1" fmla="*/ 751971 w 902369"/>
              <a:gd name="csY1" fmla="*/ 0 h 8042131"/>
              <a:gd name="csX2" fmla="*/ 902369 w 902369"/>
              <a:gd name="csY2" fmla="*/ 150398 h 8042131"/>
              <a:gd name="csX3" fmla="*/ 902369 w 902369"/>
              <a:gd name="csY3" fmla="*/ 8042131 h 8042131"/>
              <a:gd name="csX4" fmla="*/ 902369 w 902369"/>
              <a:gd name="csY4" fmla="*/ 8042131 h 8042131"/>
              <a:gd name="csX5" fmla="*/ 0 w 902369"/>
              <a:gd name="csY5" fmla="*/ 8042131 h 8042131"/>
              <a:gd name="csX6" fmla="*/ 0 w 902369"/>
              <a:gd name="csY6" fmla="*/ 8042131 h 8042131"/>
              <a:gd name="csX7" fmla="*/ 0 w 902369"/>
              <a:gd name="csY7" fmla="*/ 150398 h 8042131"/>
              <a:gd name="csX8" fmla="*/ 150398 w 902369"/>
              <a:gd name="csY8" fmla="*/ 0 h 8042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02369" h="8042131">
                <a:moveTo>
                  <a:pt x="902369" y="1340383"/>
                </a:moveTo>
                <a:lnTo>
                  <a:pt x="902369" y="6701748"/>
                </a:lnTo>
                <a:cubicBezTo>
                  <a:pt x="902369" y="7442025"/>
                  <a:pt x="894814" y="8042131"/>
                  <a:pt x="885494" y="8042131"/>
                </a:cubicBezTo>
                <a:lnTo>
                  <a:pt x="0" y="8042131"/>
                </a:lnTo>
                <a:lnTo>
                  <a:pt x="0" y="8042131"/>
                </a:lnTo>
                <a:lnTo>
                  <a:pt x="0" y="0"/>
                </a:lnTo>
                <a:lnTo>
                  <a:pt x="0" y="0"/>
                </a:lnTo>
                <a:lnTo>
                  <a:pt x="885494" y="0"/>
                </a:lnTo>
                <a:cubicBezTo>
                  <a:pt x="894814" y="0"/>
                  <a:pt x="902369" y="600106"/>
                  <a:pt x="902369" y="1340383"/>
                </a:cubicBezTo>
                <a:close/>
              </a:path>
            </a:pathLst>
          </a:custGeom>
          <a:ln w="57150">
            <a:solidFill>
              <a:srgbClr val="000000"/>
            </a:solidFill>
          </a:ln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0" tIns="167875" rIns="291700" bIns="167875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kern="1200"/>
              <a:t>Present</a:t>
            </a:r>
            <a:r>
              <a:rPr lang="en-US" sz="1800" kern="1200"/>
              <a:t> your process and findings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7E4A93-06AC-E31B-C7BA-3D50BC89F92F}"/>
              </a:ext>
            </a:extLst>
          </p:cNvPr>
          <p:cNvSpPr/>
          <p:nvPr/>
        </p:nvSpPr>
        <p:spPr>
          <a:xfrm>
            <a:off x="1428465" y="6641858"/>
            <a:ext cx="4523699" cy="1127961"/>
          </a:xfrm>
          <a:custGeom>
            <a:avLst/>
            <a:gdLst>
              <a:gd name="csX0" fmla="*/ 0 w 4523699"/>
              <a:gd name="csY0" fmla="*/ 187997 h 1127961"/>
              <a:gd name="csX1" fmla="*/ 187997 w 4523699"/>
              <a:gd name="csY1" fmla="*/ 0 h 1127961"/>
              <a:gd name="csX2" fmla="*/ 4335702 w 4523699"/>
              <a:gd name="csY2" fmla="*/ 0 h 1127961"/>
              <a:gd name="csX3" fmla="*/ 4523699 w 4523699"/>
              <a:gd name="csY3" fmla="*/ 187997 h 1127961"/>
              <a:gd name="csX4" fmla="*/ 4523699 w 4523699"/>
              <a:gd name="csY4" fmla="*/ 939964 h 1127961"/>
              <a:gd name="csX5" fmla="*/ 4335702 w 4523699"/>
              <a:gd name="csY5" fmla="*/ 1127961 h 1127961"/>
              <a:gd name="csX6" fmla="*/ 187997 w 4523699"/>
              <a:gd name="csY6" fmla="*/ 1127961 h 1127961"/>
              <a:gd name="csX7" fmla="*/ 0 w 4523699"/>
              <a:gd name="csY7" fmla="*/ 939964 h 1127961"/>
              <a:gd name="csX8" fmla="*/ 0 w 4523699"/>
              <a:gd name="csY8" fmla="*/ 187997 h 11279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523699" h="1127961">
                <a:moveTo>
                  <a:pt x="0" y="187997"/>
                </a:moveTo>
                <a:cubicBezTo>
                  <a:pt x="0" y="84169"/>
                  <a:pt x="84169" y="0"/>
                  <a:pt x="187997" y="0"/>
                </a:cubicBezTo>
                <a:lnTo>
                  <a:pt x="4335702" y="0"/>
                </a:lnTo>
                <a:cubicBezTo>
                  <a:pt x="4439530" y="0"/>
                  <a:pt x="4523699" y="84169"/>
                  <a:pt x="4523699" y="187997"/>
                </a:cubicBezTo>
                <a:lnTo>
                  <a:pt x="4523699" y="939964"/>
                </a:lnTo>
                <a:cubicBezTo>
                  <a:pt x="4523699" y="1043792"/>
                  <a:pt x="4439530" y="1127961"/>
                  <a:pt x="4335702" y="1127961"/>
                </a:cubicBezTo>
                <a:lnTo>
                  <a:pt x="187997" y="1127961"/>
                </a:lnTo>
                <a:cubicBezTo>
                  <a:pt x="84169" y="1127961"/>
                  <a:pt x="0" y="1043792"/>
                  <a:pt x="0" y="939964"/>
                </a:cubicBezTo>
                <a:lnTo>
                  <a:pt x="0" y="187997"/>
                </a:lnTo>
                <a:close/>
              </a:path>
            </a:pathLst>
          </a:custGeom>
          <a:ln w="57150">
            <a:solidFill>
              <a:srgbClr val="000000"/>
            </a:solidFill>
          </a:ln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223" tIns="123643" rIns="192223" bIns="123643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/>
              <a:t>Week 5</a:t>
            </a:r>
          </a:p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/>
              <a:t>Presentations</a:t>
            </a:r>
          </a:p>
        </p:txBody>
      </p:sp>
    </p:spTree>
    <p:extLst>
      <p:ext uri="{BB962C8B-B14F-4D97-AF65-F5344CB8AC3E}">
        <p14:creationId xmlns:p14="http://schemas.microsoft.com/office/powerpoint/2010/main" val="394943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47D2-50A5-6E1F-CA7E-25A0ACB93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9038EC-DB1F-D251-2920-5D74F442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</p:spPr>
        <p:txBody>
          <a:bodyPr lIns="0" tIns="0" rIns="0" bIns="0" anchor="ctr" anchorCtr="0">
            <a:normAutofit/>
          </a:bodyPr>
          <a:lstStyle/>
          <a:p>
            <a:pPr>
              <a:spcAft>
                <a:spcPts val="600"/>
              </a:spcAft>
            </a:pPr>
            <a:fld id="{FE7A4BB3-E848-5A44-82DF-322201952CD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60D4DE-3BC0-13CC-4D3E-A30208B4E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295525"/>
            <a:ext cx="4572001" cy="1590675"/>
          </a:xfrm>
        </p:spPr>
        <p:txBody>
          <a:bodyPr lIns="0" anchor="b">
            <a:normAutofit/>
          </a:bodyPr>
          <a:lstStyle/>
          <a:p>
            <a:r>
              <a:rPr lang="en-US" b="1" kern="1200"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Week 5 Summary:</a:t>
            </a:r>
            <a:br>
              <a:rPr lang="en-US" b="1" kern="1200"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b="1" kern="1200"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Presentation</a:t>
            </a:r>
            <a:endParaRPr lang="en-US" b="1" kern="120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14D55418-B605-4D50-115B-315E7E4326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046753"/>
              </p:ext>
            </p:extLst>
          </p:nvPr>
        </p:nvGraphicFramePr>
        <p:xfrm>
          <a:off x="6430642" y="457199"/>
          <a:ext cx="7772400" cy="731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122" name="Picture 2" descr="Graph with increase report. Diagram with rise and gain progress">
            <a:extLst>
              <a:ext uri="{FF2B5EF4-FFF2-40B4-BE49-F238E27FC236}">
                <a16:creationId xmlns:a16="http://schemas.microsoft.com/office/drawing/2014/main" id="{A77E74B1-E1DE-2382-1D80-011DC20F0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083" y="4114799"/>
            <a:ext cx="3886013" cy="336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4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7383E-F25E-5267-6EBC-A56327776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7B71CD-B367-D44E-0798-06B95AE4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</p:spPr>
        <p:txBody>
          <a:bodyPr lIns="0" tIns="0" rIns="0" bIns="0" anchor="ctr" anchorCtr="0">
            <a:normAutofit/>
          </a:bodyPr>
          <a:lstStyle/>
          <a:p>
            <a:pPr>
              <a:spcAft>
                <a:spcPts val="600"/>
              </a:spcAft>
            </a:pPr>
            <a:fld id="{FE7A4BB3-E848-5A44-82DF-322201952CD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177769-C08D-D3E2-599B-A8B9AD513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295525"/>
            <a:ext cx="4572001" cy="1590675"/>
          </a:xfrm>
        </p:spPr>
        <p:txBody>
          <a:bodyPr lIns="0" anchor="b">
            <a:normAutofit/>
          </a:bodyPr>
          <a:lstStyle/>
          <a:p>
            <a:r>
              <a:rPr lang="en-US" b="1" kern="120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Tools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A55AA940-F0A3-6F61-4787-C0A34DB234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440538"/>
              </p:ext>
            </p:extLst>
          </p:nvPr>
        </p:nvGraphicFramePr>
        <p:xfrm>
          <a:off x="6430642" y="457199"/>
          <a:ext cx="7772400" cy="731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146" name="Picture 2" descr="Idea thinking processes and psychology, thinking concept. Machine learning and artificial intelligence.Brain Nervous System concept.">
            <a:extLst>
              <a:ext uri="{FF2B5EF4-FFF2-40B4-BE49-F238E27FC236}">
                <a16:creationId xmlns:a16="http://schemas.microsoft.com/office/drawing/2014/main" id="{7AB1E3DA-820A-A775-D5B7-9B73B47B9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743" y="4343401"/>
            <a:ext cx="3611655" cy="236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51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4EEC4-0119-EB6F-E79F-66E0DAC6E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8FF2D0-6DFA-DD56-D603-0804544B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9D3136-96DB-128F-978A-E90051804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9" y="361988"/>
            <a:ext cx="11055427" cy="1310979"/>
          </a:xfrm>
        </p:spPr>
        <p:txBody>
          <a:bodyPr/>
          <a:lstStyle/>
          <a:p>
            <a:r>
              <a:rPr lang="en-US"/>
              <a:t>Deliverables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F76C4-D8A4-3D54-6D4B-8D3C22078C43}"/>
              </a:ext>
            </a:extLst>
          </p:cNvPr>
          <p:cNvSpPr txBox="1"/>
          <p:nvPr/>
        </p:nvSpPr>
        <p:spPr>
          <a:xfrm>
            <a:off x="1701297" y="1999357"/>
            <a:ext cx="113214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1A2E1A"/>
                </a:solidFill>
                <a:latin typeface="+mj-lt"/>
                <a:cs typeface="Calibri" pitchFamily="34" charset="-120"/>
              </a:rPr>
              <a:t>Slide Deck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1A2E1A"/>
                </a:solidFill>
                <a:latin typeface="+mj-lt"/>
                <a:cs typeface="Calibri" pitchFamily="34" charset="-120"/>
              </a:rPr>
              <a:t>Single, complete presentation file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1A2E1A"/>
                </a:solidFill>
                <a:latin typeface="+mj-lt"/>
                <a:cs typeface="Calibri" pitchFamily="34" charset="-120"/>
              </a:rPr>
              <a:t>Submitted to team GitHub repository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1A2E1A"/>
                </a:solidFill>
                <a:latin typeface="+mj-lt"/>
                <a:cs typeface="Calibri" pitchFamily="34" charset="-120"/>
              </a:rPr>
              <a:t>Presentation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1A2E1A"/>
                </a:solidFill>
                <a:latin typeface="+mj-lt"/>
                <a:cs typeface="Calibri" pitchFamily="34" charset="-120"/>
              </a:rPr>
              <a:t>7–10 minute live presentation</a:t>
            </a:r>
          </a:p>
          <a:p>
            <a:pPr marL="1440180" lvl="2" indent="-3429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1A2E1A"/>
                </a:solidFill>
                <a:latin typeface="+mj-lt"/>
                <a:cs typeface="Calibri" pitchFamily="34" charset="-120"/>
              </a:rPr>
              <a:t>Each team member presents at least once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1A2E1A"/>
                </a:solidFill>
                <a:latin typeface="+mj-lt"/>
                <a:cs typeface="Calibri" pitchFamily="34" charset="-120"/>
              </a:rPr>
              <a:t>Repository Requirements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1A2E1A"/>
                </a:solidFill>
                <a:latin typeface="+mj-lt"/>
                <a:cs typeface="Calibri" pitchFamily="34" charset="-120"/>
              </a:rPr>
              <a:t>Week 5 team folder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1A2E1A"/>
                </a:solidFill>
                <a:latin typeface="+mj-lt"/>
                <a:cs typeface="Calibri" pitchFamily="34" charset="-120"/>
              </a:rPr>
              <a:t>Clean and organized structure</a:t>
            </a:r>
          </a:p>
        </p:txBody>
      </p:sp>
      <p:pic>
        <p:nvPicPr>
          <p:cNvPr id="1029" name="Picture 5" descr="Silhouette of team">
            <a:extLst>
              <a:ext uri="{FF2B5EF4-FFF2-40B4-BE49-F238E27FC236}">
                <a16:creationId xmlns:a16="http://schemas.microsoft.com/office/drawing/2014/main" id="{0483ECCE-1150-6AFD-64B9-721A4393A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4556" y="576982"/>
            <a:ext cx="4329740" cy="225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50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A5A0D-EFDC-4D65-960F-D973DAAC5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BAE0FC-5C7D-82ED-FA0A-0D7F6CCF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2A2E42-03AF-A926-8856-D3CF1E9C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361988"/>
            <a:ext cx="10488304" cy="1310979"/>
          </a:xfrm>
        </p:spPr>
        <p:txBody>
          <a:bodyPr/>
          <a:lstStyle/>
          <a:p>
            <a:r>
              <a:rPr lang="en-US"/>
              <a:t>Week 5 Overview: What to submit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BC4BD-E48A-02B0-12A3-1AB58C0FE1A7}"/>
              </a:ext>
            </a:extLst>
          </p:cNvPr>
          <p:cNvSpPr txBox="1"/>
          <p:nvPr/>
        </p:nvSpPr>
        <p:spPr>
          <a:xfrm>
            <a:off x="4019565" y="1982120"/>
            <a:ext cx="997473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A presentation file contains: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Problem Framing</a:t>
            </a:r>
          </a:p>
          <a:p>
            <a:pPr marL="144018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Clear definition of task, goals, and success criteria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Methodology</a:t>
            </a:r>
          </a:p>
          <a:p>
            <a:pPr marL="144018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Data preprocessing, splitting strategy, and model selection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Results</a:t>
            </a:r>
          </a:p>
          <a:p>
            <a:pPr marL="144018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Performance metrics on held-out test set</a:t>
            </a:r>
          </a:p>
          <a:p>
            <a:pPr marL="144018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Supporting tables and visualizations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ML vs LLM Comparison</a:t>
            </a:r>
          </a:p>
          <a:p>
            <a:pPr marL="144018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Fair comparison using same data and evaluation metrics</a:t>
            </a:r>
          </a:p>
          <a:p>
            <a:pPr marL="144018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Tradeoffs in performance, robustness, and effort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Interpretability &amp; Limitations</a:t>
            </a:r>
          </a:p>
          <a:p>
            <a:pPr marL="144018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Key drivers of predictions</a:t>
            </a:r>
          </a:p>
          <a:p>
            <a:pPr marL="144018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libri" pitchFamily="34" charset="-122"/>
                <a:cs typeface="Calibri" pitchFamily="34" charset="-120"/>
              </a:rPr>
              <a:t>Biases, risks, and assumptions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Calibri" pitchFamily="34" charset="-122"/>
                <a:cs typeface="Calibri" pitchFamily="34" charset="-120"/>
              </a:rPr>
              <a:t>Learning Outcomes</a:t>
            </a:r>
          </a:p>
          <a:p>
            <a:pPr marL="144018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Calibri" pitchFamily="34" charset="-122"/>
                <a:cs typeface="Calibri" pitchFamily="34" charset="-120"/>
              </a:rPr>
              <a:t>Key insights gained at each stage of the project</a:t>
            </a:r>
          </a:p>
        </p:txBody>
      </p:sp>
      <p:pic>
        <p:nvPicPr>
          <p:cNvPr id="2051" name="Picture 3" descr="Successful teams empower and elevate each other">
            <a:extLst>
              <a:ext uri="{FF2B5EF4-FFF2-40B4-BE49-F238E27FC236}">
                <a16:creationId xmlns:a16="http://schemas.microsoft.com/office/drawing/2014/main" id="{9DB99214-408C-D138-0AF3-657F950AA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307" y="3415953"/>
            <a:ext cx="2687641" cy="1837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20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27554-CF47-A9F9-CE86-E735F93B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E0A2FB-822F-CE49-6A2A-843222CA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7A4BB3-E848-5A44-82DF-322201952CD8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DF91D84-B6FB-B81C-EDD7-CEE67352275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0642" y="457199"/>
            <a:ext cx="7772400" cy="731520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800" b="1"/>
              <a:t>What We Learned About Modeling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/>
              <a:t>Importance of model selection, tuning, and evaluation?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/>
              <a:t>What We Learned About Data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/>
              <a:t>Impact of data quality and data engineering process?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/>
              <a:t>What We Learned from ML vs LLM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/>
              <a:t>Tradeoffs in accuracy, interpretability, and effort?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/>
              <a:t>What We Learned from Mistakes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/>
              <a:t>Identifying failure cases and areas for improvement?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/>
              <a:t>What We Learned as a Team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/>
              <a:t>Collaboration, version control, and communication?</a:t>
            </a:r>
          </a:p>
          <a:p>
            <a:pPr lvl="3"/>
            <a:endParaRPr lang="en-US" sz="28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D74411-8AA3-44D9-B8D3-ECF5D7E86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295525"/>
            <a:ext cx="4572001" cy="1590675"/>
          </a:xfrm>
        </p:spPr>
        <p:txBody>
          <a:bodyPr anchor="b">
            <a:normAutofit/>
          </a:bodyPr>
          <a:lstStyle/>
          <a:p>
            <a:r>
              <a:rPr lang="en-US"/>
              <a:t>Wrap Up: Key Learnings from the Challenge</a:t>
            </a:r>
          </a:p>
        </p:txBody>
      </p:sp>
      <p:pic>
        <p:nvPicPr>
          <p:cNvPr id="4098" name="Picture 2" descr="Man stands on a road going to success. Concept of movement ahead and changes in life">
            <a:extLst>
              <a:ext uri="{FF2B5EF4-FFF2-40B4-BE49-F238E27FC236}">
                <a16:creationId xmlns:a16="http://schemas.microsoft.com/office/drawing/2014/main" id="{E6C794DD-0CE0-0C2F-9095-066C67B1A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23" y="4178425"/>
            <a:ext cx="4856185" cy="332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73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C63BE4-8E5B-E77B-7D39-50339A87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1A65F-0E05-D86F-358A-018023675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Reminder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81062-F458-D95C-26EF-125495C73F3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71600" y="1599922"/>
            <a:ext cx="12801600" cy="2226426"/>
          </a:xfrm>
        </p:spPr>
        <p:txBody>
          <a:bodyPr/>
          <a:lstStyle/>
          <a:p>
            <a:r>
              <a:rPr lang="en-US" b="1" dirty="0"/>
              <a:t>Week 5 Office Hour</a:t>
            </a:r>
          </a:p>
          <a:p>
            <a:pPr lvl="1"/>
            <a:r>
              <a:rPr lang="en-US" dirty="0"/>
              <a:t>Next Tuesday 4/21/2026 11:00~12:00 PM PDT</a:t>
            </a:r>
          </a:p>
          <a:p>
            <a:pPr lvl="1"/>
            <a:r>
              <a:rPr lang="en-US" dirty="0"/>
              <a:t>Full Lifecycle Demonstration (Notebook file will be provided)</a:t>
            </a:r>
          </a:p>
          <a:p>
            <a:r>
              <a:rPr lang="en-US" b="1" dirty="0"/>
              <a:t>Presentation schedules</a:t>
            </a:r>
          </a:p>
          <a:p>
            <a:pPr lvl="1"/>
            <a:r>
              <a:rPr lang="en-US" dirty="0"/>
              <a:t>There is only a </a:t>
            </a:r>
            <a:r>
              <a:rPr lang="en-US" b="1" dirty="0"/>
              <a:t>1-minute</a:t>
            </a:r>
            <a:r>
              <a:rPr lang="en-US" dirty="0"/>
              <a:t> transition between presentations. Please join early.</a:t>
            </a:r>
          </a:p>
          <a:p>
            <a:pPr lvl="1"/>
            <a:r>
              <a:rPr lang="en-US" dirty="0"/>
              <a:t>Please contact </a:t>
            </a:r>
            <a:r>
              <a:rPr lang="en-US" b="1" dirty="0"/>
              <a:t>Victoria Reynolds </a:t>
            </a:r>
            <a:r>
              <a:rPr lang="en-US" dirty="0"/>
              <a:t>to discuss possible rescheduling.</a:t>
            </a:r>
          </a:p>
          <a:p>
            <a:pPr marL="548640" lvl="1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AF75F6-EC54-F75A-D703-5D47E11B5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27303"/>
              </p:ext>
            </p:extLst>
          </p:nvPr>
        </p:nvGraphicFramePr>
        <p:xfrm>
          <a:off x="2574957" y="4372498"/>
          <a:ext cx="9938469" cy="3857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04311">
                  <a:extLst>
                    <a:ext uri="{9D8B030D-6E8A-4147-A177-3AD203B41FA5}">
                      <a16:colId xmlns:a16="http://schemas.microsoft.com/office/drawing/2014/main" val="2234769179"/>
                    </a:ext>
                  </a:extLst>
                </a:gridCol>
                <a:gridCol w="1631257">
                  <a:extLst>
                    <a:ext uri="{9D8B030D-6E8A-4147-A177-3AD203B41FA5}">
                      <a16:colId xmlns:a16="http://schemas.microsoft.com/office/drawing/2014/main" val="2990970535"/>
                    </a:ext>
                  </a:extLst>
                </a:gridCol>
                <a:gridCol w="1504219">
                  <a:extLst>
                    <a:ext uri="{9D8B030D-6E8A-4147-A177-3AD203B41FA5}">
                      <a16:colId xmlns:a16="http://schemas.microsoft.com/office/drawing/2014/main" val="528236744"/>
                    </a:ext>
                  </a:extLst>
                </a:gridCol>
                <a:gridCol w="3398682">
                  <a:extLst>
                    <a:ext uri="{9D8B030D-6E8A-4147-A177-3AD203B41FA5}">
                      <a16:colId xmlns:a16="http://schemas.microsoft.com/office/drawing/2014/main" val="2727693353"/>
                    </a:ext>
                  </a:extLst>
                </a:gridCol>
              </a:tblGrid>
              <a:tr h="321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Team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Date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Weekday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effectLst/>
                        </a:rPr>
                        <a:t>Time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089509"/>
                  </a:ext>
                </a:extLst>
              </a:tr>
              <a:tr h="321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AI Delinquents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4/24/2026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Friday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10:05AM ~ 10:15AM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146796"/>
                  </a:ext>
                </a:extLst>
              </a:tr>
              <a:tr h="321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byteMe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4/24/2026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Friday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10:16AM ~ 10:26AM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74219"/>
                  </a:ext>
                </a:extLst>
              </a:tr>
              <a:tr h="321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Data Duelists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4/24/2026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Friday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10:27AM ~ 10:37AM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714284"/>
                  </a:ext>
                </a:extLst>
              </a:tr>
              <a:tr h="321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TRACK</a:t>
                      </a:r>
                      <a:endParaRPr lang="en-US" sz="2000" u="none" strike="noStrike" dirty="0">
                        <a:effectLst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4/24/2026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Friday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10:38AM ~ 10:48AM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39998"/>
                  </a:ext>
                </a:extLst>
              </a:tr>
              <a:tr h="321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majik_phi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4/24/2026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Friday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10:49AM ~ 10:59AM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547540"/>
                  </a:ext>
                </a:extLst>
              </a:tr>
              <a:tr h="321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565957"/>
                  </a:ext>
                </a:extLst>
              </a:tr>
              <a:tr h="321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Sub-Terra Tensor Tinkerers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4/27/2026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Monday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10:05AM ~ 10:15AM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72437"/>
                  </a:ext>
                </a:extLst>
              </a:tr>
              <a:tr h="321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SubSignal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4/27/2026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Monday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10:16AM ~ 10:26AM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43704"/>
                  </a:ext>
                </a:extLst>
              </a:tr>
              <a:tr h="321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Terra Trenders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4/27/2026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Monday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10:27AM ~ 10:37AM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66210"/>
                  </a:ext>
                </a:extLst>
              </a:tr>
              <a:tr h="32142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616265"/>
                          </a:solidFill>
                          <a:effectLst/>
                          <a:latin typeface="Arial"/>
                          <a:cs typeface="Arial"/>
                        </a:rPr>
                        <a:t>Evergreen Analyzers</a:t>
                      </a:r>
                      <a:endParaRPr lang="en-US" sz="1600" b="0" i="0" u="none" strike="noStrike" noProof="0" dirty="0">
                        <a:solidFill>
                          <a:srgbClr val="616265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4/27/2026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Monday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10:38AM ~ 10:48AM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634042"/>
                  </a:ext>
                </a:extLst>
              </a:tr>
              <a:tr h="32142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zero-shot-hopefuls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4/27/2026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Monday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10:49AM ~ 10:59AM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29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34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433BB6-ACB2-4953-9ADC-C0F78F3B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90A03-B45B-9E74-6F98-A19BCB96EA8C}"/>
              </a:ext>
            </a:extLst>
          </p:cNvPr>
          <p:cNvSpPr txBox="1"/>
          <p:nvPr/>
        </p:nvSpPr>
        <p:spPr>
          <a:xfrm>
            <a:off x="953193" y="5497754"/>
            <a:ext cx="5403272" cy="40011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75739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NNL_Option_4">
  <a:themeElements>
    <a:clrScheme name="PNNL">
      <a:dk1>
        <a:srgbClr val="616265"/>
      </a:dk1>
      <a:lt1>
        <a:srgbClr val="FFFFFF"/>
      </a:lt1>
      <a:dk2>
        <a:srgbClr val="D77600"/>
      </a:dk2>
      <a:lt2>
        <a:srgbClr val="B3B3B3"/>
      </a:lt2>
      <a:accent1>
        <a:srgbClr val="A63F1E"/>
      </a:accent1>
      <a:accent2>
        <a:srgbClr val="191C1F"/>
      </a:accent2>
      <a:accent3>
        <a:srgbClr val="F4AA00"/>
      </a:accent3>
      <a:accent4>
        <a:srgbClr val="007836"/>
      </a:accent4>
      <a:accent5>
        <a:srgbClr val="C10435"/>
      </a:accent5>
      <a:accent6>
        <a:srgbClr val="00338E"/>
      </a:accent6>
      <a:hlink>
        <a:srgbClr val="003698"/>
      </a:hlink>
      <a:folHlink>
        <a:srgbClr val="8A0752"/>
      </a:folHlink>
    </a:clrScheme>
    <a:fontScheme name="PNNL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NNL_12" id="{4094C88D-87EB-4F03-8E54-6EFE75891D0B}" vid="{70271413-EC96-44AE-AED0-CA11A19BF6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854c6ed-177a-44ba-8787-d6c08bd6ceb5">
      <Terms xmlns="http://schemas.microsoft.com/office/infopath/2007/PartnerControls"/>
    </lcf76f155ced4ddcb4097134ff3c332f>
    <TaxCatchAll xmlns="77cf6e1b-6c0e-47e8-954c-d266ab19f1d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5A18B59EC5C4A9859950F1C45152F" ma:contentTypeVersion="10" ma:contentTypeDescription="Create a new document." ma:contentTypeScope="" ma:versionID="32a545f2ebfe154800e7d2fc27d860ec">
  <xsd:schema xmlns:xsd="http://www.w3.org/2001/XMLSchema" xmlns:xs="http://www.w3.org/2001/XMLSchema" xmlns:p="http://schemas.microsoft.com/office/2006/metadata/properties" xmlns:ns2="a854c6ed-177a-44ba-8787-d6c08bd6ceb5" xmlns:ns3="77cf6e1b-6c0e-47e8-954c-d266ab19f1da" targetNamespace="http://schemas.microsoft.com/office/2006/metadata/properties" ma:root="true" ma:fieldsID="a25becc251a046a13091804e04703bf4" ns2:_="" ns3:_="">
    <xsd:import namespace="a854c6ed-177a-44ba-8787-d6c08bd6ceb5"/>
    <xsd:import namespace="77cf6e1b-6c0e-47e8-954c-d266ab19f1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4c6ed-177a-44ba-8787-d6c08bd6ce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60f1aaf-6244-4bb9-9bf9-38bf373853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cf6e1b-6c0e-47e8-954c-d266ab19f1d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85850f-105b-462d-bfab-a2a606efb2ab}" ma:internalName="TaxCatchAll" ma:showField="CatchAllData" ma:web="77cf6e1b-6c0e-47e8-954c-d266ab19f1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C102FA-0FA2-44BB-8828-D23A91C0CFC4}">
  <ds:schemaRefs>
    <ds:schemaRef ds:uri="77cf6e1b-6c0e-47e8-954c-d266ab19f1da"/>
    <ds:schemaRef ds:uri="a854c6ed-177a-44ba-8787-d6c08bd6ce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AC47EAA-CA03-416C-A1C0-2CC052B149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A44F5C-3DAD-4F4C-8D86-A76360876AFD}">
  <ds:schemaRefs>
    <ds:schemaRef ds:uri="77cf6e1b-6c0e-47e8-954c-d266ab19f1da"/>
    <ds:schemaRef ds:uri="a854c6ed-177a-44ba-8787-d6c08bd6ce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PNNL_12</Template>
  <TotalTime>4</TotalTime>
  <Words>572</Words>
  <Application>Microsoft Office PowerPoint</Application>
  <PresentationFormat>Custom</PresentationFormat>
  <Paragraphs>148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 Narrow</vt:lpstr>
      <vt:lpstr>Arial</vt:lpstr>
      <vt:lpstr>Calibri</vt:lpstr>
      <vt:lpstr>Wingdings</vt:lpstr>
      <vt:lpstr>PNNL_Option_4</vt:lpstr>
      <vt:lpstr>ESSD AI Challenge –   Week 5 Info Session</vt:lpstr>
      <vt:lpstr>Competition Outline</vt:lpstr>
      <vt:lpstr>Week 5 Summary: Presentation</vt:lpstr>
      <vt:lpstr>Tools</vt:lpstr>
      <vt:lpstr>Deliverables</vt:lpstr>
      <vt:lpstr>Week 5 Overview: What to submit</vt:lpstr>
      <vt:lpstr>Wrap Up: Key Learnings from the Challenge</vt:lpstr>
      <vt:lpstr>Reminder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Zionce, Erin LM</dc:creator>
  <cp:lastModifiedBy>Hou, Hongfei</cp:lastModifiedBy>
  <cp:revision>15</cp:revision>
  <dcterms:created xsi:type="dcterms:W3CDTF">2026-03-18T16:50:29Z</dcterms:created>
  <dcterms:modified xsi:type="dcterms:W3CDTF">2026-04-17T15:31:29Z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0x0101008505A18B59EC5C4A9859950F1C45152F</vt:lpwstr>
  </property>
  <property fmtid="{D5CDD505-2E9C-101B-9397-08002B2CF9AE}" pid="3" name="MediaServiceImageTags">
    <vt:lpwstr/>
  </property>
</Properties>
</file>