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3" r:id="rId4"/>
  </p:sldMasterIdLst>
  <p:notesMasterIdLst>
    <p:notesMasterId r:id="rId15"/>
  </p:notesMasterIdLst>
  <p:handoutMasterIdLst>
    <p:handoutMasterId r:id="rId16"/>
  </p:handoutMasterIdLst>
  <p:sldIdLst>
    <p:sldId id="260" r:id="rId5"/>
    <p:sldId id="261" r:id="rId6"/>
    <p:sldId id="262" r:id="rId7"/>
    <p:sldId id="263" r:id="rId8"/>
    <p:sldId id="269" r:id="rId9"/>
    <p:sldId id="270" r:id="rId10"/>
    <p:sldId id="271" r:id="rId11"/>
    <p:sldId id="272" r:id="rId12"/>
    <p:sldId id="273" r:id="rId13"/>
    <p:sldId id="268" r:id="rId14"/>
  </p:sldIdLst>
  <p:sldSz cx="14630400" cy="8229600"/>
  <p:notesSz cx="6858000" cy="9144000"/>
  <p:defaultTex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719500"/>
    <a:srgbClr val="007836"/>
    <a:srgbClr val="BE0F34"/>
    <a:srgbClr val="820150"/>
    <a:srgbClr val="502D7F"/>
    <a:srgbClr val="00338E"/>
    <a:srgbClr val="0081AB"/>
    <a:srgbClr val="758F9D"/>
    <a:srgbClr val="B3B3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11112B-1B75-C24E-BA80-AF35A0E09634}" v="89" dt="2026-04-14T11:51:28.7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70" autoAdjust="0"/>
    <p:restoredTop sz="84995" autoAdjust="0"/>
  </p:normalViewPr>
  <p:slideViewPr>
    <p:cSldViewPr snapToGrid="0" snapToObjects="1">
      <p:cViewPr varScale="1">
        <p:scale>
          <a:sx n="120" d="100"/>
          <a:sy n="120" d="100"/>
        </p:scale>
        <p:origin x="1632" y="480"/>
      </p:cViewPr>
      <p:guideLst/>
    </p:cSldViewPr>
  </p:slideViewPr>
  <p:notesTextViewPr>
    <p:cViewPr>
      <p:scale>
        <a:sx n="125" d="100"/>
        <a:sy n="125" d="100"/>
      </p:scale>
      <p:origin x="0" y="0"/>
    </p:cViewPr>
  </p:notesTextViewPr>
  <p:notesViewPr>
    <p:cSldViewPr snapToGrid="0" snapToObjects="1">
      <p:cViewPr varScale="1">
        <p:scale>
          <a:sx n="117" d="100"/>
          <a:sy n="117" d="100"/>
        </p:scale>
        <p:origin x="4976"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talano, Arielle J" userId="63c803ca-00ac-45d3-814f-e56149965e27" providerId="ADAL" clId="{01DAF50E-00C8-531A-853A-7A8841D7EF3A}"/>
    <pc:docChg chg="custSel addSld delSld modSld">
      <pc:chgData name="Catalano, Arielle J" userId="63c803ca-00ac-45d3-814f-e56149965e27" providerId="ADAL" clId="{01DAF50E-00C8-531A-853A-7A8841D7EF3A}" dt="2026-04-14T11:54:40.165" v="467" actId="20577"/>
      <pc:docMkLst>
        <pc:docMk/>
      </pc:docMkLst>
      <pc:sldChg chg="addSp delSp modSp mod">
        <pc:chgData name="Catalano, Arielle J" userId="63c803ca-00ac-45d3-814f-e56149965e27" providerId="ADAL" clId="{01DAF50E-00C8-531A-853A-7A8841D7EF3A}" dt="2026-04-14T11:51:28.735" v="104"/>
        <pc:sldMkLst>
          <pc:docMk/>
          <pc:sldMk cId="3169358349" sldId="261"/>
        </pc:sldMkLst>
        <pc:spChg chg="add del mod">
          <ac:chgData name="Catalano, Arielle J" userId="63c803ca-00ac-45d3-814f-e56149965e27" providerId="ADAL" clId="{01DAF50E-00C8-531A-853A-7A8841D7EF3A}" dt="2026-04-14T11:50:33.439" v="76" actId="478"/>
          <ac:spMkLst>
            <pc:docMk/>
            <pc:sldMk cId="3169358349" sldId="261"/>
            <ac:spMk id="4" creationId="{1839B499-623F-E0E3-F203-1A689B9C7272}"/>
          </ac:spMkLst>
        </pc:spChg>
        <pc:spChg chg="del">
          <ac:chgData name="Catalano, Arielle J" userId="63c803ca-00ac-45d3-814f-e56149965e27" providerId="ADAL" clId="{01DAF50E-00C8-531A-853A-7A8841D7EF3A}" dt="2026-04-14T11:50:31.186" v="75" actId="478"/>
          <ac:spMkLst>
            <pc:docMk/>
            <pc:sldMk cId="3169358349" sldId="261"/>
            <ac:spMk id="5" creationId="{125E1129-5FFA-4B82-BEB0-8A26ACAE653A}"/>
          </ac:spMkLst>
        </pc:spChg>
        <pc:spChg chg="del">
          <ac:chgData name="Catalano, Arielle J" userId="63c803ca-00ac-45d3-814f-e56149965e27" providerId="ADAL" clId="{01DAF50E-00C8-531A-853A-7A8841D7EF3A}" dt="2026-04-14T11:50:29.281" v="74" actId="478"/>
          <ac:spMkLst>
            <pc:docMk/>
            <pc:sldMk cId="3169358349" sldId="261"/>
            <ac:spMk id="12" creationId="{17389A12-14B5-ABCA-5787-DF355FD8369D}"/>
          </ac:spMkLst>
        </pc:spChg>
        <pc:graphicFrameChg chg="mod">
          <ac:chgData name="Catalano, Arielle J" userId="63c803ca-00ac-45d3-814f-e56149965e27" providerId="ADAL" clId="{01DAF50E-00C8-531A-853A-7A8841D7EF3A}" dt="2026-04-14T11:51:28.735" v="104"/>
          <ac:graphicFrameMkLst>
            <pc:docMk/>
            <pc:sldMk cId="3169358349" sldId="261"/>
            <ac:graphicFrameMk id="8" creationId="{912E2371-C8AA-AC9E-6BDA-33A2FFA7878B}"/>
          </ac:graphicFrameMkLst>
        </pc:graphicFrameChg>
      </pc:sldChg>
      <pc:sldChg chg="modSp mod">
        <pc:chgData name="Catalano, Arielle J" userId="63c803ca-00ac-45d3-814f-e56149965e27" providerId="ADAL" clId="{01DAF50E-00C8-531A-853A-7A8841D7EF3A}" dt="2026-04-14T11:44:44.565" v="64"/>
        <pc:sldMkLst>
          <pc:docMk/>
          <pc:sldMk cId="3300410602" sldId="263"/>
        </pc:sldMkLst>
        <pc:spChg chg="mod">
          <ac:chgData name="Catalano, Arielle J" userId="63c803ca-00ac-45d3-814f-e56149965e27" providerId="ADAL" clId="{01DAF50E-00C8-531A-853A-7A8841D7EF3A}" dt="2026-04-14T11:42:16.382" v="13" actId="1076"/>
          <ac:spMkLst>
            <pc:docMk/>
            <pc:sldMk cId="3300410602" sldId="263"/>
            <ac:spMk id="3" creationId="{6D50AF6E-CF6A-429E-A4B2-32D2D767B73B}"/>
          </ac:spMkLst>
        </pc:spChg>
        <pc:spChg chg="mod">
          <ac:chgData name="Catalano, Arielle J" userId="63c803ca-00ac-45d3-814f-e56149965e27" providerId="ADAL" clId="{01DAF50E-00C8-531A-853A-7A8841D7EF3A}" dt="2026-04-14T11:42:18.641" v="14" actId="14100"/>
          <ac:spMkLst>
            <pc:docMk/>
            <pc:sldMk cId="3300410602" sldId="263"/>
            <ac:spMk id="10" creationId="{1B07C569-8948-630C-9FAD-145CA23DA773}"/>
          </ac:spMkLst>
        </pc:spChg>
        <pc:graphicFrameChg chg="mod">
          <ac:chgData name="Catalano, Arielle J" userId="63c803ca-00ac-45d3-814f-e56149965e27" providerId="ADAL" clId="{01DAF50E-00C8-531A-853A-7A8841D7EF3A}" dt="2026-04-14T11:44:44.565" v="64"/>
          <ac:graphicFrameMkLst>
            <pc:docMk/>
            <pc:sldMk cId="3300410602" sldId="263"/>
            <ac:graphicFrameMk id="6" creationId="{EAAA1591-8E61-7B38-7222-834134993521}"/>
          </ac:graphicFrameMkLst>
        </pc:graphicFrameChg>
      </pc:sldChg>
      <pc:sldChg chg="modSp mod">
        <pc:chgData name="Catalano, Arielle J" userId="63c803ca-00ac-45d3-814f-e56149965e27" providerId="ADAL" clId="{01DAF50E-00C8-531A-853A-7A8841D7EF3A}" dt="2026-04-14T11:46:10.253" v="70" actId="14100"/>
        <pc:sldMkLst>
          <pc:docMk/>
          <pc:sldMk cId="2711027074" sldId="269"/>
        </pc:sldMkLst>
        <pc:spChg chg="mod">
          <ac:chgData name="Catalano, Arielle J" userId="63c803ca-00ac-45d3-814f-e56149965e27" providerId="ADAL" clId="{01DAF50E-00C8-531A-853A-7A8841D7EF3A}" dt="2026-04-14T11:46:10.253" v="70" actId="14100"/>
          <ac:spMkLst>
            <pc:docMk/>
            <pc:sldMk cId="2711027074" sldId="269"/>
            <ac:spMk id="18" creationId="{190D0E77-3CD1-AF36-8B41-2E49D86D5052}"/>
          </ac:spMkLst>
        </pc:spChg>
      </pc:sldChg>
      <pc:sldChg chg="modSp mod">
        <pc:chgData name="Catalano, Arielle J" userId="63c803ca-00ac-45d3-814f-e56149965e27" providerId="ADAL" clId="{01DAF50E-00C8-531A-853A-7A8841D7EF3A}" dt="2026-04-14T11:49:01.316" v="71" actId="113"/>
        <pc:sldMkLst>
          <pc:docMk/>
          <pc:sldMk cId="3368561819" sldId="271"/>
        </pc:sldMkLst>
        <pc:graphicFrameChg chg="modGraphic">
          <ac:chgData name="Catalano, Arielle J" userId="63c803ca-00ac-45d3-814f-e56149965e27" providerId="ADAL" clId="{01DAF50E-00C8-531A-853A-7A8841D7EF3A}" dt="2026-04-14T11:49:01.316" v="71" actId="113"/>
          <ac:graphicFrameMkLst>
            <pc:docMk/>
            <pc:sldMk cId="3368561819" sldId="271"/>
            <ac:graphicFrameMk id="8" creationId="{83F9E865-7C96-1979-A43F-D693B2CEEA53}"/>
          </ac:graphicFrameMkLst>
        </pc:graphicFrameChg>
      </pc:sldChg>
      <pc:sldChg chg="addSp delSp modSp new mod modClrScheme chgLayout modNotesTx">
        <pc:chgData name="Catalano, Arielle J" userId="63c803ca-00ac-45d3-814f-e56149965e27" providerId="ADAL" clId="{01DAF50E-00C8-531A-853A-7A8841D7EF3A}" dt="2026-04-14T11:54:40.165" v="467" actId="20577"/>
        <pc:sldMkLst>
          <pc:docMk/>
          <pc:sldMk cId="320480323" sldId="273"/>
        </pc:sldMkLst>
        <pc:spChg chg="mod ord">
          <ac:chgData name="Catalano, Arielle J" userId="63c803ca-00ac-45d3-814f-e56149965e27" providerId="ADAL" clId="{01DAF50E-00C8-531A-853A-7A8841D7EF3A}" dt="2026-04-14T11:53:21.511" v="140" actId="700"/>
          <ac:spMkLst>
            <pc:docMk/>
            <pc:sldMk cId="320480323" sldId="273"/>
            <ac:spMk id="2" creationId="{2E9F83CF-FC98-7CD8-B2F3-30A1BFA6A623}"/>
          </ac:spMkLst>
        </pc:spChg>
        <pc:spChg chg="del mod ord">
          <ac:chgData name="Catalano, Arielle J" userId="63c803ca-00ac-45d3-814f-e56149965e27" providerId="ADAL" clId="{01DAF50E-00C8-531A-853A-7A8841D7EF3A}" dt="2026-04-14T11:53:21.511" v="140" actId="700"/>
          <ac:spMkLst>
            <pc:docMk/>
            <pc:sldMk cId="320480323" sldId="273"/>
            <ac:spMk id="3" creationId="{1E0E85C4-A479-680D-8278-F5F5E7FD8928}"/>
          </ac:spMkLst>
        </pc:spChg>
        <pc:spChg chg="del">
          <ac:chgData name="Catalano, Arielle J" userId="63c803ca-00ac-45d3-814f-e56149965e27" providerId="ADAL" clId="{01DAF50E-00C8-531A-853A-7A8841D7EF3A}" dt="2026-04-14T11:53:21.511" v="140" actId="700"/>
          <ac:spMkLst>
            <pc:docMk/>
            <pc:sldMk cId="320480323" sldId="273"/>
            <ac:spMk id="4" creationId="{DF991A8A-AF2C-E651-CFA1-0961B82EE7C3}"/>
          </ac:spMkLst>
        </pc:spChg>
        <pc:spChg chg="mod ord">
          <ac:chgData name="Catalano, Arielle J" userId="63c803ca-00ac-45d3-814f-e56149965e27" providerId="ADAL" clId="{01DAF50E-00C8-531A-853A-7A8841D7EF3A}" dt="2026-04-14T11:54:40.165" v="467" actId="20577"/>
          <ac:spMkLst>
            <pc:docMk/>
            <pc:sldMk cId="320480323" sldId="273"/>
            <ac:spMk id="5" creationId="{2CCB3341-9549-9629-804D-30650AB90D6C}"/>
          </ac:spMkLst>
        </pc:spChg>
        <pc:spChg chg="add mod ord">
          <ac:chgData name="Catalano, Arielle J" userId="63c803ca-00ac-45d3-814f-e56149965e27" providerId="ADAL" clId="{01DAF50E-00C8-531A-853A-7A8841D7EF3A}" dt="2026-04-14T11:53:41.363" v="223" actId="20577"/>
          <ac:spMkLst>
            <pc:docMk/>
            <pc:sldMk cId="320480323" sldId="273"/>
            <ac:spMk id="6" creationId="{C87DA94C-641B-9E66-77E9-1176AEA4F191}"/>
          </ac:spMkLst>
        </pc:spChg>
      </pc:sldChg>
      <pc:sldChg chg="new del">
        <pc:chgData name="Catalano, Arielle J" userId="63c803ca-00ac-45d3-814f-e56149965e27" providerId="ADAL" clId="{01DAF50E-00C8-531A-853A-7A8841D7EF3A}" dt="2026-04-14T11:50:10.207" v="73" actId="2696"/>
        <pc:sldMkLst>
          <pc:docMk/>
          <pc:sldMk cId="1853202273" sldId="273"/>
        </pc:sldMkLst>
      </pc:sldChg>
    </pc:docChg>
  </pc:docChgLst>
</pc:chgInfo>
</file>

<file path=ppt/diagrams/_rels/data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_rels/data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389006-4297-48A9-957E-04BCD684FD18}" type="doc">
      <dgm:prSet loTypeId="urn:microsoft.com/office/officeart/2005/8/layout/vList2" loCatId="list" qsTypeId="urn:microsoft.com/office/officeart/2005/8/quickstyle/simple1" qsCatId="simple" csTypeId="urn:microsoft.com/office/officeart/2005/8/colors/accent2_2" csCatId="accent2" phldr="1"/>
      <dgm:spPr/>
      <dgm:t>
        <a:bodyPr/>
        <a:lstStyle/>
        <a:p>
          <a:endParaRPr lang="en-US"/>
        </a:p>
      </dgm:t>
    </dgm:pt>
    <dgm:pt modelId="{4DC74E4C-6BBB-4B39-948B-51CBFC4A4DF8}">
      <dgm:prSet/>
      <dgm:spPr/>
      <dgm:t>
        <a:bodyPr/>
        <a:lstStyle/>
        <a:p>
          <a:r>
            <a:rPr lang="en-US" dirty="0"/>
            <a:t>Problem</a:t>
          </a:r>
        </a:p>
      </dgm:t>
    </dgm:pt>
    <dgm:pt modelId="{F0D10889-77C2-4E69-9529-9D13974F81EF}" type="parTrans" cxnId="{3298E9BA-774E-4CF1-B8B5-4498BA47D829}">
      <dgm:prSet/>
      <dgm:spPr/>
      <dgm:t>
        <a:bodyPr/>
        <a:lstStyle/>
        <a:p>
          <a:endParaRPr lang="en-US"/>
        </a:p>
      </dgm:t>
    </dgm:pt>
    <dgm:pt modelId="{EB5B282C-2EEE-440B-83C3-ED7048545583}" type="sibTrans" cxnId="{3298E9BA-774E-4CF1-B8B5-4498BA47D829}">
      <dgm:prSet/>
      <dgm:spPr/>
      <dgm:t>
        <a:bodyPr/>
        <a:lstStyle/>
        <a:p>
          <a:endParaRPr lang="en-US"/>
        </a:p>
      </dgm:t>
    </dgm:pt>
    <dgm:pt modelId="{6515D45F-E76C-4ED4-B350-9FAC6FA1D132}">
      <dgm:prSet/>
      <dgm:spPr/>
      <dgm:t>
        <a:bodyPr/>
        <a:lstStyle/>
        <a:p>
          <a:r>
            <a:rPr lang="en-US"/>
            <a:t>[Brief problem statement]</a:t>
          </a:r>
        </a:p>
      </dgm:t>
    </dgm:pt>
    <dgm:pt modelId="{587DAAE4-B0D4-4314-A883-8BC77B8650FE}" type="parTrans" cxnId="{0B39A2BD-C245-490D-944B-4086E77E7E86}">
      <dgm:prSet/>
      <dgm:spPr/>
      <dgm:t>
        <a:bodyPr/>
        <a:lstStyle/>
        <a:p>
          <a:endParaRPr lang="en-US"/>
        </a:p>
      </dgm:t>
    </dgm:pt>
    <dgm:pt modelId="{BA761556-2638-4042-88A3-E60C7F811CAE}" type="sibTrans" cxnId="{0B39A2BD-C245-490D-944B-4086E77E7E86}">
      <dgm:prSet/>
      <dgm:spPr/>
      <dgm:t>
        <a:bodyPr/>
        <a:lstStyle/>
        <a:p>
          <a:endParaRPr lang="en-US"/>
        </a:p>
      </dgm:t>
    </dgm:pt>
    <dgm:pt modelId="{79330B22-699C-481D-BEBA-3D6C17E689C2}">
      <dgm:prSet/>
      <dgm:spPr/>
      <dgm:t>
        <a:bodyPr/>
        <a:lstStyle/>
        <a:p>
          <a:r>
            <a:rPr lang="en-US"/>
            <a:t>Leads to [impact]</a:t>
          </a:r>
        </a:p>
      </dgm:t>
    </dgm:pt>
    <dgm:pt modelId="{A085B82A-2B45-4CEF-B358-FEFD097C53CF}" type="parTrans" cxnId="{51E7C049-48C7-4424-ADBC-FD22C96A68AA}">
      <dgm:prSet/>
      <dgm:spPr/>
      <dgm:t>
        <a:bodyPr/>
        <a:lstStyle/>
        <a:p>
          <a:endParaRPr lang="en-US"/>
        </a:p>
      </dgm:t>
    </dgm:pt>
    <dgm:pt modelId="{C547A69B-55E0-43E3-8D06-A267A7317504}" type="sibTrans" cxnId="{51E7C049-48C7-4424-ADBC-FD22C96A68AA}">
      <dgm:prSet/>
      <dgm:spPr/>
      <dgm:t>
        <a:bodyPr/>
        <a:lstStyle/>
        <a:p>
          <a:endParaRPr lang="en-US"/>
        </a:p>
      </dgm:t>
    </dgm:pt>
    <dgm:pt modelId="{D5A5BCD9-6B50-407E-865C-17255D1E21CC}">
      <dgm:prSet/>
      <dgm:spPr/>
      <dgm:t>
        <a:bodyPr/>
        <a:lstStyle/>
        <a:p>
          <a:r>
            <a:rPr lang="en-US" dirty="0"/>
            <a:t>Goal</a:t>
          </a:r>
        </a:p>
      </dgm:t>
    </dgm:pt>
    <dgm:pt modelId="{1024109B-51D0-4D89-B172-E9E428A9BED9}" type="parTrans" cxnId="{99BFD16F-E822-43DC-AA22-CCF22CE6A9C7}">
      <dgm:prSet/>
      <dgm:spPr/>
      <dgm:t>
        <a:bodyPr/>
        <a:lstStyle/>
        <a:p>
          <a:endParaRPr lang="en-US"/>
        </a:p>
      </dgm:t>
    </dgm:pt>
    <dgm:pt modelId="{EDCB5C1F-B57E-4BFE-8FF4-FD1F4B1B5998}" type="sibTrans" cxnId="{99BFD16F-E822-43DC-AA22-CCF22CE6A9C7}">
      <dgm:prSet/>
      <dgm:spPr/>
      <dgm:t>
        <a:bodyPr/>
        <a:lstStyle/>
        <a:p>
          <a:endParaRPr lang="en-US"/>
        </a:p>
      </dgm:t>
    </dgm:pt>
    <dgm:pt modelId="{1CBFEE5D-925B-494A-A304-D259D7FF53C1}">
      <dgm:prSet/>
      <dgm:spPr/>
      <dgm:t>
        <a:bodyPr/>
        <a:lstStyle/>
        <a:p>
          <a:r>
            <a:rPr lang="en-US" dirty="0"/>
            <a:t>Build a model to [task]</a:t>
          </a:r>
        </a:p>
      </dgm:t>
    </dgm:pt>
    <dgm:pt modelId="{7589F97A-F30C-4C51-A122-CF63DF2C6D30}" type="parTrans" cxnId="{EF7ADBD2-4953-4453-9180-A03F4BDD3E09}">
      <dgm:prSet/>
      <dgm:spPr/>
      <dgm:t>
        <a:bodyPr/>
        <a:lstStyle/>
        <a:p>
          <a:endParaRPr lang="en-US"/>
        </a:p>
      </dgm:t>
    </dgm:pt>
    <dgm:pt modelId="{D02BE59A-E1A6-483D-9D5A-D163E806BE1E}" type="sibTrans" cxnId="{EF7ADBD2-4953-4453-9180-A03F4BDD3E09}">
      <dgm:prSet/>
      <dgm:spPr/>
      <dgm:t>
        <a:bodyPr/>
        <a:lstStyle/>
        <a:p>
          <a:endParaRPr lang="en-US"/>
        </a:p>
      </dgm:t>
    </dgm:pt>
    <dgm:pt modelId="{742E2C71-BF3E-41E7-883B-8342B5AAA4F7}">
      <dgm:prSet/>
      <dgm:spPr/>
      <dgm:t>
        <a:bodyPr/>
        <a:lstStyle/>
        <a:p>
          <a:r>
            <a:rPr lang="en-US" dirty="0"/>
            <a:t>Success Criteria</a:t>
          </a:r>
        </a:p>
      </dgm:t>
    </dgm:pt>
    <dgm:pt modelId="{DE7DCCCD-14CB-4938-B4C4-5625F46D6B5F}" type="parTrans" cxnId="{8531A715-5AEC-4771-9BD3-C38E81A694FA}">
      <dgm:prSet/>
      <dgm:spPr/>
      <dgm:t>
        <a:bodyPr/>
        <a:lstStyle/>
        <a:p>
          <a:endParaRPr lang="en-US"/>
        </a:p>
      </dgm:t>
    </dgm:pt>
    <dgm:pt modelId="{5E20C091-157B-4606-8ACE-548A07DF080C}" type="sibTrans" cxnId="{8531A715-5AEC-4771-9BD3-C38E81A694FA}">
      <dgm:prSet/>
      <dgm:spPr/>
      <dgm:t>
        <a:bodyPr/>
        <a:lstStyle/>
        <a:p>
          <a:endParaRPr lang="en-US"/>
        </a:p>
      </dgm:t>
    </dgm:pt>
    <dgm:pt modelId="{056E6498-D95F-4779-957B-AA72E6122940}">
      <dgm:prSet/>
      <dgm:spPr/>
      <dgm:t>
        <a:bodyPr/>
        <a:lstStyle/>
        <a:p>
          <a:r>
            <a:rPr lang="en-US"/>
            <a:t>[Metric] ≥ [target]</a:t>
          </a:r>
        </a:p>
      </dgm:t>
    </dgm:pt>
    <dgm:pt modelId="{A02328E8-3AFB-4EFD-94A3-89B9633C1DEF}" type="parTrans" cxnId="{9F119092-B202-43A7-8537-184E13547B8F}">
      <dgm:prSet/>
      <dgm:spPr/>
      <dgm:t>
        <a:bodyPr/>
        <a:lstStyle/>
        <a:p>
          <a:endParaRPr lang="en-US"/>
        </a:p>
      </dgm:t>
    </dgm:pt>
    <dgm:pt modelId="{5B2A285A-B567-4AEE-84D6-19DFB7764C5F}" type="sibTrans" cxnId="{9F119092-B202-43A7-8537-184E13547B8F}">
      <dgm:prSet/>
      <dgm:spPr/>
      <dgm:t>
        <a:bodyPr/>
        <a:lstStyle/>
        <a:p>
          <a:endParaRPr lang="en-US"/>
        </a:p>
      </dgm:t>
    </dgm:pt>
    <dgm:pt modelId="{65E05D64-776E-4253-BB76-0FF374EF4AE5}">
      <dgm:prSet/>
      <dgm:spPr/>
      <dgm:t>
        <a:bodyPr/>
        <a:lstStyle/>
        <a:p>
          <a:r>
            <a:rPr lang="en-US"/>
            <a:t>Reliable and consistent predictions</a:t>
          </a:r>
        </a:p>
      </dgm:t>
    </dgm:pt>
    <dgm:pt modelId="{E3D69011-0FEA-40F5-A00C-32CA58966D6E}" type="parTrans" cxnId="{E99E360F-7298-48D3-AA8E-330D0346D41E}">
      <dgm:prSet/>
      <dgm:spPr/>
      <dgm:t>
        <a:bodyPr/>
        <a:lstStyle/>
        <a:p>
          <a:endParaRPr lang="en-US"/>
        </a:p>
      </dgm:t>
    </dgm:pt>
    <dgm:pt modelId="{BEF79305-2225-4348-91C3-F81D8C40AF91}" type="sibTrans" cxnId="{E99E360F-7298-48D3-AA8E-330D0346D41E}">
      <dgm:prSet/>
      <dgm:spPr/>
      <dgm:t>
        <a:bodyPr/>
        <a:lstStyle/>
        <a:p>
          <a:endParaRPr lang="en-US"/>
        </a:p>
      </dgm:t>
    </dgm:pt>
    <dgm:pt modelId="{DE4CE69B-AF6F-46F7-BBE6-142232115199}">
      <dgm:prSet/>
      <dgm:spPr/>
      <dgm:t>
        <a:bodyPr/>
        <a:lstStyle/>
        <a:p>
          <a:r>
            <a:rPr lang="en-US"/>
            <a:t>Fair ML vs LLM comparison</a:t>
          </a:r>
        </a:p>
      </dgm:t>
    </dgm:pt>
    <dgm:pt modelId="{54303E14-844D-4059-95B2-CF9D6DA66C3F}" type="parTrans" cxnId="{948314FE-EC5E-41ED-98AD-C3332381B1CC}">
      <dgm:prSet/>
      <dgm:spPr/>
      <dgm:t>
        <a:bodyPr/>
        <a:lstStyle/>
        <a:p>
          <a:endParaRPr lang="en-US"/>
        </a:p>
      </dgm:t>
    </dgm:pt>
    <dgm:pt modelId="{F97A61AD-414C-4B48-BB1D-FB335F978EB4}" type="sibTrans" cxnId="{948314FE-EC5E-41ED-98AD-C3332381B1CC}">
      <dgm:prSet/>
      <dgm:spPr/>
      <dgm:t>
        <a:bodyPr/>
        <a:lstStyle/>
        <a:p>
          <a:endParaRPr lang="en-US"/>
        </a:p>
      </dgm:t>
    </dgm:pt>
    <dgm:pt modelId="{B6D3CE4A-FB5F-4AED-A0B6-55990621D9B8}" type="pres">
      <dgm:prSet presAssocID="{46389006-4297-48A9-957E-04BCD684FD18}" presName="linear" presStyleCnt="0">
        <dgm:presLayoutVars>
          <dgm:animLvl val="lvl"/>
          <dgm:resizeHandles val="exact"/>
        </dgm:presLayoutVars>
      </dgm:prSet>
      <dgm:spPr/>
    </dgm:pt>
    <dgm:pt modelId="{A14DC285-AA31-495B-852B-1A9BA2A8CDAB}" type="pres">
      <dgm:prSet presAssocID="{4DC74E4C-6BBB-4B39-948B-51CBFC4A4DF8}" presName="parentText" presStyleLbl="node1" presStyleIdx="0" presStyleCnt="3" custScaleY="72470">
        <dgm:presLayoutVars>
          <dgm:chMax val="0"/>
          <dgm:bulletEnabled val="1"/>
        </dgm:presLayoutVars>
      </dgm:prSet>
      <dgm:spPr/>
    </dgm:pt>
    <dgm:pt modelId="{06652109-65F9-4E5C-916E-335E99EF96A9}" type="pres">
      <dgm:prSet presAssocID="{4DC74E4C-6BBB-4B39-948B-51CBFC4A4DF8}" presName="childText" presStyleLbl="revTx" presStyleIdx="0" presStyleCnt="3">
        <dgm:presLayoutVars>
          <dgm:bulletEnabled val="1"/>
        </dgm:presLayoutVars>
      </dgm:prSet>
      <dgm:spPr/>
    </dgm:pt>
    <dgm:pt modelId="{AA7085D8-100E-4791-8A0A-79B853ED3F6E}" type="pres">
      <dgm:prSet presAssocID="{D5A5BCD9-6B50-407E-865C-17255D1E21CC}" presName="parentText" presStyleLbl="node1" presStyleIdx="1" presStyleCnt="3" custScaleY="75148">
        <dgm:presLayoutVars>
          <dgm:chMax val="0"/>
          <dgm:bulletEnabled val="1"/>
        </dgm:presLayoutVars>
      </dgm:prSet>
      <dgm:spPr/>
    </dgm:pt>
    <dgm:pt modelId="{D247E857-4D74-4A0A-8738-DA4BF8B57AD5}" type="pres">
      <dgm:prSet presAssocID="{D5A5BCD9-6B50-407E-865C-17255D1E21CC}" presName="childText" presStyleLbl="revTx" presStyleIdx="1" presStyleCnt="3" custScaleY="135439">
        <dgm:presLayoutVars>
          <dgm:bulletEnabled val="1"/>
        </dgm:presLayoutVars>
      </dgm:prSet>
      <dgm:spPr/>
    </dgm:pt>
    <dgm:pt modelId="{9FF5E077-601D-49D5-9F29-06EE4CF49A2B}" type="pres">
      <dgm:prSet presAssocID="{742E2C71-BF3E-41E7-883B-8342B5AAA4F7}" presName="parentText" presStyleLbl="node1" presStyleIdx="2" presStyleCnt="3" custScaleY="73812">
        <dgm:presLayoutVars>
          <dgm:chMax val="0"/>
          <dgm:bulletEnabled val="1"/>
        </dgm:presLayoutVars>
      </dgm:prSet>
      <dgm:spPr/>
    </dgm:pt>
    <dgm:pt modelId="{00352403-9404-4AE3-AB65-3EAFFE013E65}" type="pres">
      <dgm:prSet presAssocID="{742E2C71-BF3E-41E7-883B-8342B5AAA4F7}" presName="childText" presStyleLbl="revTx" presStyleIdx="2" presStyleCnt="3">
        <dgm:presLayoutVars>
          <dgm:bulletEnabled val="1"/>
        </dgm:presLayoutVars>
      </dgm:prSet>
      <dgm:spPr/>
    </dgm:pt>
  </dgm:ptLst>
  <dgm:cxnLst>
    <dgm:cxn modelId="{95AD8B0C-F5E2-4413-AF11-561C6890B561}" type="presOf" srcId="{65E05D64-776E-4253-BB76-0FF374EF4AE5}" destId="{00352403-9404-4AE3-AB65-3EAFFE013E65}" srcOrd="0" destOrd="1" presId="urn:microsoft.com/office/officeart/2005/8/layout/vList2"/>
    <dgm:cxn modelId="{E99E360F-7298-48D3-AA8E-330D0346D41E}" srcId="{742E2C71-BF3E-41E7-883B-8342B5AAA4F7}" destId="{65E05D64-776E-4253-BB76-0FF374EF4AE5}" srcOrd="1" destOrd="0" parTransId="{E3D69011-0FEA-40F5-A00C-32CA58966D6E}" sibTransId="{BEF79305-2225-4348-91C3-F81D8C40AF91}"/>
    <dgm:cxn modelId="{8531A715-5AEC-4771-9BD3-C38E81A694FA}" srcId="{46389006-4297-48A9-957E-04BCD684FD18}" destId="{742E2C71-BF3E-41E7-883B-8342B5AAA4F7}" srcOrd="2" destOrd="0" parTransId="{DE7DCCCD-14CB-4938-B4C4-5625F46D6B5F}" sibTransId="{5E20C091-157B-4606-8ACE-548A07DF080C}"/>
    <dgm:cxn modelId="{3E377921-4F81-4377-ABC1-5CE228A892E4}" type="presOf" srcId="{056E6498-D95F-4779-957B-AA72E6122940}" destId="{00352403-9404-4AE3-AB65-3EAFFE013E65}" srcOrd="0" destOrd="0" presId="urn:microsoft.com/office/officeart/2005/8/layout/vList2"/>
    <dgm:cxn modelId="{ECC66839-E8C2-46EA-8D92-85F6D97BD688}" type="presOf" srcId="{4DC74E4C-6BBB-4B39-948B-51CBFC4A4DF8}" destId="{A14DC285-AA31-495B-852B-1A9BA2A8CDAB}" srcOrd="0" destOrd="0" presId="urn:microsoft.com/office/officeart/2005/8/layout/vList2"/>
    <dgm:cxn modelId="{51E7C049-48C7-4424-ADBC-FD22C96A68AA}" srcId="{4DC74E4C-6BBB-4B39-948B-51CBFC4A4DF8}" destId="{79330B22-699C-481D-BEBA-3D6C17E689C2}" srcOrd="1" destOrd="0" parTransId="{A085B82A-2B45-4CEF-B358-FEFD097C53CF}" sibTransId="{C547A69B-55E0-43E3-8D06-A267A7317504}"/>
    <dgm:cxn modelId="{214C8066-AE59-428E-A747-63D41382717D}" type="presOf" srcId="{46389006-4297-48A9-957E-04BCD684FD18}" destId="{B6D3CE4A-FB5F-4AED-A0B6-55990621D9B8}" srcOrd="0" destOrd="0" presId="urn:microsoft.com/office/officeart/2005/8/layout/vList2"/>
    <dgm:cxn modelId="{99BFD16F-E822-43DC-AA22-CCF22CE6A9C7}" srcId="{46389006-4297-48A9-957E-04BCD684FD18}" destId="{D5A5BCD9-6B50-407E-865C-17255D1E21CC}" srcOrd="1" destOrd="0" parTransId="{1024109B-51D0-4D89-B172-E9E428A9BED9}" sibTransId="{EDCB5C1F-B57E-4BFE-8FF4-FD1F4B1B5998}"/>
    <dgm:cxn modelId="{D7A8C97E-7B53-40DC-962A-C8E4C905F5D4}" type="presOf" srcId="{D5A5BCD9-6B50-407E-865C-17255D1E21CC}" destId="{AA7085D8-100E-4791-8A0A-79B853ED3F6E}" srcOrd="0" destOrd="0" presId="urn:microsoft.com/office/officeart/2005/8/layout/vList2"/>
    <dgm:cxn modelId="{9F119092-B202-43A7-8537-184E13547B8F}" srcId="{742E2C71-BF3E-41E7-883B-8342B5AAA4F7}" destId="{056E6498-D95F-4779-957B-AA72E6122940}" srcOrd="0" destOrd="0" parTransId="{A02328E8-3AFB-4EFD-94A3-89B9633C1DEF}" sibTransId="{5B2A285A-B567-4AEE-84D6-19DFB7764C5F}"/>
    <dgm:cxn modelId="{739EB595-DA1B-4637-BE98-6BFB5C0445BD}" type="presOf" srcId="{742E2C71-BF3E-41E7-883B-8342B5AAA4F7}" destId="{9FF5E077-601D-49D5-9F29-06EE4CF49A2B}" srcOrd="0" destOrd="0" presId="urn:microsoft.com/office/officeart/2005/8/layout/vList2"/>
    <dgm:cxn modelId="{C5233EB8-7730-4492-8F45-E404A6CE5737}" type="presOf" srcId="{DE4CE69B-AF6F-46F7-BBE6-142232115199}" destId="{00352403-9404-4AE3-AB65-3EAFFE013E65}" srcOrd="0" destOrd="2" presId="urn:microsoft.com/office/officeart/2005/8/layout/vList2"/>
    <dgm:cxn modelId="{3298E9BA-774E-4CF1-B8B5-4498BA47D829}" srcId="{46389006-4297-48A9-957E-04BCD684FD18}" destId="{4DC74E4C-6BBB-4B39-948B-51CBFC4A4DF8}" srcOrd="0" destOrd="0" parTransId="{F0D10889-77C2-4E69-9529-9D13974F81EF}" sibTransId="{EB5B282C-2EEE-440B-83C3-ED7048545583}"/>
    <dgm:cxn modelId="{0B39A2BD-C245-490D-944B-4086E77E7E86}" srcId="{4DC74E4C-6BBB-4B39-948B-51CBFC4A4DF8}" destId="{6515D45F-E76C-4ED4-B350-9FAC6FA1D132}" srcOrd="0" destOrd="0" parTransId="{587DAAE4-B0D4-4314-A883-8BC77B8650FE}" sibTransId="{BA761556-2638-4042-88A3-E60C7F811CAE}"/>
    <dgm:cxn modelId="{EF7ADBD2-4953-4453-9180-A03F4BDD3E09}" srcId="{D5A5BCD9-6B50-407E-865C-17255D1E21CC}" destId="{1CBFEE5D-925B-494A-A304-D259D7FF53C1}" srcOrd="0" destOrd="0" parTransId="{7589F97A-F30C-4C51-A122-CF63DF2C6D30}" sibTransId="{D02BE59A-E1A6-483D-9D5A-D163E806BE1E}"/>
    <dgm:cxn modelId="{8558E9D8-02BE-45D6-8D81-EFE2FDD99B85}" type="presOf" srcId="{6515D45F-E76C-4ED4-B350-9FAC6FA1D132}" destId="{06652109-65F9-4E5C-916E-335E99EF96A9}" srcOrd="0" destOrd="0" presId="urn:microsoft.com/office/officeart/2005/8/layout/vList2"/>
    <dgm:cxn modelId="{47BD60D9-A393-4605-90C1-F0D3AFB73DB4}" type="presOf" srcId="{79330B22-699C-481D-BEBA-3D6C17E689C2}" destId="{06652109-65F9-4E5C-916E-335E99EF96A9}" srcOrd="0" destOrd="1" presId="urn:microsoft.com/office/officeart/2005/8/layout/vList2"/>
    <dgm:cxn modelId="{7E4739E8-BAA0-492C-A57B-29157EFBF8F9}" type="presOf" srcId="{1CBFEE5D-925B-494A-A304-D259D7FF53C1}" destId="{D247E857-4D74-4A0A-8738-DA4BF8B57AD5}" srcOrd="0" destOrd="0" presId="urn:microsoft.com/office/officeart/2005/8/layout/vList2"/>
    <dgm:cxn modelId="{948314FE-EC5E-41ED-98AD-C3332381B1CC}" srcId="{742E2C71-BF3E-41E7-883B-8342B5AAA4F7}" destId="{DE4CE69B-AF6F-46F7-BBE6-142232115199}" srcOrd="2" destOrd="0" parTransId="{54303E14-844D-4059-95B2-CF9D6DA66C3F}" sibTransId="{F97A61AD-414C-4B48-BB1D-FB335F978EB4}"/>
    <dgm:cxn modelId="{AC83BE50-A6A4-45A1-A3CC-16A5D5A124FA}" type="presParOf" srcId="{B6D3CE4A-FB5F-4AED-A0B6-55990621D9B8}" destId="{A14DC285-AA31-495B-852B-1A9BA2A8CDAB}" srcOrd="0" destOrd="0" presId="urn:microsoft.com/office/officeart/2005/8/layout/vList2"/>
    <dgm:cxn modelId="{85CCEBB7-E911-40D9-B293-05847F2FB273}" type="presParOf" srcId="{B6D3CE4A-FB5F-4AED-A0B6-55990621D9B8}" destId="{06652109-65F9-4E5C-916E-335E99EF96A9}" srcOrd="1" destOrd="0" presId="urn:microsoft.com/office/officeart/2005/8/layout/vList2"/>
    <dgm:cxn modelId="{A6CA0C57-65D9-439F-BAF0-FFF123E6233B}" type="presParOf" srcId="{B6D3CE4A-FB5F-4AED-A0B6-55990621D9B8}" destId="{AA7085D8-100E-4791-8A0A-79B853ED3F6E}" srcOrd="2" destOrd="0" presId="urn:microsoft.com/office/officeart/2005/8/layout/vList2"/>
    <dgm:cxn modelId="{EFDCBC48-BA2B-4063-BEEB-606BDE935D07}" type="presParOf" srcId="{B6D3CE4A-FB5F-4AED-A0B6-55990621D9B8}" destId="{D247E857-4D74-4A0A-8738-DA4BF8B57AD5}" srcOrd="3" destOrd="0" presId="urn:microsoft.com/office/officeart/2005/8/layout/vList2"/>
    <dgm:cxn modelId="{D4531455-EFA8-42D0-802F-0832A2DB2422}" type="presParOf" srcId="{B6D3CE4A-FB5F-4AED-A0B6-55990621D9B8}" destId="{9FF5E077-601D-49D5-9F29-06EE4CF49A2B}" srcOrd="4" destOrd="0" presId="urn:microsoft.com/office/officeart/2005/8/layout/vList2"/>
    <dgm:cxn modelId="{0D4C055E-4170-4FF1-BC80-9E74C561E879}" type="presParOf" srcId="{B6D3CE4A-FB5F-4AED-A0B6-55990621D9B8}" destId="{00352403-9404-4AE3-AB65-3EAFFE013E65}"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73F088-FF82-48F5-87BA-BEC97B04840F}" type="doc">
      <dgm:prSet loTypeId="urn:microsoft.com/office/officeart/2005/8/layout/list1" loCatId="list" qsTypeId="urn:microsoft.com/office/officeart/2005/8/quickstyle/simple4" qsCatId="simple" csTypeId="urn:microsoft.com/office/officeart/2005/8/colors/accent2_2" csCatId="accent2"/>
      <dgm:spPr/>
      <dgm:t>
        <a:bodyPr/>
        <a:lstStyle/>
        <a:p>
          <a:endParaRPr lang="en-US"/>
        </a:p>
      </dgm:t>
    </dgm:pt>
    <dgm:pt modelId="{C98620AE-FEA8-4FD5-8258-F4910EEFBE6C}">
      <dgm:prSet/>
      <dgm:spPr/>
      <dgm:t>
        <a:bodyPr/>
        <a:lstStyle/>
        <a:p>
          <a:r>
            <a:rPr lang="en-US" b="1"/>
            <a:t>Dataset</a:t>
          </a:r>
          <a:endParaRPr lang="en-US"/>
        </a:p>
      </dgm:t>
    </dgm:pt>
    <dgm:pt modelId="{4A723E26-88BB-4C3D-A719-66AABD722EC7}" type="parTrans" cxnId="{204C3BAD-FDE0-41DE-AB81-3534B90CA696}">
      <dgm:prSet/>
      <dgm:spPr/>
      <dgm:t>
        <a:bodyPr/>
        <a:lstStyle/>
        <a:p>
          <a:endParaRPr lang="en-US"/>
        </a:p>
      </dgm:t>
    </dgm:pt>
    <dgm:pt modelId="{3104273B-C31C-42BD-AE30-A87893D2ACD4}" type="sibTrans" cxnId="{204C3BAD-FDE0-41DE-AB81-3534B90CA696}">
      <dgm:prSet/>
      <dgm:spPr/>
      <dgm:t>
        <a:bodyPr/>
        <a:lstStyle/>
        <a:p>
          <a:endParaRPr lang="en-US"/>
        </a:p>
      </dgm:t>
    </dgm:pt>
    <dgm:pt modelId="{370E251F-7D14-4DFD-9246-DEF2E11A8334}">
      <dgm:prSet/>
      <dgm:spPr/>
      <dgm:t>
        <a:bodyPr/>
        <a:lstStyle/>
        <a:p>
          <a:r>
            <a:rPr lang="en-US"/>
            <a:t>Source: [dataset name] </a:t>
          </a:r>
        </a:p>
      </dgm:t>
    </dgm:pt>
    <dgm:pt modelId="{950F1C60-3775-4B0D-B24D-3D01E7BE7B12}" type="parTrans" cxnId="{8B59ABC7-7EBB-4F1B-9B56-8A7381CDB802}">
      <dgm:prSet/>
      <dgm:spPr/>
      <dgm:t>
        <a:bodyPr/>
        <a:lstStyle/>
        <a:p>
          <a:endParaRPr lang="en-US"/>
        </a:p>
      </dgm:t>
    </dgm:pt>
    <dgm:pt modelId="{59AAF5C6-593F-446B-8DFB-F98CCBB3FC9E}" type="sibTrans" cxnId="{8B59ABC7-7EBB-4F1B-9B56-8A7381CDB802}">
      <dgm:prSet/>
      <dgm:spPr/>
      <dgm:t>
        <a:bodyPr/>
        <a:lstStyle/>
        <a:p>
          <a:endParaRPr lang="en-US"/>
        </a:p>
      </dgm:t>
    </dgm:pt>
    <dgm:pt modelId="{80C9F7BE-83EB-4D53-AE74-7AE010C7455B}">
      <dgm:prSet/>
      <dgm:spPr/>
      <dgm:t>
        <a:bodyPr/>
        <a:lstStyle/>
        <a:p>
          <a:r>
            <a:rPr lang="en-US"/>
            <a:t>Size: [# records] </a:t>
          </a:r>
        </a:p>
      </dgm:t>
    </dgm:pt>
    <dgm:pt modelId="{CB96E76F-2807-4DF2-916B-BC322B03E763}" type="parTrans" cxnId="{C86E2236-1A3F-450B-8312-BDC7241EEB3D}">
      <dgm:prSet/>
      <dgm:spPr/>
      <dgm:t>
        <a:bodyPr/>
        <a:lstStyle/>
        <a:p>
          <a:endParaRPr lang="en-US"/>
        </a:p>
      </dgm:t>
    </dgm:pt>
    <dgm:pt modelId="{1B7ABA12-B469-48E2-9DD4-C1B01AA810A4}" type="sibTrans" cxnId="{C86E2236-1A3F-450B-8312-BDC7241EEB3D}">
      <dgm:prSet/>
      <dgm:spPr/>
      <dgm:t>
        <a:bodyPr/>
        <a:lstStyle/>
        <a:p>
          <a:endParaRPr lang="en-US"/>
        </a:p>
      </dgm:t>
    </dgm:pt>
    <dgm:pt modelId="{3C1CCA37-EA7D-4CFB-AD36-BCA040379FF4}">
      <dgm:prSet/>
      <dgm:spPr/>
      <dgm:t>
        <a:bodyPr/>
        <a:lstStyle/>
        <a:p>
          <a:r>
            <a:rPr lang="en-US"/>
            <a:t>Features: [X, Y, Z]</a:t>
          </a:r>
        </a:p>
      </dgm:t>
    </dgm:pt>
    <dgm:pt modelId="{CBF4B4D1-696D-418F-A9C0-CBF095FE1442}" type="parTrans" cxnId="{8218044B-A3B1-4991-BC18-6C6983E9C539}">
      <dgm:prSet/>
      <dgm:spPr/>
      <dgm:t>
        <a:bodyPr/>
        <a:lstStyle/>
        <a:p>
          <a:endParaRPr lang="en-US"/>
        </a:p>
      </dgm:t>
    </dgm:pt>
    <dgm:pt modelId="{C0BE9C4C-CF10-4D81-BD52-27E7BFDCB94F}" type="sibTrans" cxnId="{8218044B-A3B1-4991-BC18-6C6983E9C539}">
      <dgm:prSet/>
      <dgm:spPr/>
      <dgm:t>
        <a:bodyPr/>
        <a:lstStyle/>
        <a:p>
          <a:endParaRPr lang="en-US"/>
        </a:p>
      </dgm:t>
    </dgm:pt>
    <dgm:pt modelId="{412982FE-171F-4DCD-9E99-294C2F452EA3}">
      <dgm:prSet/>
      <dgm:spPr/>
      <dgm:t>
        <a:bodyPr/>
        <a:lstStyle/>
        <a:p>
          <a:r>
            <a:rPr lang="en-US" b="1"/>
            <a:t>Challenges</a:t>
          </a:r>
          <a:endParaRPr lang="en-US"/>
        </a:p>
      </dgm:t>
    </dgm:pt>
    <dgm:pt modelId="{F156A93C-E5D3-4B7A-9576-12E37A39121F}" type="parTrans" cxnId="{1D8C1C6E-1EEE-48DD-844F-136F0850E97A}">
      <dgm:prSet/>
      <dgm:spPr/>
      <dgm:t>
        <a:bodyPr/>
        <a:lstStyle/>
        <a:p>
          <a:endParaRPr lang="en-US"/>
        </a:p>
      </dgm:t>
    </dgm:pt>
    <dgm:pt modelId="{2A5FD824-DC63-4D93-A66C-0A1503312C93}" type="sibTrans" cxnId="{1D8C1C6E-1EEE-48DD-844F-136F0850E97A}">
      <dgm:prSet/>
      <dgm:spPr/>
      <dgm:t>
        <a:bodyPr/>
        <a:lstStyle/>
        <a:p>
          <a:endParaRPr lang="en-US"/>
        </a:p>
      </dgm:t>
    </dgm:pt>
    <dgm:pt modelId="{7E20DDAC-2CA8-4282-8CF1-B9ED7156ADDC}">
      <dgm:prSet/>
      <dgm:spPr/>
      <dgm:t>
        <a:bodyPr/>
        <a:lstStyle/>
        <a:p>
          <a:r>
            <a:rPr lang="en-US"/>
            <a:t>Missing / inconsistent values </a:t>
          </a:r>
        </a:p>
      </dgm:t>
    </dgm:pt>
    <dgm:pt modelId="{F2AA71BC-B5DA-4F17-BAB3-134B25611C23}" type="parTrans" cxnId="{DEA23F90-809D-4F81-A06D-C310ED1F9ECD}">
      <dgm:prSet/>
      <dgm:spPr/>
      <dgm:t>
        <a:bodyPr/>
        <a:lstStyle/>
        <a:p>
          <a:endParaRPr lang="en-US"/>
        </a:p>
      </dgm:t>
    </dgm:pt>
    <dgm:pt modelId="{EE40296A-7229-4CD2-A50A-0480FAFBBE7C}" type="sibTrans" cxnId="{DEA23F90-809D-4F81-A06D-C310ED1F9ECD}">
      <dgm:prSet/>
      <dgm:spPr/>
      <dgm:t>
        <a:bodyPr/>
        <a:lstStyle/>
        <a:p>
          <a:endParaRPr lang="en-US"/>
        </a:p>
      </dgm:t>
    </dgm:pt>
    <dgm:pt modelId="{E5A4C44D-5803-4811-AE67-85269B92964A}">
      <dgm:prSet/>
      <dgm:spPr/>
      <dgm:t>
        <a:bodyPr/>
        <a:lstStyle/>
        <a:p>
          <a:r>
            <a:rPr lang="en-US"/>
            <a:t>Bias in [area] </a:t>
          </a:r>
        </a:p>
      </dgm:t>
    </dgm:pt>
    <dgm:pt modelId="{6617CE5F-1915-40CF-854C-4C2389CED88D}" type="parTrans" cxnId="{FD13CA15-B276-4BA3-A220-42ACBE37F8D5}">
      <dgm:prSet/>
      <dgm:spPr/>
      <dgm:t>
        <a:bodyPr/>
        <a:lstStyle/>
        <a:p>
          <a:endParaRPr lang="en-US"/>
        </a:p>
      </dgm:t>
    </dgm:pt>
    <dgm:pt modelId="{BFB48638-5A1E-485D-8A5B-5D92ABDADAEC}" type="sibTrans" cxnId="{FD13CA15-B276-4BA3-A220-42ACBE37F8D5}">
      <dgm:prSet/>
      <dgm:spPr/>
      <dgm:t>
        <a:bodyPr/>
        <a:lstStyle/>
        <a:p>
          <a:endParaRPr lang="en-US"/>
        </a:p>
      </dgm:t>
    </dgm:pt>
    <dgm:pt modelId="{5F0D0D7F-D949-430E-A08B-127EBFFD189B}">
      <dgm:prSet/>
      <dgm:spPr/>
      <dgm:t>
        <a:bodyPr/>
        <a:lstStyle/>
        <a:p>
          <a:r>
            <a:rPr lang="en-US"/>
            <a:t>Limited edge-case coverage</a:t>
          </a:r>
        </a:p>
      </dgm:t>
    </dgm:pt>
    <dgm:pt modelId="{B2A5B6CE-0580-4216-AF42-95FDC9F99F30}" type="parTrans" cxnId="{5CD6BC95-4100-4D61-937E-EEDEC753E9C8}">
      <dgm:prSet/>
      <dgm:spPr/>
      <dgm:t>
        <a:bodyPr/>
        <a:lstStyle/>
        <a:p>
          <a:endParaRPr lang="en-US"/>
        </a:p>
      </dgm:t>
    </dgm:pt>
    <dgm:pt modelId="{AF382945-D83F-4BC4-851E-40520F204D77}" type="sibTrans" cxnId="{5CD6BC95-4100-4D61-937E-EEDEC753E9C8}">
      <dgm:prSet/>
      <dgm:spPr/>
      <dgm:t>
        <a:bodyPr/>
        <a:lstStyle/>
        <a:p>
          <a:endParaRPr lang="en-US"/>
        </a:p>
      </dgm:t>
    </dgm:pt>
    <dgm:pt modelId="{913BEAE2-BBFB-4D0E-9480-F2F6E61775E8}" type="pres">
      <dgm:prSet presAssocID="{9E73F088-FF82-48F5-87BA-BEC97B04840F}" presName="linear" presStyleCnt="0">
        <dgm:presLayoutVars>
          <dgm:dir/>
          <dgm:animLvl val="lvl"/>
          <dgm:resizeHandles val="exact"/>
        </dgm:presLayoutVars>
      </dgm:prSet>
      <dgm:spPr/>
    </dgm:pt>
    <dgm:pt modelId="{F86A033B-AB1F-4E35-875A-1C0AEAB23A46}" type="pres">
      <dgm:prSet presAssocID="{C98620AE-FEA8-4FD5-8258-F4910EEFBE6C}" presName="parentLin" presStyleCnt="0"/>
      <dgm:spPr/>
    </dgm:pt>
    <dgm:pt modelId="{C6BCFBDA-7556-4EAD-B3E8-45A200310C5E}" type="pres">
      <dgm:prSet presAssocID="{C98620AE-FEA8-4FD5-8258-F4910EEFBE6C}" presName="parentLeftMargin" presStyleLbl="node1" presStyleIdx="0" presStyleCnt="2"/>
      <dgm:spPr/>
    </dgm:pt>
    <dgm:pt modelId="{86EF778E-19CA-419C-B3B3-A875992416B4}" type="pres">
      <dgm:prSet presAssocID="{C98620AE-FEA8-4FD5-8258-F4910EEFBE6C}" presName="parentText" presStyleLbl="node1" presStyleIdx="0" presStyleCnt="2">
        <dgm:presLayoutVars>
          <dgm:chMax val="0"/>
          <dgm:bulletEnabled val="1"/>
        </dgm:presLayoutVars>
      </dgm:prSet>
      <dgm:spPr/>
    </dgm:pt>
    <dgm:pt modelId="{F0DF3703-B768-4362-8B8E-F0504AF22357}" type="pres">
      <dgm:prSet presAssocID="{C98620AE-FEA8-4FD5-8258-F4910EEFBE6C}" presName="negativeSpace" presStyleCnt="0"/>
      <dgm:spPr/>
    </dgm:pt>
    <dgm:pt modelId="{CEBE5F0C-8059-4302-9C7B-55A36B25A4EB}" type="pres">
      <dgm:prSet presAssocID="{C98620AE-FEA8-4FD5-8258-F4910EEFBE6C}" presName="childText" presStyleLbl="conFgAcc1" presStyleIdx="0" presStyleCnt="2">
        <dgm:presLayoutVars>
          <dgm:bulletEnabled val="1"/>
        </dgm:presLayoutVars>
      </dgm:prSet>
      <dgm:spPr/>
    </dgm:pt>
    <dgm:pt modelId="{91F71478-CA7D-49A0-A9B3-0993DA64105E}" type="pres">
      <dgm:prSet presAssocID="{3104273B-C31C-42BD-AE30-A87893D2ACD4}" presName="spaceBetweenRectangles" presStyleCnt="0"/>
      <dgm:spPr/>
    </dgm:pt>
    <dgm:pt modelId="{5516E0FA-2B73-4A2C-9464-2A970CE72E51}" type="pres">
      <dgm:prSet presAssocID="{412982FE-171F-4DCD-9E99-294C2F452EA3}" presName="parentLin" presStyleCnt="0"/>
      <dgm:spPr/>
    </dgm:pt>
    <dgm:pt modelId="{70A14D64-259A-4C42-8C88-DA4F9600F93F}" type="pres">
      <dgm:prSet presAssocID="{412982FE-171F-4DCD-9E99-294C2F452EA3}" presName="parentLeftMargin" presStyleLbl="node1" presStyleIdx="0" presStyleCnt="2"/>
      <dgm:spPr/>
    </dgm:pt>
    <dgm:pt modelId="{932A5BCC-9B22-47BB-876F-490503FF87FE}" type="pres">
      <dgm:prSet presAssocID="{412982FE-171F-4DCD-9E99-294C2F452EA3}" presName="parentText" presStyleLbl="node1" presStyleIdx="1" presStyleCnt="2">
        <dgm:presLayoutVars>
          <dgm:chMax val="0"/>
          <dgm:bulletEnabled val="1"/>
        </dgm:presLayoutVars>
      </dgm:prSet>
      <dgm:spPr/>
    </dgm:pt>
    <dgm:pt modelId="{F8EFCD62-4CF8-464F-B507-0A5DDEA1811E}" type="pres">
      <dgm:prSet presAssocID="{412982FE-171F-4DCD-9E99-294C2F452EA3}" presName="negativeSpace" presStyleCnt="0"/>
      <dgm:spPr/>
    </dgm:pt>
    <dgm:pt modelId="{ADE3EEC1-2B04-4978-99AA-B38B828A3E66}" type="pres">
      <dgm:prSet presAssocID="{412982FE-171F-4DCD-9E99-294C2F452EA3}" presName="childText" presStyleLbl="conFgAcc1" presStyleIdx="1" presStyleCnt="2">
        <dgm:presLayoutVars>
          <dgm:bulletEnabled val="1"/>
        </dgm:presLayoutVars>
      </dgm:prSet>
      <dgm:spPr/>
    </dgm:pt>
  </dgm:ptLst>
  <dgm:cxnLst>
    <dgm:cxn modelId="{FD13CA15-B276-4BA3-A220-42ACBE37F8D5}" srcId="{412982FE-171F-4DCD-9E99-294C2F452EA3}" destId="{E5A4C44D-5803-4811-AE67-85269B92964A}" srcOrd="1" destOrd="0" parTransId="{6617CE5F-1915-40CF-854C-4C2389CED88D}" sibTransId="{BFB48638-5A1E-485D-8A5B-5D92ABDADAEC}"/>
    <dgm:cxn modelId="{C86E2236-1A3F-450B-8312-BDC7241EEB3D}" srcId="{C98620AE-FEA8-4FD5-8258-F4910EEFBE6C}" destId="{80C9F7BE-83EB-4D53-AE74-7AE010C7455B}" srcOrd="1" destOrd="0" parTransId="{CB96E76F-2807-4DF2-916B-BC322B03E763}" sibTransId="{1B7ABA12-B469-48E2-9DD4-C1B01AA810A4}"/>
    <dgm:cxn modelId="{2B155D36-C733-4A40-A700-3D3CC3BE64E0}" type="presOf" srcId="{C98620AE-FEA8-4FD5-8258-F4910EEFBE6C}" destId="{86EF778E-19CA-419C-B3B3-A875992416B4}" srcOrd="1" destOrd="0" presId="urn:microsoft.com/office/officeart/2005/8/layout/list1"/>
    <dgm:cxn modelId="{8218044B-A3B1-4991-BC18-6C6983E9C539}" srcId="{C98620AE-FEA8-4FD5-8258-F4910EEFBE6C}" destId="{3C1CCA37-EA7D-4CFB-AD36-BCA040379FF4}" srcOrd="2" destOrd="0" parTransId="{CBF4B4D1-696D-418F-A9C0-CBF095FE1442}" sibTransId="{C0BE9C4C-CF10-4D81-BD52-27E7BFDCB94F}"/>
    <dgm:cxn modelId="{3203424B-4660-4DBB-B02E-C7E8E8847A42}" type="presOf" srcId="{3C1CCA37-EA7D-4CFB-AD36-BCA040379FF4}" destId="{CEBE5F0C-8059-4302-9C7B-55A36B25A4EB}" srcOrd="0" destOrd="2" presId="urn:microsoft.com/office/officeart/2005/8/layout/list1"/>
    <dgm:cxn modelId="{4B4A424C-8536-41FF-ACC1-3B7DCED2C40A}" type="presOf" srcId="{C98620AE-FEA8-4FD5-8258-F4910EEFBE6C}" destId="{C6BCFBDA-7556-4EAD-B3E8-45A200310C5E}" srcOrd="0" destOrd="0" presId="urn:microsoft.com/office/officeart/2005/8/layout/list1"/>
    <dgm:cxn modelId="{1D8C1C6E-1EEE-48DD-844F-136F0850E97A}" srcId="{9E73F088-FF82-48F5-87BA-BEC97B04840F}" destId="{412982FE-171F-4DCD-9E99-294C2F452EA3}" srcOrd="1" destOrd="0" parTransId="{F156A93C-E5D3-4B7A-9576-12E37A39121F}" sibTransId="{2A5FD824-DC63-4D93-A66C-0A1503312C93}"/>
    <dgm:cxn modelId="{CACF3670-BF9B-4CEB-8C29-40D5CA7C92CD}" type="presOf" srcId="{5F0D0D7F-D949-430E-A08B-127EBFFD189B}" destId="{ADE3EEC1-2B04-4978-99AA-B38B828A3E66}" srcOrd="0" destOrd="2" presId="urn:microsoft.com/office/officeart/2005/8/layout/list1"/>
    <dgm:cxn modelId="{39775979-A1FD-446C-9E85-C6328E08C566}" type="presOf" srcId="{412982FE-171F-4DCD-9E99-294C2F452EA3}" destId="{70A14D64-259A-4C42-8C88-DA4F9600F93F}" srcOrd="0" destOrd="0" presId="urn:microsoft.com/office/officeart/2005/8/layout/list1"/>
    <dgm:cxn modelId="{DEA23F90-809D-4F81-A06D-C310ED1F9ECD}" srcId="{412982FE-171F-4DCD-9E99-294C2F452EA3}" destId="{7E20DDAC-2CA8-4282-8CF1-B9ED7156ADDC}" srcOrd="0" destOrd="0" parTransId="{F2AA71BC-B5DA-4F17-BAB3-134B25611C23}" sibTransId="{EE40296A-7229-4CD2-A50A-0480FAFBBE7C}"/>
    <dgm:cxn modelId="{5CD6BC95-4100-4D61-937E-EEDEC753E9C8}" srcId="{412982FE-171F-4DCD-9E99-294C2F452EA3}" destId="{5F0D0D7F-D949-430E-A08B-127EBFFD189B}" srcOrd="2" destOrd="0" parTransId="{B2A5B6CE-0580-4216-AF42-95FDC9F99F30}" sibTransId="{AF382945-D83F-4BC4-851E-40520F204D77}"/>
    <dgm:cxn modelId="{204C3BAD-FDE0-41DE-AB81-3534B90CA696}" srcId="{9E73F088-FF82-48F5-87BA-BEC97B04840F}" destId="{C98620AE-FEA8-4FD5-8258-F4910EEFBE6C}" srcOrd="0" destOrd="0" parTransId="{4A723E26-88BB-4C3D-A719-66AABD722EC7}" sibTransId="{3104273B-C31C-42BD-AE30-A87893D2ACD4}"/>
    <dgm:cxn modelId="{472F69B3-1A1F-4105-BF0A-D33234ED99EA}" type="presOf" srcId="{E5A4C44D-5803-4811-AE67-85269B92964A}" destId="{ADE3EEC1-2B04-4978-99AA-B38B828A3E66}" srcOrd="0" destOrd="1" presId="urn:microsoft.com/office/officeart/2005/8/layout/list1"/>
    <dgm:cxn modelId="{8B59ABC7-7EBB-4F1B-9B56-8A7381CDB802}" srcId="{C98620AE-FEA8-4FD5-8258-F4910EEFBE6C}" destId="{370E251F-7D14-4DFD-9246-DEF2E11A8334}" srcOrd="0" destOrd="0" parTransId="{950F1C60-3775-4B0D-B24D-3D01E7BE7B12}" sibTransId="{59AAF5C6-593F-446B-8DFB-F98CCBB3FC9E}"/>
    <dgm:cxn modelId="{9F4C82D1-8D8B-42C4-BAA9-C891F28C5DA4}" type="presOf" srcId="{412982FE-171F-4DCD-9E99-294C2F452EA3}" destId="{932A5BCC-9B22-47BB-876F-490503FF87FE}" srcOrd="1" destOrd="0" presId="urn:microsoft.com/office/officeart/2005/8/layout/list1"/>
    <dgm:cxn modelId="{2CE38BD2-45D8-4895-A10B-E964B3E7DE75}" type="presOf" srcId="{370E251F-7D14-4DFD-9246-DEF2E11A8334}" destId="{CEBE5F0C-8059-4302-9C7B-55A36B25A4EB}" srcOrd="0" destOrd="0" presId="urn:microsoft.com/office/officeart/2005/8/layout/list1"/>
    <dgm:cxn modelId="{F6C5D0D5-29FC-4F37-B4C4-C7F83DC5B6CE}" type="presOf" srcId="{9E73F088-FF82-48F5-87BA-BEC97B04840F}" destId="{913BEAE2-BBFB-4D0E-9480-F2F6E61775E8}" srcOrd="0" destOrd="0" presId="urn:microsoft.com/office/officeart/2005/8/layout/list1"/>
    <dgm:cxn modelId="{87FCC5F5-28D2-4DCF-A5DB-CD9CF6C848DB}" type="presOf" srcId="{80C9F7BE-83EB-4D53-AE74-7AE010C7455B}" destId="{CEBE5F0C-8059-4302-9C7B-55A36B25A4EB}" srcOrd="0" destOrd="1" presId="urn:microsoft.com/office/officeart/2005/8/layout/list1"/>
    <dgm:cxn modelId="{67B3E5FB-246C-4C9F-84EB-C47EB87C3CAD}" type="presOf" srcId="{7E20DDAC-2CA8-4282-8CF1-B9ED7156ADDC}" destId="{ADE3EEC1-2B04-4978-99AA-B38B828A3E66}" srcOrd="0" destOrd="0" presId="urn:microsoft.com/office/officeart/2005/8/layout/list1"/>
    <dgm:cxn modelId="{253E475B-0BD6-4C6A-8D79-75728B753579}" type="presParOf" srcId="{913BEAE2-BBFB-4D0E-9480-F2F6E61775E8}" destId="{F86A033B-AB1F-4E35-875A-1C0AEAB23A46}" srcOrd="0" destOrd="0" presId="urn:microsoft.com/office/officeart/2005/8/layout/list1"/>
    <dgm:cxn modelId="{6C3D1DCD-631F-4380-81D2-A0D211679613}" type="presParOf" srcId="{F86A033B-AB1F-4E35-875A-1C0AEAB23A46}" destId="{C6BCFBDA-7556-4EAD-B3E8-45A200310C5E}" srcOrd="0" destOrd="0" presId="urn:microsoft.com/office/officeart/2005/8/layout/list1"/>
    <dgm:cxn modelId="{F74E5232-F656-453B-ADF6-3CCFF34C4B7D}" type="presParOf" srcId="{F86A033B-AB1F-4E35-875A-1C0AEAB23A46}" destId="{86EF778E-19CA-419C-B3B3-A875992416B4}" srcOrd="1" destOrd="0" presId="urn:microsoft.com/office/officeart/2005/8/layout/list1"/>
    <dgm:cxn modelId="{BBC0F68B-6F79-4105-BC4B-54D11569F601}" type="presParOf" srcId="{913BEAE2-BBFB-4D0E-9480-F2F6E61775E8}" destId="{F0DF3703-B768-4362-8B8E-F0504AF22357}" srcOrd="1" destOrd="0" presId="urn:microsoft.com/office/officeart/2005/8/layout/list1"/>
    <dgm:cxn modelId="{EF805CB3-B8D2-435D-AE6E-1ABB9F395E1D}" type="presParOf" srcId="{913BEAE2-BBFB-4D0E-9480-F2F6E61775E8}" destId="{CEBE5F0C-8059-4302-9C7B-55A36B25A4EB}" srcOrd="2" destOrd="0" presId="urn:microsoft.com/office/officeart/2005/8/layout/list1"/>
    <dgm:cxn modelId="{2F773614-775C-4E2D-8419-2E39D05B6C22}" type="presParOf" srcId="{913BEAE2-BBFB-4D0E-9480-F2F6E61775E8}" destId="{91F71478-CA7D-49A0-A9B3-0993DA64105E}" srcOrd="3" destOrd="0" presId="urn:microsoft.com/office/officeart/2005/8/layout/list1"/>
    <dgm:cxn modelId="{3F0C3CFD-D022-4225-A332-F0FBA7A3178A}" type="presParOf" srcId="{913BEAE2-BBFB-4D0E-9480-F2F6E61775E8}" destId="{5516E0FA-2B73-4A2C-9464-2A970CE72E51}" srcOrd="4" destOrd="0" presId="urn:microsoft.com/office/officeart/2005/8/layout/list1"/>
    <dgm:cxn modelId="{E49D5093-A50E-4910-9083-AF6077093AC1}" type="presParOf" srcId="{5516E0FA-2B73-4A2C-9464-2A970CE72E51}" destId="{70A14D64-259A-4C42-8C88-DA4F9600F93F}" srcOrd="0" destOrd="0" presId="urn:microsoft.com/office/officeart/2005/8/layout/list1"/>
    <dgm:cxn modelId="{8AB454F3-B68B-4CB6-ADC9-E77FD591A6FE}" type="presParOf" srcId="{5516E0FA-2B73-4A2C-9464-2A970CE72E51}" destId="{932A5BCC-9B22-47BB-876F-490503FF87FE}" srcOrd="1" destOrd="0" presId="urn:microsoft.com/office/officeart/2005/8/layout/list1"/>
    <dgm:cxn modelId="{166FCF00-EA75-4740-8859-909915FAA998}" type="presParOf" srcId="{913BEAE2-BBFB-4D0E-9480-F2F6E61775E8}" destId="{F8EFCD62-4CF8-464F-B507-0A5DDEA1811E}" srcOrd="5" destOrd="0" presId="urn:microsoft.com/office/officeart/2005/8/layout/list1"/>
    <dgm:cxn modelId="{BCFA08E1-1C44-4D5A-99C8-A9950518D6BD}" type="presParOf" srcId="{913BEAE2-BBFB-4D0E-9480-F2F6E61775E8}" destId="{ADE3EEC1-2B04-4978-99AA-B38B828A3E66}"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2C12587-C261-49AB-AE23-F2AA6E811B49}"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B3B51A04-044A-49AC-A68E-AE44F68A8607}">
      <dgm:prSet/>
      <dgm:spPr/>
      <dgm:t>
        <a:bodyPr/>
        <a:lstStyle/>
        <a:p>
          <a:r>
            <a:rPr lang="en-US" b="1" dirty="0"/>
            <a:t>Data Preparation</a:t>
          </a:r>
          <a:endParaRPr lang="en-US" dirty="0"/>
        </a:p>
      </dgm:t>
    </dgm:pt>
    <dgm:pt modelId="{16EDFAAF-E1F4-4DB6-827E-FB5B0CF8462F}" type="parTrans" cxnId="{2EC74048-278B-49FC-BA34-AC08831EB866}">
      <dgm:prSet/>
      <dgm:spPr/>
      <dgm:t>
        <a:bodyPr/>
        <a:lstStyle/>
        <a:p>
          <a:endParaRPr lang="en-US"/>
        </a:p>
      </dgm:t>
    </dgm:pt>
    <dgm:pt modelId="{139E2FAB-2506-4967-B144-E7B896FFB3BB}" type="sibTrans" cxnId="{2EC74048-278B-49FC-BA34-AC08831EB866}">
      <dgm:prSet/>
      <dgm:spPr/>
      <dgm:t>
        <a:bodyPr/>
        <a:lstStyle/>
        <a:p>
          <a:endParaRPr lang="en-US"/>
        </a:p>
      </dgm:t>
    </dgm:pt>
    <dgm:pt modelId="{11F4CB97-448B-4691-8DEC-AE8257FA1250}">
      <dgm:prSet custT="1"/>
      <dgm:spPr/>
      <dgm:t>
        <a:bodyPr/>
        <a:lstStyle/>
        <a:p>
          <a:r>
            <a:rPr lang="en-US" sz="1400" dirty="0"/>
            <a:t>Cleaned and normalized data </a:t>
          </a:r>
        </a:p>
      </dgm:t>
    </dgm:pt>
    <dgm:pt modelId="{B2CAB94D-CDFD-497E-B751-79206FC29831}" type="parTrans" cxnId="{770D9C4E-0727-46D6-B79E-DFBBB3FB7C95}">
      <dgm:prSet/>
      <dgm:spPr/>
      <dgm:t>
        <a:bodyPr/>
        <a:lstStyle/>
        <a:p>
          <a:endParaRPr lang="en-US"/>
        </a:p>
      </dgm:t>
    </dgm:pt>
    <dgm:pt modelId="{F14F27E3-9889-4A26-9313-46F6159E6969}" type="sibTrans" cxnId="{770D9C4E-0727-46D6-B79E-DFBBB3FB7C95}">
      <dgm:prSet/>
      <dgm:spPr/>
      <dgm:t>
        <a:bodyPr/>
        <a:lstStyle/>
        <a:p>
          <a:endParaRPr lang="en-US"/>
        </a:p>
      </dgm:t>
    </dgm:pt>
    <dgm:pt modelId="{F5F09261-354F-4A01-A16D-093200DA628F}">
      <dgm:prSet custT="1"/>
      <dgm:spPr/>
      <dgm:t>
        <a:bodyPr/>
        <a:lstStyle/>
        <a:p>
          <a:r>
            <a:rPr lang="en-US" sz="1400" dirty="0"/>
            <a:t>Engineered features: [A, B, C] </a:t>
          </a:r>
          <a:endParaRPr lang="en-US" sz="1300" dirty="0"/>
        </a:p>
      </dgm:t>
    </dgm:pt>
    <dgm:pt modelId="{EE398148-C3B3-4EEA-A18F-38EA7B9CDE35}" type="parTrans" cxnId="{3B8961B0-F32A-4ACF-930B-44F3D337CFB7}">
      <dgm:prSet/>
      <dgm:spPr/>
      <dgm:t>
        <a:bodyPr/>
        <a:lstStyle/>
        <a:p>
          <a:endParaRPr lang="en-US"/>
        </a:p>
      </dgm:t>
    </dgm:pt>
    <dgm:pt modelId="{84A8FEF6-8423-47DB-907A-95986BA5B907}" type="sibTrans" cxnId="{3B8961B0-F32A-4ACF-930B-44F3D337CFB7}">
      <dgm:prSet/>
      <dgm:spPr/>
      <dgm:t>
        <a:bodyPr/>
        <a:lstStyle/>
        <a:p>
          <a:endParaRPr lang="en-US"/>
        </a:p>
      </dgm:t>
    </dgm:pt>
    <dgm:pt modelId="{92660779-EEAB-4C03-B674-BF9B7BDE7053}">
      <dgm:prSet/>
      <dgm:spPr/>
      <dgm:t>
        <a:bodyPr/>
        <a:lstStyle/>
        <a:p>
          <a:r>
            <a:rPr lang="en-US" b="1" dirty="0"/>
            <a:t>Model Selection</a:t>
          </a:r>
          <a:endParaRPr lang="en-US" dirty="0"/>
        </a:p>
      </dgm:t>
    </dgm:pt>
    <dgm:pt modelId="{752B977F-376F-47AD-9715-99D55E2A5966}" type="parTrans" cxnId="{403FED28-4E19-4D73-8F7D-7CFAFCC86695}">
      <dgm:prSet/>
      <dgm:spPr/>
      <dgm:t>
        <a:bodyPr/>
        <a:lstStyle/>
        <a:p>
          <a:endParaRPr lang="en-US"/>
        </a:p>
      </dgm:t>
    </dgm:pt>
    <dgm:pt modelId="{1D3DD967-1542-420F-BF69-5A39494142C0}" type="sibTrans" cxnId="{403FED28-4E19-4D73-8F7D-7CFAFCC86695}">
      <dgm:prSet/>
      <dgm:spPr/>
      <dgm:t>
        <a:bodyPr/>
        <a:lstStyle/>
        <a:p>
          <a:endParaRPr lang="en-US"/>
        </a:p>
      </dgm:t>
    </dgm:pt>
    <dgm:pt modelId="{15210A6A-47EE-4812-B73C-CFE7927160A8}">
      <dgm:prSet custT="1"/>
      <dgm:spPr/>
      <dgm:t>
        <a:bodyPr/>
        <a:lstStyle/>
        <a:p>
          <a:r>
            <a:rPr lang="en-US" sz="1400" dirty="0"/>
            <a:t>Model: [ML model] </a:t>
          </a:r>
        </a:p>
      </dgm:t>
    </dgm:pt>
    <dgm:pt modelId="{A7E6F3E3-D811-4743-8F69-4AA5C702A534}" type="parTrans" cxnId="{EA6D4DFA-1287-4174-A424-97302DC44E02}">
      <dgm:prSet/>
      <dgm:spPr/>
      <dgm:t>
        <a:bodyPr/>
        <a:lstStyle/>
        <a:p>
          <a:endParaRPr lang="en-US"/>
        </a:p>
      </dgm:t>
    </dgm:pt>
    <dgm:pt modelId="{0A0FC4BA-60CD-4323-B00F-196E7D828F2A}" type="sibTrans" cxnId="{EA6D4DFA-1287-4174-A424-97302DC44E02}">
      <dgm:prSet/>
      <dgm:spPr/>
      <dgm:t>
        <a:bodyPr/>
        <a:lstStyle/>
        <a:p>
          <a:endParaRPr lang="en-US"/>
        </a:p>
      </dgm:t>
    </dgm:pt>
    <dgm:pt modelId="{F6A4B9FD-AE2B-4AC6-9F00-6FB8DD2DCBA5}">
      <dgm:prSet custT="1"/>
      <dgm:spPr/>
      <dgm:t>
        <a:bodyPr/>
        <a:lstStyle/>
        <a:p>
          <a:r>
            <a:rPr lang="en-US" sz="1400" dirty="0"/>
            <a:t>Chosen for performance + interpretability </a:t>
          </a:r>
          <a:endParaRPr lang="en-US" sz="1300" dirty="0"/>
        </a:p>
      </dgm:t>
    </dgm:pt>
    <dgm:pt modelId="{6B032CF0-7E5E-4849-9C59-CA3754EE2F0C}" type="parTrans" cxnId="{A22CBB81-37DE-46C0-BF82-3B3B12CEAFBB}">
      <dgm:prSet/>
      <dgm:spPr/>
      <dgm:t>
        <a:bodyPr/>
        <a:lstStyle/>
        <a:p>
          <a:endParaRPr lang="en-US"/>
        </a:p>
      </dgm:t>
    </dgm:pt>
    <dgm:pt modelId="{28955FB2-941D-4D72-AF4E-45C8C52E26C8}" type="sibTrans" cxnId="{A22CBB81-37DE-46C0-BF82-3B3B12CEAFBB}">
      <dgm:prSet/>
      <dgm:spPr/>
      <dgm:t>
        <a:bodyPr/>
        <a:lstStyle/>
        <a:p>
          <a:endParaRPr lang="en-US"/>
        </a:p>
      </dgm:t>
    </dgm:pt>
    <dgm:pt modelId="{ABDD42FF-EF58-4D49-94BA-39A12F5125A9}">
      <dgm:prSet/>
      <dgm:spPr/>
      <dgm:t>
        <a:bodyPr/>
        <a:lstStyle/>
        <a:p>
          <a:r>
            <a:rPr lang="en-US" b="1" dirty="0"/>
            <a:t>Workflow</a:t>
          </a:r>
          <a:endParaRPr lang="en-US" dirty="0"/>
        </a:p>
      </dgm:t>
    </dgm:pt>
    <dgm:pt modelId="{09AF3C8A-7492-4AF6-84C4-8F9DBE80C075}" type="parTrans" cxnId="{0F85F079-0DB7-4894-BDD2-3310ADBA81D9}">
      <dgm:prSet/>
      <dgm:spPr/>
      <dgm:t>
        <a:bodyPr/>
        <a:lstStyle/>
        <a:p>
          <a:endParaRPr lang="en-US"/>
        </a:p>
      </dgm:t>
    </dgm:pt>
    <dgm:pt modelId="{C61BD6DB-05B2-456C-A878-9C0938F702D1}" type="sibTrans" cxnId="{0F85F079-0DB7-4894-BDD2-3310ADBA81D9}">
      <dgm:prSet/>
      <dgm:spPr/>
      <dgm:t>
        <a:bodyPr/>
        <a:lstStyle/>
        <a:p>
          <a:endParaRPr lang="en-US"/>
        </a:p>
      </dgm:t>
    </dgm:pt>
    <dgm:pt modelId="{C449C70C-EAD3-4D73-A364-B96F153391CA}">
      <dgm:prSet custT="1"/>
      <dgm:spPr/>
      <dgm:t>
        <a:bodyPr/>
        <a:lstStyle/>
        <a:p>
          <a:r>
            <a:rPr lang="en-US" sz="1400" dirty="0"/>
            <a:t>Train / validation / test split </a:t>
          </a:r>
        </a:p>
      </dgm:t>
    </dgm:pt>
    <dgm:pt modelId="{286F1200-3FC5-40A5-ADB5-6FA88B15D03A}" type="parTrans" cxnId="{276A8FDA-0EED-4C15-9174-7E036DC1965D}">
      <dgm:prSet/>
      <dgm:spPr/>
      <dgm:t>
        <a:bodyPr/>
        <a:lstStyle/>
        <a:p>
          <a:endParaRPr lang="en-US"/>
        </a:p>
      </dgm:t>
    </dgm:pt>
    <dgm:pt modelId="{D648347C-FCB6-4C11-84C4-F7E6CDF09C7D}" type="sibTrans" cxnId="{276A8FDA-0EED-4C15-9174-7E036DC1965D}">
      <dgm:prSet/>
      <dgm:spPr/>
      <dgm:t>
        <a:bodyPr/>
        <a:lstStyle/>
        <a:p>
          <a:endParaRPr lang="en-US"/>
        </a:p>
      </dgm:t>
    </dgm:pt>
    <dgm:pt modelId="{7CFDEB6A-0B2A-41A4-B908-F009418B1589}">
      <dgm:prSet custT="1"/>
      <dgm:spPr/>
      <dgm:t>
        <a:bodyPr/>
        <a:lstStyle/>
        <a:p>
          <a:r>
            <a:rPr lang="en-US" sz="1400" dirty="0"/>
            <a:t>Hyperparameter tuning</a:t>
          </a:r>
          <a:endParaRPr lang="en-US" sz="1300" dirty="0"/>
        </a:p>
      </dgm:t>
    </dgm:pt>
    <dgm:pt modelId="{080E98D1-BD86-4239-A1CA-C59F55ED0F51}" type="parTrans" cxnId="{2116266E-39FA-4DEA-9AF5-4EF1C019792B}">
      <dgm:prSet/>
      <dgm:spPr/>
      <dgm:t>
        <a:bodyPr/>
        <a:lstStyle/>
        <a:p>
          <a:endParaRPr lang="en-US"/>
        </a:p>
      </dgm:t>
    </dgm:pt>
    <dgm:pt modelId="{C0836B3E-2C1E-46E1-B22C-8513962DA1AE}" type="sibTrans" cxnId="{2116266E-39FA-4DEA-9AF5-4EF1C019792B}">
      <dgm:prSet/>
      <dgm:spPr/>
      <dgm:t>
        <a:bodyPr/>
        <a:lstStyle/>
        <a:p>
          <a:endParaRPr lang="en-US"/>
        </a:p>
      </dgm:t>
    </dgm:pt>
    <dgm:pt modelId="{E0FBBC0A-4444-4E27-BC0F-A8662DDB82D3}" type="pres">
      <dgm:prSet presAssocID="{92C12587-C261-49AB-AE23-F2AA6E811B49}" presName="root" presStyleCnt="0">
        <dgm:presLayoutVars>
          <dgm:dir/>
          <dgm:resizeHandles val="exact"/>
        </dgm:presLayoutVars>
      </dgm:prSet>
      <dgm:spPr/>
    </dgm:pt>
    <dgm:pt modelId="{CECF32F8-E0E0-4064-A1F8-344C7009E2AD}" type="pres">
      <dgm:prSet presAssocID="{B3B51A04-044A-49AC-A68E-AE44F68A8607}" presName="compNode" presStyleCnt="0"/>
      <dgm:spPr/>
    </dgm:pt>
    <dgm:pt modelId="{308D218F-B5C9-4B25-BE14-5C725757568E}" type="pres">
      <dgm:prSet presAssocID="{B3B51A04-044A-49AC-A68E-AE44F68A8607}" presName="bgRect" presStyleLbl="bgShp" presStyleIdx="0" presStyleCnt="3"/>
      <dgm:spPr/>
    </dgm:pt>
    <dgm:pt modelId="{6E40C719-F729-4671-9E6D-FAF1E4628E1F}" type="pres">
      <dgm:prSet presAssocID="{B3B51A04-044A-49AC-A68E-AE44F68A8607}"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C94E388C-7B7D-4354-A5CD-B2AD84848AD0}" type="pres">
      <dgm:prSet presAssocID="{B3B51A04-044A-49AC-A68E-AE44F68A8607}" presName="spaceRect" presStyleCnt="0"/>
      <dgm:spPr/>
    </dgm:pt>
    <dgm:pt modelId="{129DEB09-6F7F-4869-9626-4C2AA74CEC98}" type="pres">
      <dgm:prSet presAssocID="{B3B51A04-044A-49AC-A68E-AE44F68A8607}" presName="parTx" presStyleLbl="revTx" presStyleIdx="0" presStyleCnt="6" custLinFactNeighborX="-14751" custLinFactNeighborY="296">
        <dgm:presLayoutVars>
          <dgm:chMax val="0"/>
          <dgm:chPref val="0"/>
        </dgm:presLayoutVars>
      </dgm:prSet>
      <dgm:spPr/>
    </dgm:pt>
    <dgm:pt modelId="{C3924349-3976-41AC-8037-4AF1B1A54B4E}" type="pres">
      <dgm:prSet presAssocID="{B3B51A04-044A-49AC-A68E-AE44F68A8607}" presName="desTx" presStyleLbl="revTx" presStyleIdx="1" presStyleCnt="6" custScaleX="131673" custLinFactNeighborX="-22904" custLinFactNeighborY="510">
        <dgm:presLayoutVars/>
      </dgm:prSet>
      <dgm:spPr/>
    </dgm:pt>
    <dgm:pt modelId="{46C4395D-6EA8-4960-8A52-B4FC7F28395E}" type="pres">
      <dgm:prSet presAssocID="{139E2FAB-2506-4967-B144-E7B896FFB3BB}" presName="sibTrans" presStyleCnt="0"/>
      <dgm:spPr/>
    </dgm:pt>
    <dgm:pt modelId="{895454A0-D7FA-4EBF-B05C-DB241CD82983}" type="pres">
      <dgm:prSet presAssocID="{92660779-EEAB-4C03-B674-BF9B7BDE7053}" presName="compNode" presStyleCnt="0"/>
      <dgm:spPr/>
    </dgm:pt>
    <dgm:pt modelId="{05DBAAAB-887E-4650-9F21-C6ECC9E9A4BB}" type="pres">
      <dgm:prSet presAssocID="{92660779-EEAB-4C03-B674-BF9B7BDE7053}" presName="bgRect" presStyleLbl="bgShp" presStyleIdx="1" presStyleCnt="3"/>
      <dgm:spPr/>
    </dgm:pt>
    <dgm:pt modelId="{270CAD88-6F94-4A88-882A-A4E268125984}" type="pres">
      <dgm:prSet presAssocID="{92660779-EEAB-4C03-B674-BF9B7BDE7053}"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90620D1C-FD18-40F3-9A76-42D2AE138E9D}" type="pres">
      <dgm:prSet presAssocID="{92660779-EEAB-4C03-B674-BF9B7BDE7053}" presName="spaceRect" presStyleCnt="0"/>
      <dgm:spPr/>
    </dgm:pt>
    <dgm:pt modelId="{F950F316-BBB4-4ABF-9BBC-845DB255AD51}" type="pres">
      <dgm:prSet presAssocID="{92660779-EEAB-4C03-B674-BF9B7BDE7053}" presName="parTx" presStyleLbl="revTx" presStyleIdx="2" presStyleCnt="6" custLinFactNeighborX="-14408" custLinFactNeighborY="0">
        <dgm:presLayoutVars>
          <dgm:chMax val="0"/>
          <dgm:chPref val="0"/>
        </dgm:presLayoutVars>
      </dgm:prSet>
      <dgm:spPr/>
    </dgm:pt>
    <dgm:pt modelId="{9841F99E-8587-47BB-8E5B-5E7552F2B649}" type="pres">
      <dgm:prSet presAssocID="{92660779-EEAB-4C03-B674-BF9B7BDE7053}" presName="desTx" presStyleLbl="revTx" presStyleIdx="3" presStyleCnt="6" custScaleX="131673" custLinFactNeighborX="-27840" custLinFactNeighborY="0">
        <dgm:presLayoutVars/>
      </dgm:prSet>
      <dgm:spPr/>
    </dgm:pt>
    <dgm:pt modelId="{4E8A865A-6AB7-4805-B59E-A05C3660103E}" type="pres">
      <dgm:prSet presAssocID="{1D3DD967-1542-420F-BF69-5A39494142C0}" presName="sibTrans" presStyleCnt="0"/>
      <dgm:spPr/>
    </dgm:pt>
    <dgm:pt modelId="{D3870FBC-1A49-45C0-A1AC-F8A7261E4AB5}" type="pres">
      <dgm:prSet presAssocID="{ABDD42FF-EF58-4D49-94BA-39A12F5125A9}" presName="compNode" presStyleCnt="0"/>
      <dgm:spPr/>
    </dgm:pt>
    <dgm:pt modelId="{3C24337D-580A-483C-8B25-7EEDB794829C}" type="pres">
      <dgm:prSet presAssocID="{ABDD42FF-EF58-4D49-94BA-39A12F5125A9}" presName="bgRect" presStyleLbl="bgShp" presStyleIdx="2" presStyleCnt="3"/>
      <dgm:spPr/>
    </dgm:pt>
    <dgm:pt modelId="{F9F75E66-72EA-45FD-A487-ADB422523F1D}" type="pres">
      <dgm:prSet presAssocID="{ABDD42FF-EF58-4D49-94BA-39A12F5125A9}"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rain"/>
        </a:ext>
      </dgm:extLst>
    </dgm:pt>
    <dgm:pt modelId="{49485206-7E20-4F7E-B146-272504FE622C}" type="pres">
      <dgm:prSet presAssocID="{ABDD42FF-EF58-4D49-94BA-39A12F5125A9}" presName="spaceRect" presStyleCnt="0"/>
      <dgm:spPr/>
    </dgm:pt>
    <dgm:pt modelId="{F36BB16B-609C-4753-8B4D-DFF7E3506DF5}" type="pres">
      <dgm:prSet presAssocID="{ABDD42FF-EF58-4D49-94BA-39A12F5125A9}" presName="parTx" presStyleLbl="revTx" presStyleIdx="4" presStyleCnt="6" custLinFactNeighborX="-14407" custLinFactNeighborY="214">
        <dgm:presLayoutVars>
          <dgm:chMax val="0"/>
          <dgm:chPref val="0"/>
        </dgm:presLayoutVars>
      </dgm:prSet>
      <dgm:spPr/>
    </dgm:pt>
    <dgm:pt modelId="{CAEF443E-C1E1-493B-8B15-6982A9DC9875}" type="pres">
      <dgm:prSet presAssocID="{ABDD42FF-EF58-4D49-94BA-39A12F5125A9}" presName="desTx" presStyleLbl="revTx" presStyleIdx="5" presStyleCnt="6" custScaleX="131673" custLinFactNeighborX="-28308" custLinFactNeighborY="557">
        <dgm:presLayoutVars/>
      </dgm:prSet>
      <dgm:spPr/>
    </dgm:pt>
  </dgm:ptLst>
  <dgm:cxnLst>
    <dgm:cxn modelId="{6F7E0D1E-0184-4A6E-9CD1-0D5D3F8F18EF}" type="presOf" srcId="{ABDD42FF-EF58-4D49-94BA-39A12F5125A9}" destId="{F36BB16B-609C-4753-8B4D-DFF7E3506DF5}" srcOrd="0" destOrd="0" presId="urn:microsoft.com/office/officeart/2018/2/layout/IconVerticalSolidList"/>
    <dgm:cxn modelId="{403FED28-4E19-4D73-8F7D-7CFAFCC86695}" srcId="{92C12587-C261-49AB-AE23-F2AA6E811B49}" destId="{92660779-EEAB-4C03-B674-BF9B7BDE7053}" srcOrd="1" destOrd="0" parTransId="{752B977F-376F-47AD-9715-99D55E2A5966}" sibTransId="{1D3DD967-1542-420F-BF69-5A39494142C0}"/>
    <dgm:cxn modelId="{0030602C-1C1A-43FC-8864-DEB3351801D7}" type="presOf" srcId="{92C12587-C261-49AB-AE23-F2AA6E811B49}" destId="{E0FBBC0A-4444-4E27-BC0F-A8662DDB82D3}" srcOrd="0" destOrd="0" presId="urn:microsoft.com/office/officeart/2018/2/layout/IconVerticalSolidList"/>
    <dgm:cxn modelId="{7491A242-AA1F-48E8-ACC7-78A6A079CC10}" type="presOf" srcId="{15210A6A-47EE-4812-B73C-CFE7927160A8}" destId="{9841F99E-8587-47BB-8E5B-5E7552F2B649}" srcOrd="0" destOrd="0" presId="urn:microsoft.com/office/officeart/2018/2/layout/IconVerticalSolidList"/>
    <dgm:cxn modelId="{DDADC342-05CF-4FC8-8C42-88BDA9E3F2DE}" type="presOf" srcId="{11F4CB97-448B-4691-8DEC-AE8257FA1250}" destId="{C3924349-3976-41AC-8037-4AF1B1A54B4E}" srcOrd="0" destOrd="0" presId="urn:microsoft.com/office/officeart/2018/2/layout/IconVerticalSolidList"/>
    <dgm:cxn modelId="{2EC74048-278B-49FC-BA34-AC08831EB866}" srcId="{92C12587-C261-49AB-AE23-F2AA6E811B49}" destId="{B3B51A04-044A-49AC-A68E-AE44F68A8607}" srcOrd="0" destOrd="0" parTransId="{16EDFAAF-E1F4-4DB6-827E-FB5B0CF8462F}" sibTransId="{139E2FAB-2506-4967-B144-E7B896FFB3BB}"/>
    <dgm:cxn modelId="{4414B84A-BAB4-4CC1-B5CD-68C21CB38E3C}" type="presOf" srcId="{7CFDEB6A-0B2A-41A4-B908-F009418B1589}" destId="{CAEF443E-C1E1-493B-8B15-6982A9DC9875}" srcOrd="0" destOrd="1" presId="urn:microsoft.com/office/officeart/2018/2/layout/IconVerticalSolidList"/>
    <dgm:cxn modelId="{770D9C4E-0727-46D6-B79E-DFBBB3FB7C95}" srcId="{B3B51A04-044A-49AC-A68E-AE44F68A8607}" destId="{11F4CB97-448B-4691-8DEC-AE8257FA1250}" srcOrd="0" destOrd="0" parTransId="{B2CAB94D-CDFD-497E-B751-79206FC29831}" sibTransId="{F14F27E3-9889-4A26-9313-46F6159E6969}"/>
    <dgm:cxn modelId="{49CD0164-907F-4B18-B527-5BE036EAC14A}" type="presOf" srcId="{B3B51A04-044A-49AC-A68E-AE44F68A8607}" destId="{129DEB09-6F7F-4869-9626-4C2AA74CEC98}" srcOrd="0" destOrd="0" presId="urn:microsoft.com/office/officeart/2018/2/layout/IconVerticalSolidList"/>
    <dgm:cxn modelId="{2116266E-39FA-4DEA-9AF5-4EF1C019792B}" srcId="{ABDD42FF-EF58-4D49-94BA-39A12F5125A9}" destId="{7CFDEB6A-0B2A-41A4-B908-F009418B1589}" srcOrd="1" destOrd="0" parTransId="{080E98D1-BD86-4239-A1CA-C59F55ED0F51}" sibTransId="{C0836B3E-2C1E-46E1-B22C-8513962DA1AE}"/>
    <dgm:cxn modelId="{0F85F079-0DB7-4894-BDD2-3310ADBA81D9}" srcId="{92C12587-C261-49AB-AE23-F2AA6E811B49}" destId="{ABDD42FF-EF58-4D49-94BA-39A12F5125A9}" srcOrd="2" destOrd="0" parTransId="{09AF3C8A-7492-4AF6-84C4-8F9DBE80C075}" sibTransId="{C61BD6DB-05B2-456C-A878-9C0938F702D1}"/>
    <dgm:cxn modelId="{B87C247D-159B-4233-86E6-F9982F573D1B}" type="presOf" srcId="{C449C70C-EAD3-4D73-A364-B96F153391CA}" destId="{CAEF443E-C1E1-493B-8B15-6982A9DC9875}" srcOrd="0" destOrd="0" presId="urn:microsoft.com/office/officeart/2018/2/layout/IconVerticalSolidList"/>
    <dgm:cxn modelId="{A22CBB81-37DE-46C0-BF82-3B3B12CEAFBB}" srcId="{92660779-EEAB-4C03-B674-BF9B7BDE7053}" destId="{F6A4B9FD-AE2B-4AC6-9F00-6FB8DD2DCBA5}" srcOrd="1" destOrd="0" parTransId="{6B032CF0-7E5E-4849-9C59-CA3754EE2F0C}" sibTransId="{28955FB2-941D-4D72-AF4E-45C8C52E26C8}"/>
    <dgm:cxn modelId="{CFF83191-E876-4503-8E9B-0E9B6C75245A}" type="presOf" srcId="{F6A4B9FD-AE2B-4AC6-9F00-6FB8DD2DCBA5}" destId="{9841F99E-8587-47BB-8E5B-5E7552F2B649}" srcOrd="0" destOrd="1" presId="urn:microsoft.com/office/officeart/2018/2/layout/IconVerticalSolidList"/>
    <dgm:cxn modelId="{3B8961B0-F32A-4ACF-930B-44F3D337CFB7}" srcId="{B3B51A04-044A-49AC-A68E-AE44F68A8607}" destId="{F5F09261-354F-4A01-A16D-093200DA628F}" srcOrd="1" destOrd="0" parTransId="{EE398148-C3B3-4EEA-A18F-38EA7B9CDE35}" sibTransId="{84A8FEF6-8423-47DB-907A-95986BA5B907}"/>
    <dgm:cxn modelId="{A4A832C9-E3D8-41C9-9447-4A81B39E403A}" type="presOf" srcId="{92660779-EEAB-4C03-B674-BF9B7BDE7053}" destId="{F950F316-BBB4-4ABF-9BBC-845DB255AD51}" srcOrd="0" destOrd="0" presId="urn:microsoft.com/office/officeart/2018/2/layout/IconVerticalSolidList"/>
    <dgm:cxn modelId="{29A8C8CC-3172-4F54-82E4-DFEDB09B7985}" type="presOf" srcId="{F5F09261-354F-4A01-A16D-093200DA628F}" destId="{C3924349-3976-41AC-8037-4AF1B1A54B4E}" srcOrd="0" destOrd="1" presId="urn:microsoft.com/office/officeart/2018/2/layout/IconVerticalSolidList"/>
    <dgm:cxn modelId="{276A8FDA-0EED-4C15-9174-7E036DC1965D}" srcId="{ABDD42FF-EF58-4D49-94BA-39A12F5125A9}" destId="{C449C70C-EAD3-4D73-A364-B96F153391CA}" srcOrd="0" destOrd="0" parTransId="{286F1200-3FC5-40A5-ADB5-6FA88B15D03A}" sibTransId="{D648347C-FCB6-4C11-84C4-F7E6CDF09C7D}"/>
    <dgm:cxn modelId="{EA6D4DFA-1287-4174-A424-97302DC44E02}" srcId="{92660779-EEAB-4C03-B674-BF9B7BDE7053}" destId="{15210A6A-47EE-4812-B73C-CFE7927160A8}" srcOrd="0" destOrd="0" parTransId="{A7E6F3E3-D811-4743-8F69-4AA5C702A534}" sibTransId="{0A0FC4BA-60CD-4323-B00F-196E7D828F2A}"/>
    <dgm:cxn modelId="{F936FC29-2BF8-4E94-8868-A77F32EECCF2}" type="presParOf" srcId="{E0FBBC0A-4444-4E27-BC0F-A8662DDB82D3}" destId="{CECF32F8-E0E0-4064-A1F8-344C7009E2AD}" srcOrd="0" destOrd="0" presId="urn:microsoft.com/office/officeart/2018/2/layout/IconVerticalSolidList"/>
    <dgm:cxn modelId="{54DA14C7-8DBE-4FB4-956A-C1C032E2D99E}" type="presParOf" srcId="{CECF32F8-E0E0-4064-A1F8-344C7009E2AD}" destId="{308D218F-B5C9-4B25-BE14-5C725757568E}" srcOrd="0" destOrd="0" presId="urn:microsoft.com/office/officeart/2018/2/layout/IconVerticalSolidList"/>
    <dgm:cxn modelId="{B1B2169D-B2BD-495C-9D6F-3FAC9EEED97C}" type="presParOf" srcId="{CECF32F8-E0E0-4064-A1F8-344C7009E2AD}" destId="{6E40C719-F729-4671-9E6D-FAF1E4628E1F}" srcOrd="1" destOrd="0" presId="urn:microsoft.com/office/officeart/2018/2/layout/IconVerticalSolidList"/>
    <dgm:cxn modelId="{1D31F553-7AA6-4370-B300-BB5AA81EC204}" type="presParOf" srcId="{CECF32F8-E0E0-4064-A1F8-344C7009E2AD}" destId="{C94E388C-7B7D-4354-A5CD-B2AD84848AD0}" srcOrd="2" destOrd="0" presId="urn:microsoft.com/office/officeart/2018/2/layout/IconVerticalSolidList"/>
    <dgm:cxn modelId="{79793C18-CEDA-45E7-B504-2767A97B0C66}" type="presParOf" srcId="{CECF32F8-E0E0-4064-A1F8-344C7009E2AD}" destId="{129DEB09-6F7F-4869-9626-4C2AA74CEC98}" srcOrd="3" destOrd="0" presId="urn:microsoft.com/office/officeart/2018/2/layout/IconVerticalSolidList"/>
    <dgm:cxn modelId="{A9B477F1-B6A5-48FA-9971-7D5AB3D81006}" type="presParOf" srcId="{CECF32F8-E0E0-4064-A1F8-344C7009E2AD}" destId="{C3924349-3976-41AC-8037-4AF1B1A54B4E}" srcOrd="4" destOrd="0" presId="urn:microsoft.com/office/officeart/2018/2/layout/IconVerticalSolidList"/>
    <dgm:cxn modelId="{7EF467FA-A375-49F0-A665-60A4F399D6FA}" type="presParOf" srcId="{E0FBBC0A-4444-4E27-BC0F-A8662DDB82D3}" destId="{46C4395D-6EA8-4960-8A52-B4FC7F28395E}" srcOrd="1" destOrd="0" presId="urn:microsoft.com/office/officeart/2018/2/layout/IconVerticalSolidList"/>
    <dgm:cxn modelId="{48229FDD-0320-40BA-B856-FBD82518C5BD}" type="presParOf" srcId="{E0FBBC0A-4444-4E27-BC0F-A8662DDB82D3}" destId="{895454A0-D7FA-4EBF-B05C-DB241CD82983}" srcOrd="2" destOrd="0" presId="urn:microsoft.com/office/officeart/2018/2/layout/IconVerticalSolidList"/>
    <dgm:cxn modelId="{0A6A3853-180E-4A2B-BD75-31AD8D47295E}" type="presParOf" srcId="{895454A0-D7FA-4EBF-B05C-DB241CD82983}" destId="{05DBAAAB-887E-4650-9F21-C6ECC9E9A4BB}" srcOrd="0" destOrd="0" presId="urn:microsoft.com/office/officeart/2018/2/layout/IconVerticalSolidList"/>
    <dgm:cxn modelId="{E3FD6BEA-C7C5-4F8A-A40D-9E75C0E99B8E}" type="presParOf" srcId="{895454A0-D7FA-4EBF-B05C-DB241CD82983}" destId="{270CAD88-6F94-4A88-882A-A4E268125984}" srcOrd="1" destOrd="0" presId="urn:microsoft.com/office/officeart/2018/2/layout/IconVerticalSolidList"/>
    <dgm:cxn modelId="{74EDA963-9450-4DD1-A6F1-88E342BEF9EF}" type="presParOf" srcId="{895454A0-D7FA-4EBF-B05C-DB241CD82983}" destId="{90620D1C-FD18-40F3-9A76-42D2AE138E9D}" srcOrd="2" destOrd="0" presId="urn:microsoft.com/office/officeart/2018/2/layout/IconVerticalSolidList"/>
    <dgm:cxn modelId="{59684D7B-22BE-42E8-AD60-C9AF76740E9B}" type="presParOf" srcId="{895454A0-D7FA-4EBF-B05C-DB241CD82983}" destId="{F950F316-BBB4-4ABF-9BBC-845DB255AD51}" srcOrd="3" destOrd="0" presId="urn:microsoft.com/office/officeart/2018/2/layout/IconVerticalSolidList"/>
    <dgm:cxn modelId="{21DFC1CB-1ED0-429F-AD76-F0C7F0909AE0}" type="presParOf" srcId="{895454A0-D7FA-4EBF-B05C-DB241CD82983}" destId="{9841F99E-8587-47BB-8E5B-5E7552F2B649}" srcOrd="4" destOrd="0" presId="urn:microsoft.com/office/officeart/2018/2/layout/IconVerticalSolidList"/>
    <dgm:cxn modelId="{E3609EA6-5D82-4FC5-98BA-342DE3E149AA}" type="presParOf" srcId="{E0FBBC0A-4444-4E27-BC0F-A8662DDB82D3}" destId="{4E8A865A-6AB7-4805-B59E-A05C3660103E}" srcOrd="3" destOrd="0" presId="urn:microsoft.com/office/officeart/2018/2/layout/IconVerticalSolidList"/>
    <dgm:cxn modelId="{6B180D82-FAB4-44F0-949D-487E2E826877}" type="presParOf" srcId="{E0FBBC0A-4444-4E27-BC0F-A8662DDB82D3}" destId="{D3870FBC-1A49-45C0-A1AC-F8A7261E4AB5}" srcOrd="4" destOrd="0" presId="urn:microsoft.com/office/officeart/2018/2/layout/IconVerticalSolidList"/>
    <dgm:cxn modelId="{DECC529D-90B6-4992-A4AE-BC34CDC355D0}" type="presParOf" srcId="{D3870FBC-1A49-45C0-A1AC-F8A7261E4AB5}" destId="{3C24337D-580A-483C-8B25-7EEDB794829C}" srcOrd="0" destOrd="0" presId="urn:microsoft.com/office/officeart/2018/2/layout/IconVerticalSolidList"/>
    <dgm:cxn modelId="{D9A5A158-F78E-4740-A02E-C0C27EF2B1CD}" type="presParOf" srcId="{D3870FBC-1A49-45C0-A1AC-F8A7261E4AB5}" destId="{F9F75E66-72EA-45FD-A487-ADB422523F1D}" srcOrd="1" destOrd="0" presId="urn:microsoft.com/office/officeart/2018/2/layout/IconVerticalSolidList"/>
    <dgm:cxn modelId="{E0400A31-937D-42B1-A290-7AA6FCA3FFF2}" type="presParOf" srcId="{D3870FBC-1A49-45C0-A1AC-F8A7261E4AB5}" destId="{49485206-7E20-4F7E-B146-272504FE622C}" srcOrd="2" destOrd="0" presId="urn:microsoft.com/office/officeart/2018/2/layout/IconVerticalSolidList"/>
    <dgm:cxn modelId="{0AFD9E30-7442-4523-8B8D-52F7DEF15ED9}" type="presParOf" srcId="{D3870FBC-1A49-45C0-A1AC-F8A7261E4AB5}" destId="{F36BB16B-609C-4753-8B4D-DFF7E3506DF5}" srcOrd="3" destOrd="0" presId="urn:microsoft.com/office/officeart/2018/2/layout/IconVerticalSolidList"/>
    <dgm:cxn modelId="{56E62AEC-EFA4-478F-BD5A-171A752CBFFA}" type="presParOf" srcId="{D3870FBC-1A49-45C0-A1AC-F8A7261E4AB5}" destId="{CAEF443E-C1E1-493B-8B15-6982A9DC9875}"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1538463-7F34-4050-B369-5CDAE7D55F4F}" type="doc">
      <dgm:prSet loTypeId="urn:microsoft.com/office/officeart/2018/2/layout/IconLabelDescriptionList" loCatId="icon" qsTypeId="urn:microsoft.com/office/officeart/2005/8/quickstyle/simple1" qsCatId="simple" csTypeId="urn:microsoft.com/office/officeart/2005/8/colors/accent2_2" csCatId="accent2" phldr="1"/>
      <dgm:spPr/>
      <dgm:t>
        <a:bodyPr/>
        <a:lstStyle/>
        <a:p>
          <a:endParaRPr lang="en-US"/>
        </a:p>
      </dgm:t>
    </dgm:pt>
    <dgm:pt modelId="{7E958D6D-7B78-48C2-8C47-74AE1027172C}">
      <dgm:prSet/>
      <dgm:spPr/>
      <dgm:t>
        <a:bodyPr/>
        <a:lstStyle/>
        <a:p>
          <a:pPr>
            <a:defRPr b="1"/>
          </a:pPr>
          <a:r>
            <a:rPr lang="en-US" b="1" dirty="0"/>
            <a:t>Performance</a:t>
          </a:r>
          <a:endParaRPr lang="en-US" dirty="0"/>
        </a:p>
      </dgm:t>
    </dgm:pt>
    <dgm:pt modelId="{3565FCC2-3720-4F02-B066-12E6B73326E9}" type="parTrans" cxnId="{CD35C5CC-1244-461B-9D0C-941AF42B2DD3}">
      <dgm:prSet/>
      <dgm:spPr/>
      <dgm:t>
        <a:bodyPr/>
        <a:lstStyle/>
        <a:p>
          <a:endParaRPr lang="en-US"/>
        </a:p>
      </dgm:t>
    </dgm:pt>
    <dgm:pt modelId="{548131B4-D24E-4B60-89F3-DEF33AF72514}" type="sibTrans" cxnId="{CD35C5CC-1244-461B-9D0C-941AF42B2DD3}">
      <dgm:prSet/>
      <dgm:spPr/>
      <dgm:t>
        <a:bodyPr/>
        <a:lstStyle/>
        <a:p>
          <a:endParaRPr lang="en-US"/>
        </a:p>
      </dgm:t>
    </dgm:pt>
    <dgm:pt modelId="{F82F9ADB-492C-4B30-B77B-B954B6D5DAB6}">
      <dgm:prSet/>
      <dgm:spPr/>
      <dgm:t>
        <a:bodyPr/>
        <a:lstStyle/>
        <a:p>
          <a:r>
            <a:rPr lang="en-US" dirty="0"/>
            <a:t>[Metric 1]: [value] </a:t>
          </a:r>
        </a:p>
      </dgm:t>
    </dgm:pt>
    <dgm:pt modelId="{B710A295-6459-4363-94A4-15233D8980D2}" type="parTrans" cxnId="{13E5A85D-C8BE-4F94-B60B-4E6759A25D4F}">
      <dgm:prSet/>
      <dgm:spPr/>
      <dgm:t>
        <a:bodyPr/>
        <a:lstStyle/>
        <a:p>
          <a:endParaRPr lang="en-US"/>
        </a:p>
      </dgm:t>
    </dgm:pt>
    <dgm:pt modelId="{E2B51AA9-83A1-47CC-AD8E-C582D7D5C207}" type="sibTrans" cxnId="{13E5A85D-C8BE-4F94-B60B-4E6759A25D4F}">
      <dgm:prSet/>
      <dgm:spPr/>
      <dgm:t>
        <a:bodyPr/>
        <a:lstStyle/>
        <a:p>
          <a:endParaRPr lang="en-US"/>
        </a:p>
      </dgm:t>
    </dgm:pt>
    <dgm:pt modelId="{2D15A51A-1191-4AC5-8F74-F61D98D49591}">
      <dgm:prSet/>
      <dgm:spPr/>
      <dgm:t>
        <a:bodyPr/>
        <a:lstStyle/>
        <a:p>
          <a:r>
            <a:rPr lang="en-US"/>
            <a:t>[Metric 2]: [value] </a:t>
          </a:r>
        </a:p>
      </dgm:t>
    </dgm:pt>
    <dgm:pt modelId="{C4EA028F-DC57-45F0-B5B5-9003898E8C78}" type="parTrans" cxnId="{13734419-362D-4A55-B5AD-E10984AD1B3E}">
      <dgm:prSet/>
      <dgm:spPr/>
      <dgm:t>
        <a:bodyPr/>
        <a:lstStyle/>
        <a:p>
          <a:endParaRPr lang="en-US"/>
        </a:p>
      </dgm:t>
    </dgm:pt>
    <dgm:pt modelId="{0F3AFB34-5E3B-45DC-B899-424BD24ADC00}" type="sibTrans" cxnId="{13734419-362D-4A55-B5AD-E10984AD1B3E}">
      <dgm:prSet/>
      <dgm:spPr/>
      <dgm:t>
        <a:bodyPr/>
        <a:lstStyle/>
        <a:p>
          <a:endParaRPr lang="en-US"/>
        </a:p>
      </dgm:t>
    </dgm:pt>
    <dgm:pt modelId="{061BE1C2-C381-44E3-B07B-ECA544309920}">
      <dgm:prSet/>
      <dgm:spPr/>
      <dgm:t>
        <a:bodyPr/>
        <a:lstStyle/>
        <a:p>
          <a:pPr>
            <a:defRPr b="1"/>
          </a:pPr>
          <a:r>
            <a:rPr lang="en-US" b="1" dirty="0"/>
            <a:t>Insights</a:t>
          </a:r>
          <a:endParaRPr lang="en-US" dirty="0"/>
        </a:p>
      </dgm:t>
    </dgm:pt>
    <dgm:pt modelId="{F642CF5F-B665-45EB-82B2-74B1462B69E9}" type="parTrans" cxnId="{E21F1F22-5150-4B9A-9FD7-F52C226348D1}">
      <dgm:prSet/>
      <dgm:spPr/>
      <dgm:t>
        <a:bodyPr/>
        <a:lstStyle/>
        <a:p>
          <a:endParaRPr lang="en-US"/>
        </a:p>
      </dgm:t>
    </dgm:pt>
    <dgm:pt modelId="{7F8E267E-92A1-4EB2-99CF-7D880FCE33A7}" type="sibTrans" cxnId="{E21F1F22-5150-4B9A-9FD7-F52C226348D1}">
      <dgm:prSet/>
      <dgm:spPr/>
      <dgm:t>
        <a:bodyPr/>
        <a:lstStyle/>
        <a:p>
          <a:endParaRPr lang="en-US"/>
        </a:p>
      </dgm:t>
    </dgm:pt>
    <dgm:pt modelId="{B9443787-0431-4C9E-B064-5767DC3ECEEB}">
      <dgm:prSet/>
      <dgm:spPr/>
      <dgm:t>
        <a:bodyPr/>
        <a:lstStyle/>
        <a:p>
          <a:r>
            <a:rPr lang="en-US"/>
            <a:t>Strong on: [pattern] </a:t>
          </a:r>
        </a:p>
      </dgm:t>
    </dgm:pt>
    <dgm:pt modelId="{5BF890FE-FED7-4642-A684-54964BE0BB9D}" type="parTrans" cxnId="{617F3BFC-98DE-48EA-A14D-15DCA3C2E531}">
      <dgm:prSet/>
      <dgm:spPr/>
      <dgm:t>
        <a:bodyPr/>
        <a:lstStyle/>
        <a:p>
          <a:endParaRPr lang="en-US"/>
        </a:p>
      </dgm:t>
    </dgm:pt>
    <dgm:pt modelId="{2C1FA461-1496-4F03-AF2D-2A68F6260B3C}" type="sibTrans" cxnId="{617F3BFC-98DE-48EA-A14D-15DCA3C2E531}">
      <dgm:prSet/>
      <dgm:spPr/>
      <dgm:t>
        <a:bodyPr/>
        <a:lstStyle/>
        <a:p>
          <a:endParaRPr lang="en-US"/>
        </a:p>
      </dgm:t>
    </dgm:pt>
    <dgm:pt modelId="{364721E3-165B-489C-816F-A227113F9774}">
      <dgm:prSet/>
      <dgm:spPr/>
      <dgm:t>
        <a:bodyPr/>
        <a:lstStyle/>
        <a:p>
          <a:r>
            <a:rPr lang="en-US"/>
            <a:t>Weak on: [edge case] </a:t>
          </a:r>
        </a:p>
      </dgm:t>
    </dgm:pt>
    <dgm:pt modelId="{C47F5C6B-38A7-4065-8F66-399D1477FD0C}" type="parTrans" cxnId="{62DF936D-59DF-47C8-AE2D-5738D8BDBCA9}">
      <dgm:prSet/>
      <dgm:spPr/>
      <dgm:t>
        <a:bodyPr/>
        <a:lstStyle/>
        <a:p>
          <a:endParaRPr lang="en-US"/>
        </a:p>
      </dgm:t>
    </dgm:pt>
    <dgm:pt modelId="{9AEE7687-9BC0-4684-A9D4-39E009F2402B}" type="sibTrans" cxnId="{62DF936D-59DF-47C8-AE2D-5738D8BDBCA9}">
      <dgm:prSet/>
      <dgm:spPr/>
      <dgm:t>
        <a:bodyPr/>
        <a:lstStyle/>
        <a:p>
          <a:endParaRPr lang="en-US"/>
        </a:p>
      </dgm:t>
    </dgm:pt>
    <dgm:pt modelId="{0A1AC0EA-B02F-49E8-BF72-E10FDC2AE03B}">
      <dgm:prSet/>
      <dgm:spPr/>
      <dgm:t>
        <a:bodyPr/>
        <a:lstStyle/>
        <a:p>
          <a:pPr>
            <a:defRPr b="1"/>
          </a:pPr>
          <a:r>
            <a:rPr lang="en-US" b="1" dirty="0"/>
            <a:t>Visualization</a:t>
          </a:r>
          <a:endParaRPr lang="en-US" dirty="0"/>
        </a:p>
      </dgm:t>
    </dgm:pt>
    <dgm:pt modelId="{095702DA-8B1F-40A4-A002-9C0E87BF23B1}" type="parTrans" cxnId="{65C00B4C-9414-496E-94D4-B7DD35CD6FCB}">
      <dgm:prSet/>
      <dgm:spPr/>
      <dgm:t>
        <a:bodyPr/>
        <a:lstStyle/>
        <a:p>
          <a:endParaRPr lang="en-US"/>
        </a:p>
      </dgm:t>
    </dgm:pt>
    <dgm:pt modelId="{08B34968-74D2-4621-B744-9EAAD7765239}" type="sibTrans" cxnId="{65C00B4C-9414-496E-94D4-B7DD35CD6FCB}">
      <dgm:prSet/>
      <dgm:spPr/>
      <dgm:t>
        <a:bodyPr/>
        <a:lstStyle/>
        <a:p>
          <a:endParaRPr lang="en-US"/>
        </a:p>
      </dgm:t>
    </dgm:pt>
    <dgm:pt modelId="{060D453D-BB06-4347-806B-ED2EF1A3AB18}">
      <dgm:prSet/>
      <dgm:spPr/>
      <dgm:t>
        <a:bodyPr/>
        <a:lstStyle/>
        <a:p>
          <a:r>
            <a:rPr lang="en-US" dirty="0"/>
            <a:t>[Insert chart: confusion matrix / regression plot]</a:t>
          </a:r>
        </a:p>
      </dgm:t>
    </dgm:pt>
    <dgm:pt modelId="{1C1F02F5-ADFA-4207-9C24-EB68E50FE872}" type="parTrans" cxnId="{09068B64-1C5D-4FB2-A412-8A574CEF8DF4}">
      <dgm:prSet/>
      <dgm:spPr/>
      <dgm:t>
        <a:bodyPr/>
        <a:lstStyle/>
        <a:p>
          <a:endParaRPr lang="en-US"/>
        </a:p>
      </dgm:t>
    </dgm:pt>
    <dgm:pt modelId="{39BE9038-F420-4996-B295-88C1D57571B8}" type="sibTrans" cxnId="{09068B64-1C5D-4FB2-A412-8A574CEF8DF4}">
      <dgm:prSet/>
      <dgm:spPr/>
      <dgm:t>
        <a:bodyPr/>
        <a:lstStyle/>
        <a:p>
          <a:endParaRPr lang="en-US"/>
        </a:p>
      </dgm:t>
    </dgm:pt>
    <dgm:pt modelId="{D4FDEEB9-2417-41D7-96EA-928E63F1FC08}" type="pres">
      <dgm:prSet presAssocID="{51538463-7F34-4050-B369-5CDAE7D55F4F}" presName="root" presStyleCnt="0">
        <dgm:presLayoutVars>
          <dgm:dir/>
          <dgm:resizeHandles val="exact"/>
        </dgm:presLayoutVars>
      </dgm:prSet>
      <dgm:spPr/>
    </dgm:pt>
    <dgm:pt modelId="{175350E7-48F1-4D86-9411-A8A167536C84}" type="pres">
      <dgm:prSet presAssocID="{7E958D6D-7B78-48C2-8C47-74AE1027172C}" presName="compNode" presStyleCnt="0"/>
      <dgm:spPr/>
    </dgm:pt>
    <dgm:pt modelId="{ABC9EC2D-6068-48C6-B445-822F8634E719}" type="pres">
      <dgm:prSet presAssocID="{7E958D6D-7B78-48C2-8C47-74AE1027172C}"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ar"/>
        </a:ext>
      </dgm:extLst>
    </dgm:pt>
    <dgm:pt modelId="{42AA0D65-F2FB-433A-BC64-7781BE42C21D}" type="pres">
      <dgm:prSet presAssocID="{7E958D6D-7B78-48C2-8C47-74AE1027172C}" presName="iconSpace" presStyleCnt="0"/>
      <dgm:spPr/>
    </dgm:pt>
    <dgm:pt modelId="{4080AEF6-9547-46EB-8600-542CE746942E}" type="pres">
      <dgm:prSet presAssocID="{7E958D6D-7B78-48C2-8C47-74AE1027172C}" presName="parTx" presStyleLbl="revTx" presStyleIdx="0" presStyleCnt="6">
        <dgm:presLayoutVars>
          <dgm:chMax val="0"/>
          <dgm:chPref val="0"/>
        </dgm:presLayoutVars>
      </dgm:prSet>
      <dgm:spPr/>
    </dgm:pt>
    <dgm:pt modelId="{B99DF01B-FFA9-4803-A06C-F30199632F9E}" type="pres">
      <dgm:prSet presAssocID="{7E958D6D-7B78-48C2-8C47-74AE1027172C}" presName="txSpace" presStyleCnt="0"/>
      <dgm:spPr/>
    </dgm:pt>
    <dgm:pt modelId="{918A852E-EFF9-4FB7-A67C-92DAAFCD8479}" type="pres">
      <dgm:prSet presAssocID="{7E958D6D-7B78-48C2-8C47-74AE1027172C}" presName="desTx" presStyleLbl="revTx" presStyleIdx="1" presStyleCnt="6">
        <dgm:presLayoutVars/>
      </dgm:prSet>
      <dgm:spPr/>
    </dgm:pt>
    <dgm:pt modelId="{69310B09-EC69-49B8-9C1A-65BEE7D762E9}" type="pres">
      <dgm:prSet presAssocID="{548131B4-D24E-4B60-89F3-DEF33AF72514}" presName="sibTrans" presStyleCnt="0"/>
      <dgm:spPr/>
    </dgm:pt>
    <dgm:pt modelId="{0F83AED1-4FD9-4DB5-BF4C-524A7131B0E5}" type="pres">
      <dgm:prSet presAssocID="{061BE1C2-C381-44E3-B07B-ECA544309920}" presName="compNode" presStyleCnt="0"/>
      <dgm:spPr/>
    </dgm:pt>
    <dgm:pt modelId="{6783F874-D31E-4904-8377-516AA7339324}" type="pres">
      <dgm:prSet presAssocID="{061BE1C2-C381-44E3-B07B-ECA544309920}"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Venn Diagram"/>
        </a:ext>
      </dgm:extLst>
    </dgm:pt>
    <dgm:pt modelId="{B6E31F23-68CF-4FF8-915A-B8780455A851}" type="pres">
      <dgm:prSet presAssocID="{061BE1C2-C381-44E3-B07B-ECA544309920}" presName="iconSpace" presStyleCnt="0"/>
      <dgm:spPr/>
    </dgm:pt>
    <dgm:pt modelId="{D112A13F-BB84-44DC-927E-30DCC1BFC0CC}" type="pres">
      <dgm:prSet presAssocID="{061BE1C2-C381-44E3-B07B-ECA544309920}" presName="parTx" presStyleLbl="revTx" presStyleIdx="2" presStyleCnt="6">
        <dgm:presLayoutVars>
          <dgm:chMax val="0"/>
          <dgm:chPref val="0"/>
        </dgm:presLayoutVars>
      </dgm:prSet>
      <dgm:spPr/>
    </dgm:pt>
    <dgm:pt modelId="{C870FBFA-1181-4272-B985-6695D09EE99E}" type="pres">
      <dgm:prSet presAssocID="{061BE1C2-C381-44E3-B07B-ECA544309920}" presName="txSpace" presStyleCnt="0"/>
      <dgm:spPr/>
    </dgm:pt>
    <dgm:pt modelId="{1D21ABD8-5006-4D9F-9AB6-FD1B79C6BC8C}" type="pres">
      <dgm:prSet presAssocID="{061BE1C2-C381-44E3-B07B-ECA544309920}" presName="desTx" presStyleLbl="revTx" presStyleIdx="3" presStyleCnt="6">
        <dgm:presLayoutVars/>
      </dgm:prSet>
      <dgm:spPr/>
    </dgm:pt>
    <dgm:pt modelId="{4BB3A7CA-8D1E-4115-8E46-392AD90BF428}" type="pres">
      <dgm:prSet presAssocID="{7F8E267E-92A1-4EB2-99CF-7D880FCE33A7}" presName="sibTrans" presStyleCnt="0"/>
      <dgm:spPr/>
    </dgm:pt>
    <dgm:pt modelId="{AA4B3110-05EE-49A7-BC1E-5848F27CFC07}" type="pres">
      <dgm:prSet presAssocID="{0A1AC0EA-B02F-49E8-BF72-E10FDC2AE03B}" presName="compNode" presStyleCnt="0"/>
      <dgm:spPr/>
    </dgm:pt>
    <dgm:pt modelId="{43D9EDEE-22AD-4E86-B1F4-85B05FC77918}" type="pres">
      <dgm:prSet presAssocID="{0A1AC0EA-B02F-49E8-BF72-E10FDC2AE03B}"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Neutral Face with No Fill"/>
        </a:ext>
      </dgm:extLst>
    </dgm:pt>
    <dgm:pt modelId="{1C41B909-5754-43B0-A6FA-0E69F56E546E}" type="pres">
      <dgm:prSet presAssocID="{0A1AC0EA-B02F-49E8-BF72-E10FDC2AE03B}" presName="iconSpace" presStyleCnt="0"/>
      <dgm:spPr/>
    </dgm:pt>
    <dgm:pt modelId="{643D681C-9010-4798-987F-0A7FE51C9789}" type="pres">
      <dgm:prSet presAssocID="{0A1AC0EA-B02F-49E8-BF72-E10FDC2AE03B}" presName="parTx" presStyleLbl="revTx" presStyleIdx="4" presStyleCnt="6">
        <dgm:presLayoutVars>
          <dgm:chMax val="0"/>
          <dgm:chPref val="0"/>
        </dgm:presLayoutVars>
      </dgm:prSet>
      <dgm:spPr/>
    </dgm:pt>
    <dgm:pt modelId="{FD3F0BA8-614D-4DA5-8B7C-7A27B4C8D8D8}" type="pres">
      <dgm:prSet presAssocID="{0A1AC0EA-B02F-49E8-BF72-E10FDC2AE03B}" presName="txSpace" presStyleCnt="0"/>
      <dgm:spPr/>
    </dgm:pt>
    <dgm:pt modelId="{45802E23-CA48-496E-99FF-171CBB9B7310}" type="pres">
      <dgm:prSet presAssocID="{0A1AC0EA-B02F-49E8-BF72-E10FDC2AE03B}" presName="desTx" presStyleLbl="revTx" presStyleIdx="5" presStyleCnt="6">
        <dgm:presLayoutVars/>
      </dgm:prSet>
      <dgm:spPr/>
    </dgm:pt>
  </dgm:ptLst>
  <dgm:cxnLst>
    <dgm:cxn modelId="{4F6FC711-B83D-4580-B3FB-80D5B853DC6E}" type="presOf" srcId="{061BE1C2-C381-44E3-B07B-ECA544309920}" destId="{D112A13F-BB84-44DC-927E-30DCC1BFC0CC}" srcOrd="0" destOrd="0" presId="urn:microsoft.com/office/officeart/2018/2/layout/IconLabelDescriptionList"/>
    <dgm:cxn modelId="{13734419-362D-4A55-B5AD-E10984AD1B3E}" srcId="{7E958D6D-7B78-48C2-8C47-74AE1027172C}" destId="{2D15A51A-1191-4AC5-8F74-F61D98D49591}" srcOrd="1" destOrd="0" parTransId="{C4EA028F-DC57-45F0-B5B5-9003898E8C78}" sibTransId="{0F3AFB34-5E3B-45DC-B899-424BD24ADC00}"/>
    <dgm:cxn modelId="{67ABEE1C-EC98-47E0-BB1F-CE62071C86BA}" type="presOf" srcId="{060D453D-BB06-4347-806B-ED2EF1A3AB18}" destId="{45802E23-CA48-496E-99FF-171CBB9B7310}" srcOrd="0" destOrd="0" presId="urn:microsoft.com/office/officeart/2018/2/layout/IconLabelDescriptionList"/>
    <dgm:cxn modelId="{AE36DB1D-3DE3-4C7A-9017-7E743428C9BB}" type="presOf" srcId="{2D15A51A-1191-4AC5-8F74-F61D98D49591}" destId="{918A852E-EFF9-4FB7-A67C-92DAAFCD8479}" srcOrd="0" destOrd="1" presId="urn:microsoft.com/office/officeart/2018/2/layout/IconLabelDescriptionList"/>
    <dgm:cxn modelId="{E21F1F22-5150-4B9A-9FD7-F52C226348D1}" srcId="{51538463-7F34-4050-B369-5CDAE7D55F4F}" destId="{061BE1C2-C381-44E3-B07B-ECA544309920}" srcOrd="1" destOrd="0" parTransId="{F642CF5F-B665-45EB-82B2-74B1462B69E9}" sibTransId="{7F8E267E-92A1-4EB2-99CF-7D880FCE33A7}"/>
    <dgm:cxn modelId="{65C00B4C-9414-496E-94D4-B7DD35CD6FCB}" srcId="{51538463-7F34-4050-B369-5CDAE7D55F4F}" destId="{0A1AC0EA-B02F-49E8-BF72-E10FDC2AE03B}" srcOrd="2" destOrd="0" parTransId="{095702DA-8B1F-40A4-A002-9C0E87BF23B1}" sibTransId="{08B34968-74D2-4621-B744-9EAAD7765239}"/>
    <dgm:cxn modelId="{6766514D-672F-4C22-AB01-44F1F6C5F082}" type="presOf" srcId="{7E958D6D-7B78-48C2-8C47-74AE1027172C}" destId="{4080AEF6-9547-46EB-8600-542CE746942E}" srcOrd="0" destOrd="0" presId="urn:microsoft.com/office/officeart/2018/2/layout/IconLabelDescriptionList"/>
    <dgm:cxn modelId="{1F230C5A-AC52-455D-888E-9B5EFBCB53B2}" type="presOf" srcId="{B9443787-0431-4C9E-B064-5767DC3ECEEB}" destId="{1D21ABD8-5006-4D9F-9AB6-FD1B79C6BC8C}" srcOrd="0" destOrd="0" presId="urn:microsoft.com/office/officeart/2018/2/layout/IconLabelDescriptionList"/>
    <dgm:cxn modelId="{13E5A85D-C8BE-4F94-B60B-4E6759A25D4F}" srcId="{7E958D6D-7B78-48C2-8C47-74AE1027172C}" destId="{F82F9ADB-492C-4B30-B77B-B954B6D5DAB6}" srcOrd="0" destOrd="0" parTransId="{B710A295-6459-4363-94A4-15233D8980D2}" sibTransId="{E2B51AA9-83A1-47CC-AD8E-C582D7D5C207}"/>
    <dgm:cxn modelId="{09068B64-1C5D-4FB2-A412-8A574CEF8DF4}" srcId="{0A1AC0EA-B02F-49E8-BF72-E10FDC2AE03B}" destId="{060D453D-BB06-4347-806B-ED2EF1A3AB18}" srcOrd="0" destOrd="0" parTransId="{1C1F02F5-ADFA-4207-9C24-EB68E50FE872}" sibTransId="{39BE9038-F420-4996-B295-88C1D57571B8}"/>
    <dgm:cxn modelId="{62DF936D-59DF-47C8-AE2D-5738D8BDBCA9}" srcId="{061BE1C2-C381-44E3-B07B-ECA544309920}" destId="{364721E3-165B-489C-816F-A227113F9774}" srcOrd="1" destOrd="0" parTransId="{C47F5C6B-38A7-4065-8F66-399D1477FD0C}" sibTransId="{9AEE7687-9BC0-4684-A9D4-39E009F2402B}"/>
    <dgm:cxn modelId="{2CAE7D88-4C94-4506-9382-84DAFD26DEA5}" type="presOf" srcId="{F82F9ADB-492C-4B30-B77B-B954B6D5DAB6}" destId="{918A852E-EFF9-4FB7-A67C-92DAAFCD8479}" srcOrd="0" destOrd="0" presId="urn:microsoft.com/office/officeart/2018/2/layout/IconLabelDescriptionList"/>
    <dgm:cxn modelId="{A53489A5-00BC-4A56-B3A6-889CE0440378}" type="presOf" srcId="{0A1AC0EA-B02F-49E8-BF72-E10FDC2AE03B}" destId="{643D681C-9010-4798-987F-0A7FE51C9789}" srcOrd="0" destOrd="0" presId="urn:microsoft.com/office/officeart/2018/2/layout/IconLabelDescriptionList"/>
    <dgm:cxn modelId="{B774F7A8-FE43-4A0B-B65F-FEBE3CFF9929}" type="presOf" srcId="{364721E3-165B-489C-816F-A227113F9774}" destId="{1D21ABD8-5006-4D9F-9AB6-FD1B79C6BC8C}" srcOrd="0" destOrd="1" presId="urn:microsoft.com/office/officeart/2018/2/layout/IconLabelDescriptionList"/>
    <dgm:cxn modelId="{CD35C5CC-1244-461B-9D0C-941AF42B2DD3}" srcId="{51538463-7F34-4050-B369-5CDAE7D55F4F}" destId="{7E958D6D-7B78-48C2-8C47-74AE1027172C}" srcOrd="0" destOrd="0" parTransId="{3565FCC2-3720-4F02-B066-12E6B73326E9}" sibTransId="{548131B4-D24E-4B60-89F3-DEF33AF72514}"/>
    <dgm:cxn modelId="{F530FCCD-595A-4519-A4E0-6BDB524CF774}" type="presOf" srcId="{51538463-7F34-4050-B369-5CDAE7D55F4F}" destId="{D4FDEEB9-2417-41D7-96EA-928E63F1FC08}" srcOrd="0" destOrd="0" presId="urn:microsoft.com/office/officeart/2018/2/layout/IconLabelDescriptionList"/>
    <dgm:cxn modelId="{617F3BFC-98DE-48EA-A14D-15DCA3C2E531}" srcId="{061BE1C2-C381-44E3-B07B-ECA544309920}" destId="{B9443787-0431-4C9E-B064-5767DC3ECEEB}" srcOrd="0" destOrd="0" parTransId="{5BF890FE-FED7-4642-A684-54964BE0BB9D}" sibTransId="{2C1FA461-1496-4F03-AF2D-2A68F6260B3C}"/>
    <dgm:cxn modelId="{EB047236-02F1-4127-A478-3A16BB4A9FA7}" type="presParOf" srcId="{D4FDEEB9-2417-41D7-96EA-928E63F1FC08}" destId="{175350E7-48F1-4D86-9411-A8A167536C84}" srcOrd="0" destOrd="0" presId="urn:microsoft.com/office/officeart/2018/2/layout/IconLabelDescriptionList"/>
    <dgm:cxn modelId="{16110C09-D944-417B-B1DE-BA29F3E6B97B}" type="presParOf" srcId="{175350E7-48F1-4D86-9411-A8A167536C84}" destId="{ABC9EC2D-6068-48C6-B445-822F8634E719}" srcOrd="0" destOrd="0" presId="urn:microsoft.com/office/officeart/2018/2/layout/IconLabelDescriptionList"/>
    <dgm:cxn modelId="{332DB17F-DC2A-4D3F-AA77-8F50F65EBF5F}" type="presParOf" srcId="{175350E7-48F1-4D86-9411-A8A167536C84}" destId="{42AA0D65-F2FB-433A-BC64-7781BE42C21D}" srcOrd="1" destOrd="0" presId="urn:microsoft.com/office/officeart/2018/2/layout/IconLabelDescriptionList"/>
    <dgm:cxn modelId="{AE379159-901D-4860-82D9-A4C473CFFB9D}" type="presParOf" srcId="{175350E7-48F1-4D86-9411-A8A167536C84}" destId="{4080AEF6-9547-46EB-8600-542CE746942E}" srcOrd="2" destOrd="0" presId="urn:microsoft.com/office/officeart/2018/2/layout/IconLabelDescriptionList"/>
    <dgm:cxn modelId="{15B141A1-A014-4395-B422-B68904749463}" type="presParOf" srcId="{175350E7-48F1-4D86-9411-A8A167536C84}" destId="{B99DF01B-FFA9-4803-A06C-F30199632F9E}" srcOrd="3" destOrd="0" presId="urn:microsoft.com/office/officeart/2018/2/layout/IconLabelDescriptionList"/>
    <dgm:cxn modelId="{0DD60ECB-8284-4A19-9D1F-F5E5BF455206}" type="presParOf" srcId="{175350E7-48F1-4D86-9411-A8A167536C84}" destId="{918A852E-EFF9-4FB7-A67C-92DAAFCD8479}" srcOrd="4" destOrd="0" presId="urn:microsoft.com/office/officeart/2018/2/layout/IconLabelDescriptionList"/>
    <dgm:cxn modelId="{D2DBA716-6B0F-4386-A822-16607B1BF778}" type="presParOf" srcId="{D4FDEEB9-2417-41D7-96EA-928E63F1FC08}" destId="{69310B09-EC69-49B8-9C1A-65BEE7D762E9}" srcOrd="1" destOrd="0" presId="urn:microsoft.com/office/officeart/2018/2/layout/IconLabelDescriptionList"/>
    <dgm:cxn modelId="{B6B4C85D-02E8-46DD-B448-77C629E41E3A}" type="presParOf" srcId="{D4FDEEB9-2417-41D7-96EA-928E63F1FC08}" destId="{0F83AED1-4FD9-4DB5-BF4C-524A7131B0E5}" srcOrd="2" destOrd="0" presId="urn:microsoft.com/office/officeart/2018/2/layout/IconLabelDescriptionList"/>
    <dgm:cxn modelId="{1B7E0AC0-DE40-4627-975F-F1A8BE8D6799}" type="presParOf" srcId="{0F83AED1-4FD9-4DB5-BF4C-524A7131B0E5}" destId="{6783F874-D31E-4904-8377-516AA7339324}" srcOrd="0" destOrd="0" presId="urn:microsoft.com/office/officeart/2018/2/layout/IconLabelDescriptionList"/>
    <dgm:cxn modelId="{F7ED6837-972E-4EB2-8D73-0C29548FD80F}" type="presParOf" srcId="{0F83AED1-4FD9-4DB5-BF4C-524A7131B0E5}" destId="{B6E31F23-68CF-4FF8-915A-B8780455A851}" srcOrd="1" destOrd="0" presId="urn:microsoft.com/office/officeart/2018/2/layout/IconLabelDescriptionList"/>
    <dgm:cxn modelId="{CACBA6CE-28C0-4FFE-B23E-A05C9D8E25AB}" type="presParOf" srcId="{0F83AED1-4FD9-4DB5-BF4C-524A7131B0E5}" destId="{D112A13F-BB84-44DC-927E-30DCC1BFC0CC}" srcOrd="2" destOrd="0" presId="urn:microsoft.com/office/officeart/2018/2/layout/IconLabelDescriptionList"/>
    <dgm:cxn modelId="{7487221F-E58A-42D2-980A-94F3E4C50384}" type="presParOf" srcId="{0F83AED1-4FD9-4DB5-BF4C-524A7131B0E5}" destId="{C870FBFA-1181-4272-B985-6695D09EE99E}" srcOrd="3" destOrd="0" presId="urn:microsoft.com/office/officeart/2018/2/layout/IconLabelDescriptionList"/>
    <dgm:cxn modelId="{8E623324-54F5-4A9B-AA61-2E685AD52B96}" type="presParOf" srcId="{0F83AED1-4FD9-4DB5-BF4C-524A7131B0E5}" destId="{1D21ABD8-5006-4D9F-9AB6-FD1B79C6BC8C}" srcOrd="4" destOrd="0" presId="urn:microsoft.com/office/officeart/2018/2/layout/IconLabelDescriptionList"/>
    <dgm:cxn modelId="{3DB1B74A-BCC2-4736-AB1F-82B38CBCCFCC}" type="presParOf" srcId="{D4FDEEB9-2417-41D7-96EA-928E63F1FC08}" destId="{4BB3A7CA-8D1E-4115-8E46-392AD90BF428}" srcOrd="3" destOrd="0" presId="urn:microsoft.com/office/officeart/2018/2/layout/IconLabelDescriptionList"/>
    <dgm:cxn modelId="{A1AA504B-B0C1-4129-9BA7-FA9D15D90A00}" type="presParOf" srcId="{D4FDEEB9-2417-41D7-96EA-928E63F1FC08}" destId="{AA4B3110-05EE-49A7-BC1E-5848F27CFC07}" srcOrd="4" destOrd="0" presId="urn:microsoft.com/office/officeart/2018/2/layout/IconLabelDescriptionList"/>
    <dgm:cxn modelId="{7E66799C-7363-47EC-A677-5C654B528B29}" type="presParOf" srcId="{AA4B3110-05EE-49A7-BC1E-5848F27CFC07}" destId="{43D9EDEE-22AD-4E86-B1F4-85B05FC77918}" srcOrd="0" destOrd="0" presId="urn:microsoft.com/office/officeart/2018/2/layout/IconLabelDescriptionList"/>
    <dgm:cxn modelId="{FA08B845-4771-478F-B99C-CF92D2402BED}" type="presParOf" srcId="{AA4B3110-05EE-49A7-BC1E-5848F27CFC07}" destId="{1C41B909-5754-43B0-A6FA-0E69F56E546E}" srcOrd="1" destOrd="0" presId="urn:microsoft.com/office/officeart/2018/2/layout/IconLabelDescriptionList"/>
    <dgm:cxn modelId="{91840C27-1C82-4EBF-B633-8545B24F959A}" type="presParOf" srcId="{AA4B3110-05EE-49A7-BC1E-5848F27CFC07}" destId="{643D681C-9010-4798-987F-0A7FE51C9789}" srcOrd="2" destOrd="0" presId="urn:microsoft.com/office/officeart/2018/2/layout/IconLabelDescriptionList"/>
    <dgm:cxn modelId="{AC40BC30-69BB-45BC-975F-821169B6492F}" type="presParOf" srcId="{AA4B3110-05EE-49A7-BC1E-5848F27CFC07}" destId="{FD3F0BA8-614D-4DA5-8B7C-7A27B4C8D8D8}" srcOrd="3" destOrd="0" presId="urn:microsoft.com/office/officeart/2018/2/layout/IconLabelDescriptionList"/>
    <dgm:cxn modelId="{8B0F9C48-2176-43E0-8E89-18A3FA4BCECA}" type="presParOf" srcId="{AA4B3110-05EE-49A7-BC1E-5848F27CFC07}" destId="{45802E23-CA48-496E-99FF-171CBB9B7310}"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05CE701-DC77-4C0F-9B9D-7B0AC2AB70BA}" type="doc">
      <dgm:prSet loTypeId="urn:microsoft.com/office/officeart/2005/8/layout/vList2" loCatId="list" qsTypeId="urn:microsoft.com/office/officeart/2005/8/quickstyle/simple4" qsCatId="simple" csTypeId="urn:microsoft.com/office/officeart/2005/8/colors/accent2_2" csCatId="accent2"/>
      <dgm:spPr/>
      <dgm:t>
        <a:bodyPr/>
        <a:lstStyle/>
        <a:p>
          <a:endParaRPr lang="en-US"/>
        </a:p>
      </dgm:t>
    </dgm:pt>
    <dgm:pt modelId="{5E70E508-D13B-49A9-B961-8E24DECF181A}">
      <dgm:prSet/>
      <dgm:spPr/>
      <dgm:t>
        <a:bodyPr/>
        <a:lstStyle/>
        <a:p>
          <a:r>
            <a:rPr lang="en-US" b="1"/>
            <a:t>Demo / System Flow</a:t>
          </a:r>
          <a:endParaRPr lang="en-US"/>
        </a:p>
      </dgm:t>
    </dgm:pt>
    <dgm:pt modelId="{8344337D-9CBC-407C-8256-A32F27F1F8CE}" type="parTrans" cxnId="{361912B4-9FF6-40E1-BD5A-652F2FD721F4}">
      <dgm:prSet/>
      <dgm:spPr/>
      <dgm:t>
        <a:bodyPr/>
        <a:lstStyle/>
        <a:p>
          <a:endParaRPr lang="en-US"/>
        </a:p>
      </dgm:t>
    </dgm:pt>
    <dgm:pt modelId="{80F05ABF-352D-4606-B511-A0672479346E}" type="sibTrans" cxnId="{361912B4-9FF6-40E1-BD5A-652F2FD721F4}">
      <dgm:prSet/>
      <dgm:spPr/>
      <dgm:t>
        <a:bodyPr/>
        <a:lstStyle/>
        <a:p>
          <a:endParaRPr lang="en-US"/>
        </a:p>
      </dgm:t>
    </dgm:pt>
    <dgm:pt modelId="{98344FD4-4E3C-4634-85CC-BAB87EC25BD1}">
      <dgm:prSet/>
      <dgm:spPr/>
      <dgm:t>
        <a:bodyPr/>
        <a:lstStyle/>
        <a:p>
          <a:r>
            <a:rPr lang="en-US"/>
            <a:t>Input → Model → Output </a:t>
          </a:r>
        </a:p>
      </dgm:t>
    </dgm:pt>
    <dgm:pt modelId="{AB86C21E-729A-46A2-8D86-DF1750522392}" type="parTrans" cxnId="{0448917E-22FC-4B49-AABF-F035D5DC1F03}">
      <dgm:prSet/>
      <dgm:spPr/>
      <dgm:t>
        <a:bodyPr/>
        <a:lstStyle/>
        <a:p>
          <a:endParaRPr lang="en-US"/>
        </a:p>
      </dgm:t>
    </dgm:pt>
    <dgm:pt modelId="{6E846614-D932-46B9-A76A-F603039C68A0}" type="sibTrans" cxnId="{0448917E-22FC-4B49-AABF-F035D5DC1F03}">
      <dgm:prSet/>
      <dgm:spPr/>
      <dgm:t>
        <a:bodyPr/>
        <a:lstStyle/>
        <a:p>
          <a:endParaRPr lang="en-US"/>
        </a:p>
      </dgm:t>
    </dgm:pt>
    <dgm:pt modelId="{5BB6B48D-C1ED-47D4-ADBF-13590F097AA2}">
      <dgm:prSet/>
      <dgm:spPr/>
      <dgm:t>
        <a:bodyPr/>
        <a:lstStyle/>
        <a:p>
          <a:r>
            <a:rPr lang="en-US" b="1"/>
            <a:t>Key Insights</a:t>
          </a:r>
          <a:endParaRPr lang="en-US"/>
        </a:p>
      </dgm:t>
    </dgm:pt>
    <dgm:pt modelId="{9361955C-00AB-4406-B31D-E8619B790642}" type="parTrans" cxnId="{A5648AF5-738D-46A1-8207-6B6CABBE8BD2}">
      <dgm:prSet/>
      <dgm:spPr/>
      <dgm:t>
        <a:bodyPr/>
        <a:lstStyle/>
        <a:p>
          <a:endParaRPr lang="en-US"/>
        </a:p>
      </dgm:t>
    </dgm:pt>
    <dgm:pt modelId="{C9E0EA96-CA11-4A37-955B-1D8ADEDF5999}" type="sibTrans" cxnId="{A5648AF5-738D-46A1-8207-6B6CABBE8BD2}">
      <dgm:prSet/>
      <dgm:spPr/>
      <dgm:t>
        <a:bodyPr/>
        <a:lstStyle/>
        <a:p>
          <a:endParaRPr lang="en-US"/>
        </a:p>
      </dgm:t>
    </dgm:pt>
    <dgm:pt modelId="{A45934A0-9088-4333-B2BA-5C90AD20CA2B}">
      <dgm:prSet/>
      <dgm:spPr/>
      <dgm:t>
        <a:bodyPr/>
        <a:lstStyle/>
        <a:p>
          <a:r>
            <a:rPr lang="en-US"/>
            <a:t>Data quality strongly impacts results </a:t>
          </a:r>
        </a:p>
      </dgm:t>
    </dgm:pt>
    <dgm:pt modelId="{ABFEAE10-A247-4CAB-8685-9E8F1CD4651C}" type="parTrans" cxnId="{FA73AE2E-BFA8-4430-9767-C673828427A5}">
      <dgm:prSet/>
      <dgm:spPr/>
      <dgm:t>
        <a:bodyPr/>
        <a:lstStyle/>
        <a:p>
          <a:endParaRPr lang="en-US"/>
        </a:p>
      </dgm:t>
    </dgm:pt>
    <dgm:pt modelId="{A2085891-A360-4BE3-9EE9-427C11964A73}" type="sibTrans" cxnId="{FA73AE2E-BFA8-4430-9767-C673828427A5}">
      <dgm:prSet/>
      <dgm:spPr/>
      <dgm:t>
        <a:bodyPr/>
        <a:lstStyle/>
        <a:p>
          <a:endParaRPr lang="en-US"/>
        </a:p>
      </dgm:t>
    </dgm:pt>
    <dgm:pt modelId="{EB0F23C4-24DF-4263-A8FE-E18B1281156B}">
      <dgm:prSet/>
      <dgm:spPr/>
      <dgm:t>
        <a:bodyPr/>
        <a:lstStyle/>
        <a:p>
          <a:r>
            <a:rPr lang="en-US"/>
            <a:t>ML is more reliable for structured tasks </a:t>
          </a:r>
        </a:p>
      </dgm:t>
    </dgm:pt>
    <dgm:pt modelId="{1A3A55BD-CAD5-461F-B80B-3E32095C12F3}" type="parTrans" cxnId="{0A4BA251-D152-4E1D-BC98-6D0F3D0D5ABA}">
      <dgm:prSet/>
      <dgm:spPr/>
      <dgm:t>
        <a:bodyPr/>
        <a:lstStyle/>
        <a:p>
          <a:endParaRPr lang="en-US"/>
        </a:p>
      </dgm:t>
    </dgm:pt>
    <dgm:pt modelId="{1389DC6D-AF6B-479E-9F52-32F4D62287B2}" type="sibTrans" cxnId="{0A4BA251-D152-4E1D-BC98-6D0F3D0D5ABA}">
      <dgm:prSet/>
      <dgm:spPr/>
      <dgm:t>
        <a:bodyPr/>
        <a:lstStyle/>
        <a:p>
          <a:endParaRPr lang="en-US"/>
        </a:p>
      </dgm:t>
    </dgm:pt>
    <dgm:pt modelId="{909F97E3-33E7-4587-957A-E1C511274B7F}">
      <dgm:prSet/>
      <dgm:spPr/>
      <dgm:t>
        <a:bodyPr/>
        <a:lstStyle/>
        <a:p>
          <a:r>
            <a:rPr lang="en-US"/>
            <a:t>LLM performance depends on prompt design </a:t>
          </a:r>
        </a:p>
      </dgm:t>
    </dgm:pt>
    <dgm:pt modelId="{DBE1865C-2675-4E12-88F0-E57BF831E27E}" type="parTrans" cxnId="{5F67EF3C-7E56-435B-B182-274F991AE646}">
      <dgm:prSet/>
      <dgm:spPr/>
      <dgm:t>
        <a:bodyPr/>
        <a:lstStyle/>
        <a:p>
          <a:endParaRPr lang="en-US"/>
        </a:p>
      </dgm:t>
    </dgm:pt>
    <dgm:pt modelId="{ECC09CCC-389C-4F99-97FC-02D961A94283}" type="sibTrans" cxnId="{5F67EF3C-7E56-435B-B182-274F991AE646}">
      <dgm:prSet/>
      <dgm:spPr/>
      <dgm:t>
        <a:bodyPr/>
        <a:lstStyle/>
        <a:p>
          <a:endParaRPr lang="en-US"/>
        </a:p>
      </dgm:t>
    </dgm:pt>
    <dgm:pt modelId="{04C4008F-28EA-4A0A-803B-F2C72D230AB1}">
      <dgm:prSet/>
      <dgm:spPr/>
      <dgm:t>
        <a:bodyPr/>
        <a:lstStyle/>
        <a:p>
          <a:r>
            <a:rPr lang="en-US" b="1"/>
            <a:t>Limitations</a:t>
          </a:r>
          <a:endParaRPr lang="en-US"/>
        </a:p>
      </dgm:t>
    </dgm:pt>
    <dgm:pt modelId="{F7206184-ED15-41C3-8825-AD46AAA506FE}" type="parTrans" cxnId="{9D840691-1355-4866-B5E5-42BA79F2D3F7}">
      <dgm:prSet/>
      <dgm:spPr/>
      <dgm:t>
        <a:bodyPr/>
        <a:lstStyle/>
        <a:p>
          <a:endParaRPr lang="en-US"/>
        </a:p>
      </dgm:t>
    </dgm:pt>
    <dgm:pt modelId="{0A406D4B-F52D-4280-AC9B-5C04FE789563}" type="sibTrans" cxnId="{9D840691-1355-4866-B5E5-42BA79F2D3F7}">
      <dgm:prSet/>
      <dgm:spPr/>
      <dgm:t>
        <a:bodyPr/>
        <a:lstStyle/>
        <a:p>
          <a:endParaRPr lang="en-US"/>
        </a:p>
      </dgm:t>
    </dgm:pt>
    <dgm:pt modelId="{3D0B94FD-FC9A-4A80-A268-6FB7F338E737}">
      <dgm:prSet/>
      <dgm:spPr/>
      <dgm:t>
        <a:bodyPr/>
        <a:lstStyle/>
        <a:p>
          <a:r>
            <a:rPr lang="en-US"/>
            <a:t>Data bias / size </a:t>
          </a:r>
        </a:p>
      </dgm:t>
    </dgm:pt>
    <dgm:pt modelId="{DB6E16C6-9793-43DC-9982-A1E0863CC137}" type="parTrans" cxnId="{C8C060A0-A1E4-4417-AF18-0CCE08C3E603}">
      <dgm:prSet/>
      <dgm:spPr/>
      <dgm:t>
        <a:bodyPr/>
        <a:lstStyle/>
        <a:p>
          <a:endParaRPr lang="en-US"/>
        </a:p>
      </dgm:t>
    </dgm:pt>
    <dgm:pt modelId="{86F7D0A1-5E75-4DA9-94DD-D924A70CBF45}" type="sibTrans" cxnId="{C8C060A0-A1E4-4417-AF18-0CCE08C3E603}">
      <dgm:prSet/>
      <dgm:spPr/>
      <dgm:t>
        <a:bodyPr/>
        <a:lstStyle/>
        <a:p>
          <a:endParaRPr lang="en-US"/>
        </a:p>
      </dgm:t>
    </dgm:pt>
    <dgm:pt modelId="{FB81AB53-8E0F-4942-96C9-09C3683A72B0}">
      <dgm:prSet/>
      <dgm:spPr/>
      <dgm:t>
        <a:bodyPr/>
        <a:lstStyle/>
        <a:p>
          <a:r>
            <a:rPr lang="en-US"/>
            <a:t>Model generalization </a:t>
          </a:r>
        </a:p>
      </dgm:t>
    </dgm:pt>
    <dgm:pt modelId="{C47D4910-FBDF-4947-A6B7-F9ECC9E7EE56}" type="parTrans" cxnId="{642C0144-E8FC-4371-8C18-0C452B5B6BAF}">
      <dgm:prSet/>
      <dgm:spPr/>
      <dgm:t>
        <a:bodyPr/>
        <a:lstStyle/>
        <a:p>
          <a:endParaRPr lang="en-US"/>
        </a:p>
      </dgm:t>
    </dgm:pt>
    <dgm:pt modelId="{B8A4C2B1-F27F-4022-B6E7-F1C8D68D3957}" type="sibTrans" cxnId="{642C0144-E8FC-4371-8C18-0C452B5B6BAF}">
      <dgm:prSet/>
      <dgm:spPr/>
      <dgm:t>
        <a:bodyPr/>
        <a:lstStyle/>
        <a:p>
          <a:endParaRPr lang="en-US"/>
        </a:p>
      </dgm:t>
    </dgm:pt>
    <dgm:pt modelId="{C28AEEB8-ED8B-4C65-85C0-AE4F749D7527}">
      <dgm:prSet/>
      <dgm:spPr/>
      <dgm:t>
        <a:bodyPr/>
        <a:lstStyle/>
        <a:p>
          <a:r>
            <a:rPr lang="en-US"/>
            <a:t>LLM variability </a:t>
          </a:r>
        </a:p>
      </dgm:t>
    </dgm:pt>
    <dgm:pt modelId="{6E96D5B6-0399-4918-B356-0C1BCBB536F7}" type="parTrans" cxnId="{7F5161D6-A3FC-49E6-99A7-48C84A327D12}">
      <dgm:prSet/>
      <dgm:spPr/>
      <dgm:t>
        <a:bodyPr/>
        <a:lstStyle/>
        <a:p>
          <a:endParaRPr lang="en-US"/>
        </a:p>
      </dgm:t>
    </dgm:pt>
    <dgm:pt modelId="{F9B63333-16E9-448D-925E-B3001F67B579}" type="sibTrans" cxnId="{7F5161D6-A3FC-49E6-99A7-48C84A327D12}">
      <dgm:prSet/>
      <dgm:spPr/>
      <dgm:t>
        <a:bodyPr/>
        <a:lstStyle/>
        <a:p>
          <a:endParaRPr lang="en-US"/>
        </a:p>
      </dgm:t>
    </dgm:pt>
    <dgm:pt modelId="{D6D33840-388B-4ED5-96FF-E2CF28ECC52D}">
      <dgm:prSet/>
      <dgm:spPr/>
      <dgm:t>
        <a:bodyPr/>
        <a:lstStyle/>
        <a:p>
          <a:r>
            <a:rPr lang="en-US" b="1"/>
            <a:t>Future Work</a:t>
          </a:r>
          <a:endParaRPr lang="en-US"/>
        </a:p>
      </dgm:t>
    </dgm:pt>
    <dgm:pt modelId="{A042AB3A-4A6C-4D11-946A-5298F414F909}" type="parTrans" cxnId="{CEBE1915-E10A-47E2-AEFB-8890B52E8963}">
      <dgm:prSet/>
      <dgm:spPr/>
      <dgm:t>
        <a:bodyPr/>
        <a:lstStyle/>
        <a:p>
          <a:endParaRPr lang="en-US"/>
        </a:p>
      </dgm:t>
    </dgm:pt>
    <dgm:pt modelId="{B76A996E-F52F-4232-B9D7-58980719F3D0}" type="sibTrans" cxnId="{CEBE1915-E10A-47E2-AEFB-8890B52E8963}">
      <dgm:prSet/>
      <dgm:spPr/>
      <dgm:t>
        <a:bodyPr/>
        <a:lstStyle/>
        <a:p>
          <a:endParaRPr lang="en-US"/>
        </a:p>
      </dgm:t>
    </dgm:pt>
    <dgm:pt modelId="{4CF362D1-BEF4-45B2-948B-FC61EF614B89}">
      <dgm:prSet/>
      <dgm:spPr/>
      <dgm:t>
        <a:bodyPr/>
        <a:lstStyle/>
        <a:p>
          <a:r>
            <a:rPr lang="en-US"/>
            <a:t>Improve features and data </a:t>
          </a:r>
        </a:p>
      </dgm:t>
    </dgm:pt>
    <dgm:pt modelId="{C4911C0E-97B2-4EC5-AAF1-101A7ADEA8BF}" type="parTrans" cxnId="{82FBE673-E2B9-4A4D-AB18-A0BA0EAADEF7}">
      <dgm:prSet/>
      <dgm:spPr/>
      <dgm:t>
        <a:bodyPr/>
        <a:lstStyle/>
        <a:p>
          <a:endParaRPr lang="en-US"/>
        </a:p>
      </dgm:t>
    </dgm:pt>
    <dgm:pt modelId="{9521305F-6A5D-4C23-9A5C-776BB152ED60}" type="sibTrans" cxnId="{82FBE673-E2B9-4A4D-AB18-A0BA0EAADEF7}">
      <dgm:prSet/>
      <dgm:spPr/>
      <dgm:t>
        <a:bodyPr/>
        <a:lstStyle/>
        <a:p>
          <a:endParaRPr lang="en-US"/>
        </a:p>
      </dgm:t>
    </dgm:pt>
    <dgm:pt modelId="{F6744CB3-F8F5-4409-9DA4-25A1F26CB4AD}">
      <dgm:prSet/>
      <dgm:spPr/>
      <dgm:t>
        <a:bodyPr/>
        <a:lstStyle/>
        <a:p>
          <a:r>
            <a:rPr lang="en-US"/>
            <a:t>Refine prompts / models </a:t>
          </a:r>
        </a:p>
      </dgm:t>
    </dgm:pt>
    <dgm:pt modelId="{EC08BF16-14CB-491D-8EEB-773ABE0B854D}" type="parTrans" cxnId="{5766C32F-CA0D-40EC-99E8-43B7CD8B4920}">
      <dgm:prSet/>
      <dgm:spPr/>
      <dgm:t>
        <a:bodyPr/>
        <a:lstStyle/>
        <a:p>
          <a:endParaRPr lang="en-US"/>
        </a:p>
      </dgm:t>
    </dgm:pt>
    <dgm:pt modelId="{2B6B8DBF-2E09-4FB3-84FB-91A2630D3774}" type="sibTrans" cxnId="{5766C32F-CA0D-40EC-99E8-43B7CD8B4920}">
      <dgm:prSet/>
      <dgm:spPr/>
      <dgm:t>
        <a:bodyPr/>
        <a:lstStyle/>
        <a:p>
          <a:endParaRPr lang="en-US"/>
        </a:p>
      </dgm:t>
    </dgm:pt>
    <dgm:pt modelId="{F67A49CA-B82F-405B-96D6-B28F66A0B551}" type="pres">
      <dgm:prSet presAssocID="{505CE701-DC77-4C0F-9B9D-7B0AC2AB70BA}" presName="linear" presStyleCnt="0">
        <dgm:presLayoutVars>
          <dgm:animLvl val="lvl"/>
          <dgm:resizeHandles val="exact"/>
        </dgm:presLayoutVars>
      </dgm:prSet>
      <dgm:spPr/>
    </dgm:pt>
    <dgm:pt modelId="{4B1A4B99-5FD5-4D81-8F05-F93010C06E2B}" type="pres">
      <dgm:prSet presAssocID="{5E70E508-D13B-49A9-B961-8E24DECF181A}" presName="parentText" presStyleLbl="node1" presStyleIdx="0" presStyleCnt="4">
        <dgm:presLayoutVars>
          <dgm:chMax val="0"/>
          <dgm:bulletEnabled val="1"/>
        </dgm:presLayoutVars>
      </dgm:prSet>
      <dgm:spPr/>
    </dgm:pt>
    <dgm:pt modelId="{FA7D0413-03D7-4814-9722-F4A02B937650}" type="pres">
      <dgm:prSet presAssocID="{5E70E508-D13B-49A9-B961-8E24DECF181A}" presName="childText" presStyleLbl="revTx" presStyleIdx="0" presStyleCnt="4">
        <dgm:presLayoutVars>
          <dgm:bulletEnabled val="1"/>
        </dgm:presLayoutVars>
      </dgm:prSet>
      <dgm:spPr/>
    </dgm:pt>
    <dgm:pt modelId="{6E240B25-77B0-4DB9-AF5E-E73D171BFA49}" type="pres">
      <dgm:prSet presAssocID="{5BB6B48D-C1ED-47D4-ADBF-13590F097AA2}" presName="parentText" presStyleLbl="node1" presStyleIdx="1" presStyleCnt="4">
        <dgm:presLayoutVars>
          <dgm:chMax val="0"/>
          <dgm:bulletEnabled val="1"/>
        </dgm:presLayoutVars>
      </dgm:prSet>
      <dgm:spPr/>
    </dgm:pt>
    <dgm:pt modelId="{9068952F-7E79-4348-811B-FAADFD65556B}" type="pres">
      <dgm:prSet presAssocID="{5BB6B48D-C1ED-47D4-ADBF-13590F097AA2}" presName="childText" presStyleLbl="revTx" presStyleIdx="1" presStyleCnt="4">
        <dgm:presLayoutVars>
          <dgm:bulletEnabled val="1"/>
        </dgm:presLayoutVars>
      </dgm:prSet>
      <dgm:spPr/>
    </dgm:pt>
    <dgm:pt modelId="{A98C1C5B-574A-4518-8E2C-62B6094E43E4}" type="pres">
      <dgm:prSet presAssocID="{04C4008F-28EA-4A0A-803B-F2C72D230AB1}" presName="parentText" presStyleLbl="node1" presStyleIdx="2" presStyleCnt="4">
        <dgm:presLayoutVars>
          <dgm:chMax val="0"/>
          <dgm:bulletEnabled val="1"/>
        </dgm:presLayoutVars>
      </dgm:prSet>
      <dgm:spPr/>
    </dgm:pt>
    <dgm:pt modelId="{8F29B89B-B912-472C-94CF-76FB081D1D58}" type="pres">
      <dgm:prSet presAssocID="{04C4008F-28EA-4A0A-803B-F2C72D230AB1}" presName="childText" presStyleLbl="revTx" presStyleIdx="2" presStyleCnt="4">
        <dgm:presLayoutVars>
          <dgm:bulletEnabled val="1"/>
        </dgm:presLayoutVars>
      </dgm:prSet>
      <dgm:spPr/>
    </dgm:pt>
    <dgm:pt modelId="{AB2682BC-C21A-4072-8D08-112CFC358897}" type="pres">
      <dgm:prSet presAssocID="{D6D33840-388B-4ED5-96FF-E2CF28ECC52D}" presName="parentText" presStyleLbl="node1" presStyleIdx="3" presStyleCnt="4">
        <dgm:presLayoutVars>
          <dgm:chMax val="0"/>
          <dgm:bulletEnabled val="1"/>
        </dgm:presLayoutVars>
      </dgm:prSet>
      <dgm:spPr/>
    </dgm:pt>
    <dgm:pt modelId="{B12CA236-17C1-413E-BD96-1AA7BFEDE173}" type="pres">
      <dgm:prSet presAssocID="{D6D33840-388B-4ED5-96FF-E2CF28ECC52D}" presName="childText" presStyleLbl="revTx" presStyleIdx="3" presStyleCnt="4">
        <dgm:presLayoutVars>
          <dgm:bulletEnabled val="1"/>
        </dgm:presLayoutVars>
      </dgm:prSet>
      <dgm:spPr/>
    </dgm:pt>
  </dgm:ptLst>
  <dgm:cxnLst>
    <dgm:cxn modelId="{CEBE1915-E10A-47E2-AEFB-8890B52E8963}" srcId="{505CE701-DC77-4C0F-9B9D-7B0AC2AB70BA}" destId="{D6D33840-388B-4ED5-96FF-E2CF28ECC52D}" srcOrd="3" destOrd="0" parTransId="{A042AB3A-4A6C-4D11-946A-5298F414F909}" sibTransId="{B76A996E-F52F-4232-B9D7-58980719F3D0}"/>
    <dgm:cxn modelId="{1984301B-A006-4772-8A2C-DC843A32AC15}" type="presOf" srcId="{5E70E508-D13B-49A9-B961-8E24DECF181A}" destId="{4B1A4B99-5FD5-4D81-8F05-F93010C06E2B}" srcOrd="0" destOrd="0" presId="urn:microsoft.com/office/officeart/2005/8/layout/vList2"/>
    <dgm:cxn modelId="{A1A79A21-370C-40A2-AFA2-E4323186F453}" type="presOf" srcId="{505CE701-DC77-4C0F-9B9D-7B0AC2AB70BA}" destId="{F67A49CA-B82F-405B-96D6-B28F66A0B551}" srcOrd="0" destOrd="0" presId="urn:microsoft.com/office/officeart/2005/8/layout/vList2"/>
    <dgm:cxn modelId="{FA73AE2E-BFA8-4430-9767-C673828427A5}" srcId="{5BB6B48D-C1ED-47D4-ADBF-13590F097AA2}" destId="{A45934A0-9088-4333-B2BA-5C90AD20CA2B}" srcOrd="0" destOrd="0" parTransId="{ABFEAE10-A247-4CAB-8685-9E8F1CD4651C}" sibTransId="{A2085891-A360-4BE3-9EE9-427C11964A73}"/>
    <dgm:cxn modelId="{5766C32F-CA0D-40EC-99E8-43B7CD8B4920}" srcId="{D6D33840-388B-4ED5-96FF-E2CF28ECC52D}" destId="{F6744CB3-F8F5-4409-9DA4-25A1F26CB4AD}" srcOrd="1" destOrd="0" parTransId="{EC08BF16-14CB-491D-8EEB-773ABE0B854D}" sibTransId="{2B6B8DBF-2E09-4FB3-84FB-91A2630D3774}"/>
    <dgm:cxn modelId="{315BAC3A-32F2-4163-8BA8-3A75EF0E1E64}" type="presOf" srcId="{F6744CB3-F8F5-4409-9DA4-25A1F26CB4AD}" destId="{B12CA236-17C1-413E-BD96-1AA7BFEDE173}" srcOrd="0" destOrd="1" presId="urn:microsoft.com/office/officeart/2005/8/layout/vList2"/>
    <dgm:cxn modelId="{5F67EF3C-7E56-435B-B182-274F991AE646}" srcId="{5BB6B48D-C1ED-47D4-ADBF-13590F097AA2}" destId="{909F97E3-33E7-4587-957A-E1C511274B7F}" srcOrd="2" destOrd="0" parTransId="{DBE1865C-2675-4E12-88F0-E57BF831E27E}" sibTransId="{ECC09CCC-389C-4F99-97FC-02D961A94283}"/>
    <dgm:cxn modelId="{642C0144-E8FC-4371-8C18-0C452B5B6BAF}" srcId="{04C4008F-28EA-4A0A-803B-F2C72D230AB1}" destId="{FB81AB53-8E0F-4942-96C9-09C3683A72B0}" srcOrd="1" destOrd="0" parTransId="{C47D4910-FBDF-4947-A6B7-F9ECC9E7EE56}" sibTransId="{B8A4C2B1-F27F-4022-B6E7-F1C8D68D3957}"/>
    <dgm:cxn modelId="{421EC945-306D-44BB-8D8D-1E39BCF72E0B}" type="presOf" srcId="{D6D33840-388B-4ED5-96FF-E2CF28ECC52D}" destId="{AB2682BC-C21A-4072-8D08-112CFC358897}" srcOrd="0" destOrd="0" presId="urn:microsoft.com/office/officeart/2005/8/layout/vList2"/>
    <dgm:cxn modelId="{0A4BA251-D152-4E1D-BC98-6D0F3D0D5ABA}" srcId="{5BB6B48D-C1ED-47D4-ADBF-13590F097AA2}" destId="{EB0F23C4-24DF-4263-A8FE-E18B1281156B}" srcOrd="1" destOrd="0" parTransId="{1A3A55BD-CAD5-461F-B80B-3E32095C12F3}" sibTransId="{1389DC6D-AF6B-479E-9F52-32F4D62287B2}"/>
    <dgm:cxn modelId="{7EB46565-2BCF-4ED5-957D-B26C20249817}" type="presOf" srcId="{98344FD4-4E3C-4634-85CC-BAB87EC25BD1}" destId="{FA7D0413-03D7-4814-9722-F4A02B937650}" srcOrd="0" destOrd="0" presId="urn:microsoft.com/office/officeart/2005/8/layout/vList2"/>
    <dgm:cxn modelId="{972CF46C-E62A-47E1-9997-487AA5041550}" type="presOf" srcId="{FB81AB53-8E0F-4942-96C9-09C3683A72B0}" destId="{8F29B89B-B912-472C-94CF-76FB081D1D58}" srcOrd="0" destOrd="1" presId="urn:microsoft.com/office/officeart/2005/8/layout/vList2"/>
    <dgm:cxn modelId="{82FBE673-E2B9-4A4D-AB18-A0BA0EAADEF7}" srcId="{D6D33840-388B-4ED5-96FF-E2CF28ECC52D}" destId="{4CF362D1-BEF4-45B2-948B-FC61EF614B89}" srcOrd="0" destOrd="0" parTransId="{C4911C0E-97B2-4EC5-AAF1-101A7ADEA8BF}" sibTransId="{9521305F-6A5D-4C23-9A5C-776BB152ED60}"/>
    <dgm:cxn modelId="{0448917E-22FC-4B49-AABF-F035D5DC1F03}" srcId="{5E70E508-D13B-49A9-B961-8E24DECF181A}" destId="{98344FD4-4E3C-4634-85CC-BAB87EC25BD1}" srcOrd="0" destOrd="0" parTransId="{AB86C21E-729A-46A2-8D86-DF1750522392}" sibTransId="{6E846614-D932-46B9-A76A-F603039C68A0}"/>
    <dgm:cxn modelId="{9D840691-1355-4866-B5E5-42BA79F2D3F7}" srcId="{505CE701-DC77-4C0F-9B9D-7B0AC2AB70BA}" destId="{04C4008F-28EA-4A0A-803B-F2C72D230AB1}" srcOrd="2" destOrd="0" parTransId="{F7206184-ED15-41C3-8825-AD46AAA506FE}" sibTransId="{0A406D4B-F52D-4280-AC9B-5C04FE789563}"/>
    <dgm:cxn modelId="{D4598C9F-3439-4D05-88C5-01710FEAAE49}" type="presOf" srcId="{909F97E3-33E7-4587-957A-E1C511274B7F}" destId="{9068952F-7E79-4348-811B-FAADFD65556B}" srcOrd="0" destOrd="2" presId="urn:microsoft.com/office/officeart/2005/8/layout/vList2"/>
    <dgm:cxn modelId="{C8C060A0-A1E4-4417-AF18-0CCE08C3E603}" srcId="{04C4008F-28EA-4A0A-803B-F2C72D230AB1}" destId="{3D0B94FD-FC9A-4A80-A268-6FB7F338E737}" srcOrd="0" destOrd="0" parTransId="{DB6E16C6-9793-43DC-9982-A1E0863CC137}" sibTransId="{86F7D0A1-5E75-4DA9-94DD-D924A70CBF45}"/>
    <dgm:cxn modelId="{280350A9-7004-45AE-B1AB-12D7485C993E}" type="presOf" srcId="{4CF362D1-BEF4-45B2-948B-FC61EF614B89}" destId="{B12CA236-17C1-413E-BD96-1AA7BFEDE173}" srcOrd="0" destOrd="0" presId="urn:microsoft.com/office/officeart/2005/8/layout/vList2"/>
    <dgm:cxn modelId="{63426DAD-ECE9-4D31-8B8E-3B7A1E7D0EC6}" type="presOf" srcId="{EB0F23C4-24DF-4263-A8FE-E18B1281156B}" destId="{9068952F-7E79-4348-811B-FAADFD65556B}" srcOrd="0" destOrd="1" presId="urn:microsoft.com/office/officeart/2005/8/layout/vList2"/>
    <dgm:cxn modelId="{361912B4-9FF6-40E1-BD5A-652F2FD721F4}" srcId="{505CE701-DC77-4C0F-9B9D-7B0AC2AB70BA}" destId="{5E70E508-D13B-49A9-B961-8E24DECF181A}" srcOrd="0" destOrd="0" parTransId="{8344337D-9CBC-407C-8256-A32F27F1F8CE}" sibTransId="{80F05ABF-352D-4606-B511-A0672479346E}"/>
    <dgm:cxn modelId="{C741F2CC-2DEE-4AC9-B83E-EF0A376A0EF9}" type="presOf" srcId="{C28AEEB8-ED8B-4C65-85C0-AE4F749D7527}" destId="{8F29B89B-B912-472C-94CF-76FB081D1D58}" srcOrd="0" destOrd="2" presId="urn:microsoft.com/office/officeart/2005/8/layout/vList2"/>
    <dgm:cxn modelId="{8C845ED4-50D3-4670-93BD-E49E32289DB2}" type="presOf" srcId="{04C4008F-28EA-4A0A-803B-F2C72D230AB1}" destId="{A98C1C5B-574A-4518-8E2C-62B6094E43E4}" srcOrd="0" destOrd="0" presId="urn:microsoft.com/office/officeart/2005/8/layout/vList2"/>
    <dgm:cxn modelId="{7F5161D6-A3FC-49E6-99A7-48C84A327D12}" srcId="{04C4008F-28EA-4A0A-803B-F2C72D230AB1}" destId="{C28AEEB8-ED8B-4C65-85C0-AE4F749D7527}" srcOrd="2" destOrd="0" parTransId="{6E96D5B6-0399-4918-B356-0C1BCBB536F7}" sibTransId="{F9B63333-16E9-448D-925E-B3001F67B579}"/>
    <dgm:cxn modelId="{6BFC4EE9-516A-4116-9941-D066E4F2FE57}" type="presOf" srcId="{5BB6B48D-C1ED-47D4-ADBF-13590F097AA2}" destId="{6E240B25-77B0-4DB9-AF5E-E73D171BFA49}" srcOrd="0" destOrd="0" presId="urn:microsoft.com/office/officeart/2005/8/layout/vList2"/>
    <dgm:cxn modelId="{A74620EA-BE35-448D-8AB8-AAEE36E8BFCD}" type="presOf" srcId="{3D0B94FD-FC9A-4A80-A268-6FB7F338E737}" destId="{8F29B89B-B912-472C-94CF-76FB081D1D58}" srcOrd="0" destOrd="0" presId="urn:microsoft.com/office/officeart/2005/8/layout/vList2"/>
    <dgm:cxn modelId="{4A9658EA-8BC3-419D-BEF4-0C92D2688B2B}" type="presOf" srcId="{A45934A0-9088-4333-B2BA-5C90AD20CA2B}" destId="{9068952F-7E79-4348-811B-FAADFD65556B}" srcOrd="0" destOrd="0" presId="urn:microsoft.com/office/officeart/2005/8/layout/vList2"/>
    <dgm:cxn modelId="{A5648AF5-738D-46A1-8207-6B6CABBE8BD2}" srcId="{505CE701-DC77-4C0F-9B9D-7B0AC2AB70BA}" destId="{5BB6B48D-C1ED-47D4-ADBF-13590F097AA2}" srcOrd="1" destOrd="0" parTransId="{9361955C-00AB-4406-B31D-E8619B790642}" sibTransId="{C9E0EA96-CA11-4A37-955B-1D8ADEDF5999}"/>
    <dgm:cxn modelId="{F21C053B-E7A2-4693-90B0-0C6FBDA6F849}" type="presParOf" srcId="{F67A49CA-B82F-405B-96D6-B28F66A0B551}" destId="{4B1A4B99-5FD5-4D81-8F05-F93010C06E2B}" srcOrd="0" destOrd="0" presId="urn:microsoft.com/office/officeart/2005/8/layout/vList2"/>
    <dgm:cxn modelId="{4B8AE59C-7B10-49C2-8439-22730A9E966B}" type="presParOf" srcId="{F67A49CA-B82F-405B-96D6-B28F66A0B551}" destId="{FA7D0413-03D7-4814-9722-F4A02B937650}" srcOrd="1" destOrd="0" presId="urn:microsoft.com/office/officeart/2005/8/layout/vList2"/>
    <dgm:cxn modelId="{7C78C425-4392-4BA2-9F7B-DDEE62D456FE}" type="presParOf" srcId="{F67A49CA-B82F-405B-96D6-B28F66A0B551}" destId="{6E240B25-77B0-4DB9-AF5E-E73D171BFA49}" srcOrd="2" destOrd="0" presId="urn:microsoft.com/office/officeart/2005/8/layout/vList2"/>
    <dgm:cxn modelId="{D58AFFC4-C3B8-492E-A20C-6A3A9A6541EF}" type="presParOf" srcId="{F67A49CA-B82F-405B-96D6-B28F66A0B551}" destId="{9068952F-7E79-4348-811B-FAADFD65556B}" srcOrd="3" destOrd="0" presId="urn:microsoft.com/office/officeart/2005/8/layout/vList2"/>
    <dgm:cxn modelId="{8B8ECC94-B262-4692-B037-E0F1008917DA}" type="presParOf" srcId="{F67A49CA-B82F-405B-96D6-B28F66A0B551}" destId="{A98C1C5B-574A-4518-8E2C-62B6094E43E4}" srcOrd="4" destOrd="0" presId="urn:microsoft.com/office/officeart/2005/8/layout/vList2"/>
    <dgm:cxn modelId="{0DB854F2-3A62-490F-8B39-62280DF72543}" type="presParOf" srcId="{F67A49CA-B82F-405B-96D6-B28F66A0B551}" destId="{8F29B89B-B912-472C-94CF-76FB081D1D58}" srcOrd="5" destOrd="0" presId="urn:microsoft.com/office/officeart/2005/8/layout/vList2"/>
    <dgm:cxn modelId="{3242977E-01D1-4512-AC77-96C9B682DC9A}" type="presParOf" srcId="{F67A49CA-B82F-405B-96D6-B28F66A0B551}" destId="{AB2682BC-C21A-4072-8D08-112CFC358897}" srcOrd="6" destOrd="0" presId="urn:microsoft.com/office/officeart/2005/8/layout/vList2"/>
    <dgm:cxn modelId="{13036746-96D3-4E14-91E1-D6727BCE2128}" type="presParOf" srcId="{F67A49CA-B82F-405B-96D6-B28F66A0B551}" destId="{B12CA236-17C1-413E-BD96-1AA7BFEDE173}" srcOrd="7"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DC285-AA31-495B-852B-1A9BA2A8CDAB}">
      <dsp:nvSpPr>
        <dsp:cNvPr id="0" name=""/>
        <dsp:cNvSpPr/>
      </dsp:nvSpPr>
      <dsp:spPr>
        <a:xfrm>
          <a:off x="0" y="3360"/>
          <a:ext cx="10912910" cy="898772"/>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Problem</a:t>
          </a:r>
        </a:p>
      </dsp:txBody>
      <dsp:txXfrm>
        <a:off x="43874" y="47234"/>
        <a:ext cx="10825162" cy="811024"/>
      </dsp:txXfrm>
    </dsp:sp>
    <dsp:sp modelId="{06652109-65F9-4E5C-916E-335E99EF96A9}">
      <dsp:nvSpPr>
        <dsp:cNvPr id="0" name=""/>
        <dsp:cNvSpPr/>
      </dsp:nvSpPr>
      <dsp:spPr>
        <a:xfrm>
          <a:off x="0" y="902133"/>
          <a:ext cx="10912910" cy="1343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6485" tIns="49530" rIns="277368" bIns="49530" numCol="1" spcCol="1270" anchor="t" anchorCtr="0">
          <a:noAutofit/>
        </a:bodyPr>
        <a:lstStyle/>
        <a:p>
          <a:pPr marL="285750" lvl="1" indent="-285750" algn="l" defTabSz="1333500">
            <a:lnSpc>
              <a:spcPct val="90000"/>
            </a:lnSpc>
            <a:spcBef>
              <a:spcPct val="0"/>
            </a:spcBef>
            <a:spcAft>
              <a:spcPct val="20000"/>
            </a:spcAft>
            <a:buChar char="•"/>
          </a:pPr>
          <a:r>
            <a:rPr lang="en-US" sz="3000" kern="1200"/>
            <a:t>[Brief problem statement]</a:t>
          </a:r>
        </a:p>
        <a:p>
          <a:pPr marL="285750" lvl="1" indent="-285750" algn="l" defTabSz="1333500">
            <a:lnSpc>
              <a:spcPct val="90000"/>
            </a:lnSpc>
            <a:spcBef>
              <a:spcPct val="0"/>
            </a:spcBef>
            <a:spcAft>
              <a:spcPct val="20000"/>
            </a:spcAft>
            <a:buChar char="•"/>
          </a:pPr>
          <a:r>
            <a:rPr lang="en-US" sz="3000" kern="1200"/>
            <a:t>Leads to [impact]</a:t>
          </a:r>
        </a:p>
      </dsp:txBody>
      <dsp:txXfrm>
        <a:off x="0" y="902133"/>
        <a:ext cx="10912910" cy="1343947"/>
      </dsp:txXfrm>
    </dsp:sp>
    <dsp:sp modelId="{AA7085D8-100E-4791-8A0A-79B853ED3F6E}">
      <dsp:nvSpPr>
        <dsp:cNvPr id="0" name=""/>
        <dsp:cNvSpPr/>
      </dsp:nvSpPr>
      <dsp:spPr>
        <a:xfrm>
          <a:off x="0" y="2246081"/>
          <a:ext cx="10912910" cy="93198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Goal</a:t>
          </a:r>
        </a:p>
      </dsp:txBody>
      <dsp:txXfrm>
        <a:off x="45496" y="2291577"/>
        <a:ext cx="10821918" cy="840993"/>
      </dsp:txXfrm>
    </dsp:sp>
    <dsp:sp modelId="{D247E857-4D74-4A0A-8738-DA4BF8B57AD5}">
      <dsp:nvSpPr>
        <dsp:cNvPr id="0" name=""/>
        <dsp:cNvSpPr/>
      </dsp:nvSpPr>
      <dsp:spPr>
        <a:xfrm>
          <a:off x="0" y="3178066"/>
          <a:ext cx="10912910" cy="11887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6485" tIns="49530" rIns="277368" bIns="49530" numCol="1" spcCol="1270" anchor="t" anchorCtr="0">
          <a:noAutofit/>
        </a:bodyPr>
        <a:lstStyle/>
        <a:p>
          <a:pPr marL="285750" lvl="1" indent="-285750" algn="l" defTabSz="1333500">
            <a:lnSpc>
              <a:spcPct val="90000"/>
            </a:lnSpc>
            <a:spcBef>
              <a:spcPct val="0"/>
            </a:spcBef>
            <a:spcAft>
              <a:spcPct val="20000"/>
            </a:spcAft>
            <a:buChar char="•"/>
          </a:pPr>
          <a:r>
            <a:rPr lang="en-US" sz="3000" kern="1200" dirty="0"/>
            <a:t>Build a model to [task]</a:t>
          </a:r>
        </a:p>
      </dsp:txBody>
      <dsp:txXfrm>
        <a:off x="0" y="3178066"/>
        <a:ext cx="10912910" cy="1188721"/>
      </dsp:txXfrm>
    </dsp:sp>
    <dsp:sp modelId="{9FF5E077-601D-49D5-9F29-06EE4CF49A2B}">
      <dsp:nvSpPr>
        <dsp:cNvPr id="0" name=""/>
        <dsp:cNvSpPr/>
      </dsp:nvSpPr>
      <dsp:spPr>
        <a:xfrm>
          <a:off x="0" y="4366787"/>
          <a:ext cx="10912910" cy="91541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Success Criteria</a:t>
          </a:r>
        </a:p>
      </dsp:txBody>
      <dsp:txXfrm>
        <a:off x="44687" y="4411474"/>
        <a:ext cx="10823536" cy="826042"/>
      </dsp:txXfrm>
    </dsp:sp>
    <dsp:sp modelId="{00352403-9404-4AE3-AB65-3EAFFE013E65}">
      <dsp:nvSpPr>
        <dsp:cNvPr id="0" name=""/>
        <dsp:cNvSpPr/>
      </dsp:nvSpPr>
      <dsp:spPr>
        <a:xfrm>
          <a:off x="0" y="5282204"/>
          <a:ext cx="10912910" cy="20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6485" tIns="49530" rIns="277368" bIns="49530" numCol="1" spcCol="1270" anchor="t" anchorCtr="0">
          <a:noAutofit/>
        </a:bodyPr>
        <a:lstStyle/>
        <a:p>
          <a:pPr marL="285750" lvl="1" indent="-285750" algn="l" defTabSz="1333500">
            <a:lnSpc>
              <a:spcPct val="90000"/>
            </a:lnSpc>
            <a:spcBef>
              <a:spcPct val="0"/>
            </a:spcBef>
            <a:spcAft>
              <a:spcPct val="20000"/>
            </a:spcAft>
            <a:buChar char="•"/>
          </a:pPr>
          <a:r>
            <a:rPr lang="en-US" sz="3000" kern="1200"/>
            <a:t>[Metric] ≥ [target]</a:t>
          </a:r>
        </a:p>
        <a:p>
          <a:pPr marL="285750" lvl="1" indent="-285750" algn="l" defTabSz="1333500">
            <a:lnSpc>
              <a:spcPct val="90000"/>
            </a:lnSpc>
            <a:spcBef>
              <a:spcPct val="0"/>
            </a:spcBef>
            <a:spcAft>
              <a:spcPct val="20000"/>
            </a:spcAft>
            <a:buChar char="•"/>
          </a:pPr>
          <a:r>
            <a:rPr lang="en-US" sz="3000" kern="1200"/>
            <a:t>Reliable and consistent predictions</a:t>
          </a:r>
        </a:p>
        <a:p>
          <a:pPr marL="285750" lvl="1" indent="-285750" algn="l" defTabSz="1333500">
            <a:lnSpc>
              <a:spcPct val="90000"/>
            </a:lnSpc>
            <a:spcBef>
              <a:spcPct val="0"/>
            </a:spcBef>
            <a:spcAft>
              <a:spcPct val="20000"/>
            </a:spcAft>
            <a:buChar char="•"/>
          </a:pPr>
          <a:r>
            <a:rPr lang="en-US" sz="3000" kern="1200"/>
            <a:t>Fair ML vs LLM comparison</a:t>
          </a:r>
        </a:p>
      </dsp:txBody>
      <dsp:txXfrm>
        <a:off x="0" y="5282204"/>
        <a:ext cx="10912910" cy="20296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BE5F0C-8059-4302-9C7B-55A36B25A4EB}">
      <dsp:nvSpPr>
        <dsp:cNvPr id="0" name=""/>
        <dsp:cNvSpPr/>
      </dsp:nvSpPr>
      <dsp:spPr>
        <a:xfrm>
          <a:off x="0" y="726750"/>
          <a:ext cx="7772400" cy="282555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3225" tIns="812292" rIns="603225" bIns="277368" numCol="1" spcCol="1270" anchor="t" anchorCtr="0">
          <a:noAutofit/>
        </a:bodyPr>
        <a:lstStyle/>
        <a:p>
          <a:pPr marL="285750" lvl="1" indent="-285750" algn="l" defTabSz="1733550">
            <a:lnSpc>
              <a:spcPct val="90000"/>
            </a:lnSpc>
            <a:spcBef>
              <a:spcPct val="0"/>
            </a:spcBef>
            <a:spcAft>
              <a:spcPct val="15000"/>
            </a:spcAft>
            <a:buChar char="•"/>
          </a:pPr>
          <a:r>
            <a:rPr lang="en-US" sz="3900" kern="1200"/>
            <a:t>Source: [dataset name] </a:t>
          </a:r>
        </a:p>
        <a:p>
          <a:pPr marL="285750" lvl="1" indent="-285750" algn="l" defTabSz="1733550">
            <a:lnSpc>
              <a:spcPct val="90000"/>
            </a:lnSpc>
            <a:spcBef>
              <a:spcPct val="0"/>
            </a:spcBef>
            <a:spcAft>
              <a:spcPct val="15000"/>
            </a:spcAft>
            <a:buChar char="•"/>
          </a:pPr>
          <a:r>
            <a:rPr lang="en-US" sz="3900" kern="1200"/>
            <a:t>Size: [# records] </a:t>
          </a:r>
        </a:p>
        <a:p>
          <a:pPr marL="285750" lvl="1" indent="-285750" algn="l" defTabSz="1733550">
            <a:lnSpc>
              <a:spcPct val="90000"/>
            </a:lnSpc>
            <a:spcBef>
              <a:spcPct val="0"/>
            </a:spcBef>
            <a:spcAft>
              <a:spcPct val="15000"/>
            </a:spcAft>
            <a:buChar char="•"/>
          </a:pPr>
          <a:r>
            <a:rPr lang="en-US" sz="3900" kern="1200"/>
            <a:t>Features: [X, Y, Z]</a:t>
          </a:r>
        </a:p>
      </dsp:txBody>
      <dsp:txXfrm>
        <a:off x="0" y="726750"/>
        <a:ext cx="7772400" cy="2825550"/>
      </dsp:txXfrm>
    </dsp:sp>
    <dsp:sp modelId="{86EF778E-19CA-419C-B3B3-A875992416B4}">
      <dsp:nvSpPr>
        <dsp:cNvPr id="0" name=""/>
        <dsp:cNvSpPr/>
      </dsp:nvSpPr>
      <dsp:spPr>
        <a:xfrm>
          <a:off x="388620" y="151110"/>
          <a:ext cx="5440680" cy="115127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5645" tIns="0" rIns="205645" bIns="0" numCol="1" spcCol="1270" anchor="ctr" anchorCtr="0">
          <a:noAutofit/>
        </a:bodyPr>
        <a:lstStyle/>
        <a:p>
          <a:pPr marL="0" lvl="0" indent="0" algn="l" defTabSz="1733550">
            <a:lnSpc>
              <a:spcPct val="90000"/>
            </a:lnSpc>
            <a:spcBef>
              <a:spcPct val="0"/>
            </a:spcBef>
            <a:spcAft>
              <a:spcPct val="35000"/>
            </a:spcAft>
            <a:buNone/>
          </a:pPr>
          <a:r>
            <a:rPr lang="en-US" sz="3900" b="1" kern="1200"/>
            <a:t>Dataset</a:t>
          </a:r>
          <a:endParaRPr lang="en-US" sz="3900" kern="1200"/>
        </a:p>
      </dsp:txBody>
      <dsp:txXfrm>
        <a:off x="444821" y="207311"/>
        <a:ext cx="5328278" cy="1038877"/>
      </dsp:txXfrm>
    </dsp:sp>
    <dsp:sp modelId="{ADE3EEC1-2B04-4978-99AA-B38B828A3E66}">
      <dsp:nvSpPr>
        <dsp:cNvPr id="0" name=""/>
        <dsp:cNvSpPr/>
      </dsp:nvSpPr>
      <dsp:spPr>
        <a:xfrm>
          <a:off x="0" y="4338539"/>
          <a:ext cx="7772400" cy="282555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3225" tIns="812292" rIns="603225" bIns="277368" numCol="1" spcCol="1270" anchor="t" anchorCtr="0">
          <a:noAutofit/>
        </a:bodyPr>
        <a:lstStyle/>
        <a:p>
          <a:pPr marL="285750" lvl="1" indent="-285750" algn="l" defTabSz="1733550">
            <a:lnSpc>
              <a:spcPct val="90000"/>
            </a:lnSpc>
            <a:spcBef>
              <a:spcPct val="0"/>
            </a:spcBef>
            <a:spcAft>
              <a:spcPct val="15000"/>
            </a:spcAft>
            <a:buChar char="•"/>
          </a:pPr>
          <a:r>
            <a:rPr lang="en-US" sz="3900" kern="1200"/>
            <a:t>Missing / inconsistent values </a:t>
          </a:r>
        </a:p>
        <a:p>
          <a:pPr marL="285750" lvl="1" indent="-285750" algn="l" defTabSz="1733550">
            <a:lnSpc>
              <a:spcPct val="90000"/>
            </a:lnSpc>
            <a:spcBef>
              <a:spcPct val="0"/>
            </a:spcBef>
            <a:spcAft>
              <a:spcPct val="15000"/>
            </a:spcAft>
            <a:buChar char="•"/>
          </a:pPr>
          <a:r>
            <a:rPr lang="en-US" sz="3900" kern="1200"/>
            <a:t>Bias in [area] </a:t>
          </a:r>
        </a:p>
        <a:p>
          <a:pPr marL="285750" lvl="1" indent="-285750" algn="l" defTabSz="1733550">
            <a:lnSpc>
              <a:spcPct val="90000"/>
            </a:lnSpc>
            <a:spcBef>
              <a:spcPct val="0"/>
            </a:spcBef>
            <a:spcAft>
              <a:spcPct val="15000"/>
            </a:spcAft>
            <a:buChar char="•"/>
          </a:pPr>
          <a:r>
            <a:rPr lang="en-US" sz="3900" kern="1200"/>
            <a:t>Limited edge-case coverage</a:t>
          </a:r>
        </a:p>
      </dsp:txBody>
      <dsp:txXfrm>
        <a:off x="0" y="4338539"/>
        <a:ext cx="7772400" cy="2825550"/>
      </dsp:txXfrm>
    </dsp:sp>
    <dsp:sp modelId="{932A5BCC-9B22-47BB-876F-490503FF87FE}">
      <dsp:nvSpPr>
        <dsp:cNvPr id="0" name=""/>
        <dsp:cNvSpPr/>
      </dsp:nvSpPr>
      <dsp:spPr>
        <a:xfrm>
          <a:off x="388620" y="3762900"/>
          <a:ext cx="5440680" cy="115127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5645" tIns="0" rIns="205645" bIns="0" numCol="1" spcCol="1270" anchor="ctr" anchorCtr="0">
          <a:noAutofit/>
        </a:bodyPr>
        <a:lstStyle/>
        <a:p>
          <a:pPr marL="0" lvl="0" indent="0" algn="l" defTabSz="1733550">
            <a:lnSpc>
              <a:spcPct val="90000"/>
            </a:lnSpc>
            <a:spcBef>
              <a:spcPct val="0"/>
            </a:spcBef>
            <a:spcAft>
              <a:spcPct val="35000"/>
            </a:spcAft>
            <a:buNone/>
          </a:pPr>
          <a:r>
            <a:rPr lang="en-US" sz="3900" b="1" kern="1200"/>
            <a:t>Challenges</a:t>
          </a:r>
          <a:endParaRPr lang="en-US" sz="3900" kern="1200"/>
        </a:p>
      </dsp:txBody>
      <dsp:txXfrm>
        <a:off x="444821" y="3819101"/>
        <a:ext cx="5328278" cy="10388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8D218F-B5C9-4B25-BE14-5C725757568E}">
      <dsp:nvSpPr>
        <dsp:cNvPr id="0" name=""/>
        <dsp:cNvSpPr/>
      </dsp:nvSpPr>
      <dsp:spPr>
        <a:xfrm>
          <a:off x="-106700" y="11595"/>
          <a:ext cx="6887842" cy="208343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40C719-F729-4671-9E6D-FAF1E4628E1F}">
      <dsp:nvSpPr>
        <dsp:cNvPr id="0" name=""/>
        <dsp:cNvSpPr/>
      </dsp:nvSpPr>
      <dsp:spPr>
        <a:xfrm>
          <a:off x="523537" y="480367"/>
          <a:ext cx="1145887" cy="1145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9DEB09-6F7F-4869-9626-4C2AA74CEC98}">
      <dsp:nvSpPr>
        <dsp:cNvPr id="0" name=""/>
        <dsp:cNvSpPr/>
      </dsp:nvSpPr>
      <dsp:spPr>
        <a:xfrm>
          <a:off x="1842451" y="17762"/>
          <a:ext cx="3099528" cy="20834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496" tIns="220496" rIns="220496" bIns="220496" numCol="1" spcCol="1270" anchor="ctr" anchorCtr="0">
          <a:noAutofit/>
        </a:bodyPr>
        <a:lstStyle/>
        <a:p>
          <a:pPr marL="0" lvl="0" indent="0" algn="l" defTabSz="1111250">
            <a:lnSpc>
              <a:spcPct val="90000"/>
            </a:lnSpc>
            <a:spcBef>
              <a:spcPct val="0"/>
            </a:spcBef>
            <a:spcAft>
              <a:spcPct val="35000"/>
            </a:spcAft>
            <a:buNone/>
          </a:pPr>
          <a:r>
            <a:rPr lang="en-US" sz="2500" b="1" kern="1200" dirty="0"/>
            <a:t>Data Preparation</a:t>
          </a:r>
          <a:endParaRPr lang="en-US" sz="2500" kern="1200" dirty="0"/>
        </a:p>
      </dsp:txBody>
      <dsp:txXfrm>
        <a:off x="1842451" y="17762"/>
        <a:ext cx="3099528" cy="2083431"/>
      </dsp:txXfrm>
    </dsp:sp>
    <dsp:sp modelId="{C3924349-3976-41AC-8037-4AF1B1A54B4E}">
      <dsp:nvSpPr>
        <dsp:cNvPr id="0" name=""/>
        <dsp:cNvSpPr/>
      </dsp:nvSpPr>
      <dsp:spPr>
        <a:xfrm>
          <a:off x="4865640" y="22221"/>
          <a:ext cx="1813457" cy="20834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496" tIns="220496" rIns="220496" bIns="220496" numCol="1" spcCol="1270" anchor="ctr" anchorCtr="0">
          <a:noAutofit/>
        </a:bodyPr>
        <a:lstStyle/>
        <a:p>
          <a:pPr marL="0" lvl="0" indent="0" algn="l" defTabSz="622300">
            <a:lnSpc>
              <a:spcPct val="90000"/>
            </a:lnSpc>
            <a:spcBef>
              <a:spcPct val="0"/>
            </a:spcBef>
            <a:spcAft>
              <a:spcPct val="35000"/>
            </a:spcAft>
            <a:buNone/>
          </a:pPr>
          <a:r>
            <a:rPr lang="en-US" sz="1400" kern="1200" dirty="0"/>
            <a:t>Cleaned and normalized data </a:t>
          </a:r>
        </a:p>
        <a:p>
          <a:pPr marL="0" lvl="0" indent="0" algn="l" defTabSz="622300">
            <a:lnSpc>
              <a:spcPct val="90000"/>
            </a:lnSpc>
            <a:spcBef>
              <a:spcPct val="0"/>
            </a:spcBef>
            <a:spcAft>
              <a:spcPct val="35000"/>
            </a:spcAft>
            <a:buNone/>
          </a:pPr>
          <a:r>
            <a:rPr lang="en-US" sz="1400" kern="1200" dirty="0"/>
            <a:t>Engineered features: [A, B, C] </a:t>
          </a:r>
          <a:endParaRPr lang="en-US" sz="1300" kern="1200" dirty="0"/>
        </a:p>
      </dsp:txBody>
      <dsp:txXfrm>
        <a:off x="4865640" y="22221"/>
        <a:ext cx="1813457" cy="2083431"/>
      </dsp:txXfrm>
    </dsp:sp>
    <dsp:sp modelId="{05DBAAAB-887E-4650-9F21-C6ECC9E9A4BB}">
      <dsp:nvSpPr>
        <dsp:cNvPr id="0" name=""/>
        <dsp:cNvSpPr/>
      </dsp:nvSpPr>
      <dsp:spPr>
        <a:xfrm>
          <a:off x="-106700" y="2615884"/>
          <a:ext cx="6887842" cy="208343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0CAD88-6F94-4A88-882A-A4E268125984}">
      <dsp:nvSpPr>
        <dsp:cNvPr id="0" name=""/>
        <dsp:cNvSpPr/>
      </dsp:nvSpPr>
      <dsp:spPr>
        <a:xfrm>
          <a:off x="523537" y="3084656"/>
          <a:ext cx="1145887" cy="1145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50F316-BBB4-4ABF-9BBC-845DB255AD51}">
      <dsp:nvSpPr>
        <dsp:cNvPr id="0" name=""/>
        <dsp:cNvSpPr/>
      </dsp:nvSpPr>
      <dsp:spPr>
        <a:xfrm>
          <a:off x="1853082" y="2615884"/>
          <a:ext cx="3099528" cy="20834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496" tIns="220496" rIns="220496" bIns="220496" numCol="1" spcCol="1270" anchor="ctr" anchorCtr="0">
          <a:noAutofit/>
        </a:bodyPr>
        <a:lstStyle/>
        <a:p>
          <a:pPr marL="0" lvl="0" indent="0" algn="l" defTabSz="1111250">
            <a:lnSpc>
              <a:spcPct val="90000"/>
            </a:lnSpc>
            <a:spcBef>
              <a:spcPct val="0"/>
            </a:spcBef>
            <a:spcAft>
              <a:spcPct val="35000"/>
            </a:spcAft>
            <a:buNone/>
          </a:pPr>
          <a:r>
            <a:rPr lang="en-US" sz="2500" b="1" kern="1200" dirty="0"/>
            <a:t>Model Selection</a:t>
          </a:r>
          <a:endParaRPr lang="en-US" sz="2500" kern="1200" dirty="0"/>
        </a:p>
      </dsp:txBody>
      <dsp:txXfrm>
        <a:off x="1853082" y="2615884"/>
        <a:ext cx="3099528" cy="2083431"/>
      </dsp:txXfrm>
    </dsp:sp>
    <dsp:sp modelId="{9841F99E-8587-47BB-8E5B-5E7552F2B649}">
      <dsp:nvSpPr>
        <dsp:cNvPr id="0" name=""/>
        <dsp:cNvSpPr/>
      </dsp:nvSpPr>
      <dsp:spPr>
        <a:xfrm>
          <a:off x="4797660" y="2615884"/>
          <a:ext cx="1813457" cy="20834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496" tIns="220496" rIns="220496" bIns="220496" numCol="1" spcCol="1270" anchor="ctr" anchorCtr="0">
          <a:noAutofit/>
        </a:bodyPr>
        <a:lstStyle/>
        <a:p>
          <a:pPr marL="0" lvl="0" indent="0" algn="l" defTabSz="622300">
            <a:lnSpc>
              <a:spcPct val="90000"/>
            </a:lnSpc>
            <a:spcBef>
              <a:spcPct val="0"/>
            </a:spcBef>
            <a:spcAft>
              <a:spcPct val="35000"/>
            </a:spcAft>
            <a:buNone/>
          </a:pPr>
          <a:r>
            <a:rPr lang="en-US" sz="1400" kern="1200" dirty="0"/>
            <a:t>Model: [ML model] </a:t>
          </a:r>
        </a:p>
        <a:p>
          <a:pPr marL="0" lvl="0" indent="0" algn="l" defTabSz="622300">
            <a:lnSpc>
              <a:spcPct val="90000"/>
            </a:lnSpc>
            <a:spcBef>
              <a:spcPct val="0"/>
            </a:spcBef>
            <a:spcAft>
              <a:spcPct val="35000"/>
            </a:spcAft>
            <a:buNone/>
          </a:pPr>
          <a:r>
            <a:rPr lang="en-US" sz="1400" kern="1200" dirty="0"/>
            <a:t>Chosen for performance + interpretability </a:t>
          </a:r>
          <a:endParaRPr lang="en-US" sz="1300" kern="1200" dirty="0"/>
        </a:p>
      </dsp:txBody>
      <dsp:txXfrm>
        <a:off x="4797660" y="2615884"/>
        <a:ext cx="1813457" cy="2083431"/>
      </dsp:txXfrm>
    </dsp:sp>
    <dsp:sp modelId="{3C24337D-580A-483C-8B25-7EEDB794829C}">
      <dsp:nvSpPr>
        <dsp:cNvPr id="0" name=""/>
        <dsp:cNvSpPr/>
      </dsp:nvSpPr>
      <dsp:spPr>
        <a:xfrm>
          <a:off x="-106700" y="5220173"/>
          <a:ext cx="6887842" cy="208343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F75E66-72EA-45FD-A487-ADB422523F1D}">
      <dsp:nvSpPr>
        <dsp:cNvPr id="0" name=""/>
        <dsp:cNvSpPr/>
      </dsp:nvSpPr>
      <dsp:spPr>
        <a:xfrm>
          <a:off x="523537" y="5688945"/>
          <a:ext cx="1145887" cy="1145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6BB16B-609C-4753-8B4D-DFF7E3506DF5}">
      <dsp:nvSpPr>
        <dsp:cNvPr id="0" name=""/>
        <dsp:cNvSpPr/>
      </dsp:nvSpPr>
      <dsp:spPr>
        <a:xfrm>
          <a:off x="1853113" y="5224631"/>
          <a:ext cx="3099528" cy="20834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496" tIns="220496" rIns="220496" bIns="220496" numCol="1" spcCol="1270" anchor="ctr" anchorCtr="0">
          <a:noAutofit/>
        </a:bodyPr>
        <a:lstStyle/>
        <a:p>
          <a:pPr marL="0" lvl="0" indent="0" algn="l" defTabSz="1111250">
            <a:lnSpc>
              <a:spcPct val="90000"/>
            </a:lnSpc>
            <a:spcBef>
              <a:spcPct val="0"/>
            </a:spcBef>
            <a:spcAft>
              <a:spcPct val="35000"/>
            </a:spcAft>
            <a:buNone/>
          </a:pPr>
          <a:r>
            <a:rPr lang="en-US" sz="2500" b="1" kern="1200" dirty="0"/>
            <a:t>Workflow</a:t>
          </a:r>
          <a:endParaRPr lang="en-US" sz="2500" kern="1200" dirty="0"/>
        </a:p>
      </dsp:txBody>
      <dsp:txXfrm>
        <a:off x="1853113" y="5224631"/>
        <a:ext cx="3099528" cy="2083431"/>
      </dsp:txXfrm>
    </dsp:sp>
    <dsp:sp modelId="{CAEF443E-C1E1-493B-8B15-6982A9DC9875}">
      <dsp:nvSpPr>
        <dsp:cNvPr id="0" name=""/>
        <dsp:cNvSpPr/>
      </dsp:nvSpPr>
      <dsp:spPr>
        <a:xfrm>
          <a:off x="4791214" y="5231768"/>
          <a:ext cx="1813457" cy="20834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496" tIns="220496" rIns="220496" bIns="220496" numCol="1" spcCol="1270" anchor="ctr" anchorCtr="0">
          <a:noAutofit/>
        </a:bodyPr>
        <a:lstStyle/>
        <a:p>
          <a:pPr marL="0" lvl="0" indent="0" algn="l" defTabSz="622300">
            <a:lnSpc>
              <a:spcPct val="90000"/>
            </a:lnSpc>
            <a:spcBef>
              <a:spcPct val="0"/>
            </a:spcBef>
            <a:spcAft>
              <a:spcPct val="35000"/>
            </a:spcAft>
            <a:buNone/>
          </a:pPr>
          <a:r>
            <a:rPr lang="en-US" sz="1400" kern="1200" dirty="0"/>
            <a:t>Train / validation / test split </a:t>
          </a:r>
        </a:p>
        <a:p>
          <a:pPr marL="0" lvl="0" indent="0" algn="l" defTabSz="622300">
            <a:lnSpc>
              <a:spcPct val="90000"/>
            </a:lnSpc>
            <a:spcBef>
              <a:spcPct val="0"/>
            </a:spcBef>
            <a:spcAft>
              <a:spcPct val="35000"/>
            </a:spcAft>
            <a:buNone/>
          </a:pPr>
          <a:r>
            <a:rPr lang="en-US" sz="1400" kern="1200" dirty="0"/>
            <a:t>Hyperparameter tuning</a:t>
          </a:r>
          <a:endParaRPr lang="en-US" sz="1300" kern="1200" dirty="0"/>
        </a:p>
      </dsp:txBody>
      <dsp:txXfrm>
        <a:off x="4791214" y="5231768"/>
        <a:ext cx="1813457" cy="208343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C9EC2D-6068-48C6-B445-822F8634E719}">
      <dsp:nvSpPr>
        <dsp:cNvPr id="0" name=""/>
        <dsp:cNvSpPr/>
      </dsp:nvSpPr>
      <dsp:spPr>
        <a:xfrm>
          <a:off x="10531" y="639101"/>
          <a:ext cx="809841" cy="80984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080AEF6-9547-46EB-8600-542CE746942E}">
      <dsp:nvSpPr>
        <dsp:cNvPr id="0" name=""/>
        <dsp:cNvSpPr/>
      </dsp:nvSpPr>
      <dsp:spPr>
        <a:xfrm>
          <a:off x="10531" y="1526955"/>
          <a:ext cx="2313831" cy="347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55700">
            <a:lnSpc>
              <a:spcPct val="90000"/>
            </a:lnSpc>
            <a:spcBef>
              <a:spcPct val="0"/>
            </a:spcBef>
            <a:spcAft>
              <a:spcPct val="35000"/>
            </a:spcAft>
            <a:buNone/>
            <a:defRPr b="1"/>
          </a:pPr>
          <a:r>
            <a:rPr lang="en-US" sz="2600" b="1" kern="1200" dirty="0"/>
            <a:t>Performance</a:t>
          </a:r>
          <a:endParaRPr lang="en-US" sz="2600" kern="1200" dirty="0"/>
        </a:p>
      </dsp:txBody>
      <dsp:txXfrm>
        <a:off x="10531" y="1526955"/>
        <a:ext cx="2313831" cy="347074"/>
      </dsp:txXfrm>
    </dsp:sp>
    <dsp:sp modelId="{918A852E-EFF9-4FB7-A67C-92DAAFCD8479}">
      <dsp:nvSpPr>
        <dsp:cNvPr id="0" name=""/>
        <dsp:cNvSpPr/>
      </dsp:nvSpPr>
      <dsp:spPr>
        <a:xfrm>
          <a:off x="10531" y="1910314"/>
          <a:ext cx="2313831" cy="5430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dirty="0"/>
            <a:t>[Metric 1]: [value] </a:t>
          </a:r>
        </a:p>
        <a:p>
          <a:pPr marL="0" lvl="0" indent="0" algn="l" defTabSz="755650">
            <a:lnSpc>
              <a:spcPct val="90000"/>
            </a:lnSpc>
            <a:spcBef>
              <a:spcPct val="0"/>
            </a:spcBef>
            <a:spcAft>
              <a:spcPct val="35000"/>
            </a:spcAft>
            <a:buNone/>
          </a:pPr>
          <a:r>
            <a:rPr lang="en-US" sz="1700" kern="1200"/>
            <a:t>[Metric 2]: [value] </a:t>
          </a:r>
        </a:p>
      </dsp:txBody>
      <dsp:txXfrm>
        <a:off x="10531" y="1910314"/>
        <a:ext cx="2313831" cy="543033"/>
      </dsp:txXfrm>
    </dsp:sp>
    <dsp:sp modelId="{6783F874-D31E-4904-8377-516AA7339324}">
      <dsp:nvSpPr>
        <dsp:cNvPr id="0" name=""/>
        <dsp:cNvSpPr/>
      </dsp:nvSpPr>
      <dsp:spPr>
        <a:xfrm>
          <a:off x="2729284" y="639101"/>
          <a:ext cx="809841" cy="80984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12A13F-BB84-44DC-927E-30DCC1BFC0CC}">
      <dsp:nvSpPr>
        <dsp:cNvPr id="0" name=""/>
        <dsp:cNvSpPr/>
      </dsp:nvSpPr>
      <dsp:spPr>
        <a:xfrm>
          <a:off x="2729284" y="1526955"/>
          <a:ext cx="2313831" cy="347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55700">
            <a:lnSpc>
              <a:spcPct val="90000"/>
            </a:lnSpc>
            <a:spcBef>
              <a:spcPct val="0"/>
            </a:spcBef>
            <a:spcAft>
              <a:spcPct val="35000"/>
            </a:spcAft>
            <a:buNone/>
            <a:defRPr b="1"/>
          </a:pPr>
          <a:r>
            <a:rPr lang="en-US" sz="2600" b="1" kern="1200" dirty="0"/>
            <a:t>Insights</a:t>
          </a:r>
          <a:endParaRPr lang="en-US" sz="2600" kern="1200" dirty="0"/>
        </a:p>
      </dsp:txBody>
      <dsp:txXfrm>
        <a:off x="2729284" y="1526955"/>
        <a:ext cx="2313831" cy="347074"/>
      </dsp:txXfrm>
    </dsp:sp>
    <dsp:sp modelId="{1D21ABD8-5006-4D9F-9AB6-FD1B79C6BC8C}">
      <dsp:nvSpPr>
        <dsp:cNvPr id="0" name=""/>
        <dsp:cNvSpPr/>
      </dsp:nvSpPr>
      <dsp:spPr>
        <a:xfrm>
          <a:off x="2729284" y="1910314"/>
          <a:ext cx="2313831" cy="5430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Strong on: [pattern] </a:t>
          </a:r>
        </a:p>
        <a:p>
          <a:pPr marL="0" lvl="0" indent="0" algn="l" defTabSz="755650">
            <a:lnSpc>
              <a:spcPct val="90000"/>
            </a:lnSpc>
            <a:spcBef>
              <a:spcPct val="0"/>
            </a:spcBef>
            <a:spcAft>
              <a:spcPct val="35000"/>
            </a:spcAft>
            <a:buNone/>
          </a:pPr>
          <a:r>
            <a:rPr lang="en-US" sz="1700" kern="1200"/>
            <a:t>Weak on: [edge case] </a:t>
          </a:r>
        </a:p>
      </dsp:txBody>
      <dsp:txXfrm>
        <a:off x="2729284" y="1910314"/>
        <a:ext cx="2313831" cy="543033"/>
      </dsp:txXfrm>
    </dsp:sp>
    <dsp:sp modelId="{43D9EDEE-22AD-4E86-B1F4-85B05FC77918}">
      <dsp:nvSpPr>
        <dsp:cNvPr id="0" name=""/>
        <dsp:cNvSpPr/>
      </dsp:nvSpPr>
      <dsp:spPr>
        <a:xfrm>
          <a:off x="5448036" y="639101"/>
          <a:ext cx="809841" cy="80984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3D681C-9010-4798-987F-0A7FE51C9789}">
      <dsp:nvSpPr>
        <dsp:cNvPr id="0" name=""/>
        <dsp:cNvSpPr/>
      </dsp:nvSpPr>
      <dsp:spPr>
        <a:xfrm>
          <a:off x="5448036" y="1526955"/>
          <a:ext cx="2313831" cy="347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55700">
            <a:lnSpc>
              <a:spcPct val="90000"/>
            </a:lnSpc>
            <a:spcBef>
              <a:spcPct val="0"/>
            </a:spcBef>
            <a:spcAft>
              <a:spcPct val="35000"/>
            </a:spcAft>
            <a:buNone/>
            <a:defRPr b="1"/>
          </a:pPr>
          <a:r>
            <a:rPr lang="en-US" sz="2600" b="1" kern="1200" dirty="0"/>
            <a:t>Visualization</a:t>
          </a:r>
          <a:endParaRPr lang="en-US" sz="2600" kern="1200" dirty="0"/>
        </a:p>
      </dsp:txBody>
      <dsp:txXfrm>
        <a:off x="5448036" y="1526955"/>
        <a:ext cx="2313831" cy="347074"/>
      </dsp:txXfrm>
    </dsp:sp>
    <dsp:sp modelId="{45802E23-CA48-496E-99FF-171CBB9B7310}">
      <dsp:nvSpPr>
        <dsp:cNvPr id="0" name=""/>
        <dsp:cNvSpPr/>
      </dsp:nvSpPr>
      <dsp:spPr>
        <a:xfrm>
          <a:off x="5448036" y="1910314"/>
          <a:ext cx="2313831" cy="5430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dirty="0"/>
            <a:t>[Insert chart: confusion matrix / regression plot]</a:t>
          </a:r>
        </a:p>
      </dsp:txBody>
      <dsp:txXfrm>
        <a:off x="5448036" y="1910314"/>
        <a:ext cx="2313831" cy="54303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1A4B99-5FD5-4D81-8F05-F93010C06E2B}">
      <dsp:nvSpPr>
        <dsp:cNvPr id="0" name=""/>
        <dsp:cNvSpPr/>
      </dsp:nvSpPr>
      <dsp:spPr>
        <a:xfrm>
          <a:off x="0" y="7784"/>
          <a:ext cx="7772400" cy="7956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1" kern="1200"/>
            <a:t>Demo / System Flow</a:t>
          </a:r>
          <a:endParaRPr lang="en-US" sz="3400" kern="1200"/>
        </a:p>
      </dsp:txBody>
      <dsp:txXfrm>
        <a:off x="38838" y="46622"/>
        <a:ext cx="7694724" cy="717924"/>
      </dsp:txXfrm>
    </dsp:sp>
    <dsp:sp modelId="{FA7D0413-03D7-4814-9722-F4A02B937650}">
      <dsp:nvSpPr>
        <dsp:cNvPr id="0" name=""/>
        <dsp:cNvSpPr/>
      </dsp:nvSpPr>
      <dsp:spPr>
        <a:xfrm>
          <a:off x="0" y="803384"/>
          <a:ext cx="7772400" cy="563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6774"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en-US" sz="2700" kern="1200"/>
            <a:t>Input → Model → Output </a:t>
          </a:r>
        </a:p>
      </dsp:txBody>
      <dsp:txXfrm>
        <a:off x="0" y="803384"/>
        <a:ext cx="7772400" cy="563040"/>
      </dsp:txXfrm>
    </dsp:sp>
    <dsp:sp modelId="{6E240B25-77B0-4DB9-AF5E-E73D171BFA49}">
      <dsp:nvSpPr>
        <dsp:cNvPr id="0" name=""/>
        <dsp:cNvSpPr/>
      </dsp:nvSpPr>
      <dsp:spPr>
        <a:xfrm>
          <a:off x="0" y="1366424"/>
          <a:ext cx="7772400" cy="7956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1" kern="1200"/>
            <a:t>Key Insights</a:t>
          </a:r>
          <a:endParaRPr lang="en-US" sz="3400" kern="1200"/>
        </a:p>
      </dsp:txBody>
      <dsp:txXfrm>
        <a:off x="38838" y="1405262"/>
        <a:ext cx="7694724" cy="717924"/>
      </dsp:txXfrm>
    </dsp:sp>
    <dsp:sp modelId="{9068952F-7E79-4348-811B-FAADFD65556B}">
      <dsp:nvSpPr>
        <dsp:cNvPr id="0" name=""/>
        <dsp:cNvSpPr/>
      </dsp:nvSpPr>
      <dsp:spPr>
        <a:xfrm>
          <a:off x="0" y="2162024"/>
          <a:ext cx="7772400" cy="13372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6774"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en-US" sz="2700" kern="1200"/>
            <a:t>Data quality strongly impacts results </a:t>
          </a:r>
        </a:p>
        <a:p>
          <a:pPr marL="228600" lvl="1" indent="-228600" algn="l" defTabSz="1200150">
            <a:lnSpc>
              <a:spcPct val="90000"/>
            </a:lnSpc>
            <a:spcBef>
              <a:spcPct val="0"/>
            </a:spcBef>
            <a:spcAft>
              <a:spcPct val="20000"/>
            </a:spcAft>
            <a:buChar char="•"/>
          </a:pPr>
          <a:r>
            <a:rPr lang="en-US" sz="2700" kern="1200"/>
            <a:t>ML is more reliable for structured tasks </a:t>
          </a:r>
        </a:p>
        <a:p>
          <a:pPr marL="228600" lvl="1" indent="-228600" algn="l" defTabSz="1200150">
            <a:lnSpc>
              <a:spcPct val="90000"/>
            </a:lnSpc>
            <a:spcBef>
              <a:spcPct val="0"/>
            </a:spcBef>
            <a:spcAft>
              <a:spcPct val="20000"/>
            </a:spcAft>
            <a:buChar char="•"/>
          </a:pPr>
          <a:r>
            <a:rPr lang="en-US" sz="2700" kern="1200"/>
            <a:t>LLM performance depends on prompt design </a:t>
          </a:r>
        </a:p>
      </dsp:txBody>
      <dsp:txXfrm>
        <a:off x="0" y="2162024"/>
        <a:ext cx="7772400" cy="1337219"/>
      </dsp:txXfrm>
    </dsp:sp>
    <dsp:sp modelId="{A98C1C5B-574A-4518-8E2C-62B6094E43E4}">
      <dsp:nvSpPr>
        <dsp:cNvPr id="0" name=""/>
        <dsp:cNvSpPr/>
      </dsp:nvSpPr>
      <dsp:spPr>
        <a:xfrm>
          <a:off x="0" y="3499244"/>
          <a:ext cx="7772400" cy="7956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1" kern="1200"/>
            <a:t>Limitations</a:t>
          </a:r>
          <a:endParaRPr lang="en-US" sz="3400" kern="1200"/>
        </a:p>
      </dsp:txBody>
      <dsp:txXfrm>
        <a:off x="38838" y="3538082"/>
        <a:ext cx="7694724" cy="717924"/>
      </dsp:txXfrm>
    </dsp:sp>
    <dsp:sp modelId="{8F29B89B-B912-472C-94CF-76FB081D1D58}">
      <dsp:nvSpPr>
        <dsp:cNvPr id="0" name=""/>
        <dsp:cNvSpPr/>
      </dsp:nvSpPr>
      <dsp:spPr>
        <a:xfrm>
          <a:off x="0" y="4294845"/>
          <a:ext cx="7772400" cy="13372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6774"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en-US" sz="2700" kern="1200"/>
            <a:t>Data bias / size </a:t>
          </a:r>
        </a:p>
        <a:p>
          <a:pPr marL="228600" lvl="1" indent="-228600" algn="l" defTabSz="1200150">
            <a:lnSpc>
              <a:spcPct val="90000"/>
            </a:lnSpc>
            <a:spcBef>
              <a:spcPct val="0"/>
            </a:spcBef>
            <a:spcAft>
              <a:spcPct val="20000"/>
            </a:spcAft>
            <a:buChar char="•"/>
          </a:pPr>
          <a:r>
            <a:rPr lang="en-US" sz="2700" kern="1200"/>
            <a:t>Model generalization </a:t>
          </a:r>
        </a:p>
        <a:p>
          <a:pPr marL="228600" lvl="1" indent="-228600" algn="l" defTabSz="1200150">
            <a:lnSpc>
              <a:spcPct val="90000"/>
            </a:lnSpc>
            <a:spcBef>
              <a:spcPct val="0"/>
            </a:spcBef>
            <a:spcAft>
              <a:spcPct val="20000"/>
            </a:spcAft>
            <a:buChar char="•"/>
          </a:pPr>
          <a:r>
            <a:rPr lang="en-US" sz="2700" kern="1200"/>
            <a:t>LLM variability </a:t>
          </a:r>
        </a:p>
      </dsp:txBody>
      <dsp:txXfrm>
        <a:off x="0" y="4294845"/>
        <a:ext cx="7772400" cy="1337219"/>
      </dsp:txXfrm>
    </dsp:sp>
    <dsp:sp modelId="{AB2682BC-C21A-4072-8D08-112CFC358897}">
      <dsp:nvSpPr>
        <dsp:cNvPr id="0" name=""/>
        <dsp:cNvSpPr/>
      </dsp:nvSpPr>
      <dsp:spPr>
        <a:xfrm>
          <a:off x="0" y="5632065"/>
          <a:ext cx="7772400" cy="7956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1" kern="1200"/>
            <a:t>Future Work</a:t>
          </a:r>
          <a:endParaRPr lang="en-US" sz="3400" kern="1200"/>
        </a:p>
      </dsp:txBody>
      <dsp:txXfrm>
        <a:off x="38838" y="5670903"/>
        <a:ext cx="7694724" cy="717924"/>
      </dsp:txXfrm>
    </dsp:sp>
    <dsp:sp modelId="{B12CA236-17C1-413E-BD96-1AA7BFEDE173}">
      <dsp:nvSpPr>
        <dsp:cNvPr id="0" name=""/>
        <dsp:cNvSpPr/>
      </dsp:nvSpPr>
      <dsp:spPr>
        <a:xfrm>
          <a:off x="0" y="6427664"/>
          <a:ext cx="7772400" cy="879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6774"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en-US" sz="2700" kern="1200"/>
            <a:t>Improve features and data </a:t>
          </a:r>
        </a:p>
        <a:p>
          <a:pPr marL="228600" lvl="1" indent="-228600" algn="l" defTabSz="1200150">
            <a:lnSpc>
              <a:spcPct val="90000"/>
            </a:lnSpc>
            <a:spcBef>
              <a:spcPct val="0"/>
            </a:spcBef>
            <a:spcAft>
              <a:spcPct val="20000"/>
            </a:spcAft>
            <a:buChar char="•"/>
          </a:pPr>
          <a:r>
            <a:rPr lang="en-US" sz="2700" kern="1200"/>
            <a:t>Refine prompts / models </a:t>
          </a:r>
        </a:p>
      </dsp:txBody>
      <dsp:txXfrm>
        <a:off x="0" y="6427664"/>
        <a:ext cx="7772400" cy="87975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A69A9C-1087-184F-8370-423E175D9D7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9090E3D-F5E5-0D40-B323-A25B85CF9E8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6E50B8-2EF8-564F-AE86-D84E6C503530}" type="datetimeFigureOut">
              <a:rPr lang="en-US" smtClean="0"/>
              <a:t>4/14/26</a:t>
            </a:fld>
            <a:endParaRPr lang="en-US"/>
          </a:p>
        </p:txBody>
      </p:sp>
      <p:sp>
        <p:nvSpPr>
          <p:cNvPr id="4" name="Footer Placeholder 3">
            <a:extLst>
              <a:ext uri="{FF2B5EF4-FFF2-40B4-BE49-F238E27FC236}">
                <a16:creationId xmlns:a16="http://schemas.microsoft.com/office/drawing/2014/main" id="{64E3AA97-2F38-5340-B685-1E0EA3E358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2B732F3-25A6-284F-A24C-5FD21AE6BE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4078BA3-E235-9946-9A4D-07E907F688D0}" type="slidenum">
              <a:rPr lang="en-US" smtClean="0"/>
              <a:t>‹#›</a:t>
            </a:fld>
            <a:endParaRPr lang="en-US"/>
          </a:p>
        </p:txBody>
      </p:sp>
    </p:spTree>
    <p:extLst>
      <p:ext uri="{BB962C8B-B14F-4D97-AF65-F5344CB8AC3E}">
        <p14:creationId xmlns:p14="http://schemas.microsoft.com/office/powerpoint/2010/main" val="41940003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AC8D20-1945-7145-91A2-3D134BDA25E2}" type="datetimeFigureOut">
              <a:rPr lang="en-US" smtClean="0"/>
              <a:t>4/14/26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0104DB-87CA-D64F-AB86-DB2520DDF5D7}" type="slidenum">
              <a:rPr lang="en-US" smtClean="0"/>
              <a:t>‹#›</a:t>
            </a:fld>
            <a:endParaRPr lang="en-US"/>
          </a:p>
        </p:txBody>
      </p:sp>
    </p:spTree>
    <p:extLst>
      <p:ext uri="{BB962C8B-B14F-4D97-AF65-F5344CB8AC3E}">
        <p14:creationId xmlns:p14="http://schemas.microsoft.com/office/powerpoint/2010/main" val="3614055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Notes: Hi, we’re Team [Name], and today we’ll present our AI solution for [problem].We’ll walk through our approach, results, and key insights from comparing machine learning and LLM methods.</a:t>
            </a:r>
          </a:p>
          <a:p>
            <a:endParaRPr lang="en-US" dirty="0"/>
          </a:p>
        </p:txBody>
      </p:sp>
      <p:sp>
        <p:nvSpPr>
          <p:cNvPr id="4" name="Slide Number Placeholder 3"/>
          <p:cNvSpPr>
            <a:spLocks noGrp="1"/>
          </p:cNvSpPr>
          <p:nvPr>
            <p:ph type="sldNum" sz="quarter" idx="5"/>
          </p:nvPr>
        </p:nvSpPr>
        <p:spPr/>
        <p:txBody>
          <a:bodyPr/>
          <a:lstStyle/>
          <a:p>
            <a:fld id="{710104DB-87CA-D64F-AB86-DB2520DDF5D7}" type="slidenum">
              <a:rPr lang="en-US" smtClean="0"/>
              <a:t>1</a:t>
            </a:fld>
            <a:endParaRPr lang="en-US"/>
          </a:p>
        </p:txBody>
      </p:sp>
    </p:spTree>
    <p:extLst>
      <p:ext uri="{BB962C8B-B14F-4D97-AF65-F5344CB8AC3E}">
        <p14:creationId xmlns:p14="http://schemas.microsoft.com/office/powerpoint/2010/main" val="3941861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The problem we addressed is [problem], which leads to [impact].</a:t>
            </a:r>
            <a:br>
              <a:rPr lang="en-US" dirty="0"/>
            </a:br>
            <a:r>
              <a:rPr lang="en-US" dirty="0"/>
              <a:t>Our goal was to build a model that can [task].</a:t>
            </a:r>
            <a:br>
              <a:rPr lang="en-US" dirty="0"/>
            </a:br>
            <a:r>
              <a:rPr lang="en-US" dirty="0"/>
              <a:t>We defined success using [metric], while also ensuring results were consistent and comparable across ML and LLM approaches.</a:t>
            </a:r>
          </a:p>
        </p:txBody>
      </p:sp>
      <p:sp>
        <p:nvSpPr>
          <p:cNvPr id="4" name="Slide Number Placeholder 3"/>
          <p:cNvSpPr>
            <a:spLocks noGrp="1"/>
          </p:cNvSpPr>
          <p:nvPr>
            <p:ph type="sldNum" sz="quarter" idx="5"/>
          </p:nvPr>
        </p:nvSpPr>
        <p:spPr/>
        <p:txBody>
          <a:bodyPr/>
          <a:lstStyle/>
          <a:p>
            <a:fld id="{710104DB-87CA-D64F-AB86-DB2520DDF5D7}" type="slidenum">
              <a:rPr lang="en-US" smtClean="0"/>
              <a:t>2</a:t>
            </a:fld>
            <a:endParaRPr lang="en-US"/>
          </a:p>
        </p:txBody>
      </p:sp>
    </p:spTree>
    <p:extLst>
      <p:ext uri="{BB962C8B-B14F-4D97-AF65-F5344CB8AC3E}">
        <p14:creationId xmlns:p14="http://schemas.microsoft.com/office/powerpoint/2010/main" val="282752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We used [dataset], which includes [key features].</a:t>
            </a:r>
            <a:br>
              <a:rPr lang="en-US" dirty="0"/>
            </a:br>
            <a:r>
              <a:rPr lang="en-US" dirty="0"/>
              <a:t>However, we encountered challenges such as missing values and potential bias in [area].</a:t>
            </a:r>
            <a:br>
              <a:rPr lang="en-US" dirty="0"/>
            </a:br>
            <a:r>
              <a:rPr lang="en-US" dirty="0"/>
              <a:t>These issues directly influenced how we prepared the data and selected our models.</a:t>
            </a:r>
          </a:p>
        </p:txBody>
      </p:sp>
      <p:sp>
        <p:nvSpPr>
          <p:cNvPr id="4" name="Slide Number Placeholder 3"/>
          <p:cNvSpPr>
            <a:spLocks noGrp="1"/>
          </p:cNvSpPr>
          <p:nvPr>
            <p:ph type="sldNum" sz="quarter" idx="5"/>
          </p:nvPr>
        </p:nvSpPr>
        <p:spPr/>
        <p:txBody>
          <a:bodyPr/>
          <a:lstStyle/>
          <a:p>
            <a:fld id="{710104DB-87CA-D64F-AB86-DB2520DDF5D7}" type="slidenum">
              <a:rPr lang="en-US" smtClean="0"/>
              <a:t>3</a:t>
            </a:fld>
            <a:endParaRPr lang="en-US"/>
          </a:p>
        </p:txBody>
      </p:sp>
    </p:spTree>
    <p:extLst>
      <p:ext uri="{BB962C8B-B14F-4D97-AF65-F5344CB8AC3E}">
        <p14:creationId xmlns:p14="http://schemas.microsoft.com/office/powerpoint/2010/main" val="832219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We cleaned and standardized the data, then engineered features like [A, B, C].We selected [model] because it fits the problem and balances performance with </a:t>
            </a:r>
            <a:r>
              <a:rPr lang="en-US" dirty="0" err="1"/>
              <a:t>interpretability.We</a:t>
            </a:r>
            <a:r>
              <a:rPr lang="en-US" dirty="0"/>
              <a:t> used a train-validation-test split and tuned hyperparameters before final evaluation.</a:t>
            </a:r>
          </a:p>
        </p:txBody>
      </p:sp>
      <p:sp>
        <p:nvSpPr>
          <p:cNvPr id="4" name="Slide Number Placeholder 3"/>
          <p:cNvSpPr>
            <a:spLocks noGrp="1"/>
          </p:cNvSpPr>
          <p:nvPr>
            <p:ph type="sldNum" sz="quarter" idx="5"/>
          </p:nvPr>
        </p:nvSpPr>
        <p:spPr/>
        <p:txBody>
          <a:bodyPr/>
          <a:lstStyle/>
          <a:p>
            <a:fld id="{710104DB-87CA-D64F-AB86-DB2520DDF5D7}" type="slidenum">
              <a:rPr lang="en-US" smtClean="0"/>
              <a:t>4</a:t>
            </a:fld>
            <a:endParaRPr lang="en-US"/>
          </a:p>
        </p:txBody>
      </p:sp>
    </p:spTree>
    <p:extLst>
      <p:ext uri="{BB962C8B-B14F-4D97-AF65-F5344CB8AC3E}">
        <p14:creationId xmlns:p14="http://schemas.microsoft.com/office/powerpoint/2010/main" val="2647893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F3ECA-4D25-3695-4B51-37A756F69E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6BB304-5556-526A-F80C-ADEF9B45BA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6E9790-F2B9-AEAD-9F74-E98BDA2FC416}"/>
              </a:ext>
            </a:extLst>
          </p:cNvPr>
          <p:cNvSpPr>
            <a:spLocks noGrp="1"/>
          </p:cNvSpPr>
          <p:nvPr>
            <p:ph type="body" idx="1"/>
          </p:nvPr>
        </p:nvSpPr>
        <p:spPr/>
        <p:txBody>
          <a:bodyPr/>
          <a:lstStyle/>
          <a:p>
            <a:r>
              <a:rPr lang="en-US" dirty="0"/>
              <a:t>Notes: This slide shows how our ML model </a:t>
            </a:r>
            <a:r>
              <a:rPr lang="en-US" dirty="0" err="1"/>
              <a:t>performed.We</a:t>
            </a:r>
            <a:r>
              <a:rPr lang="en-US" dirty="0"/>
              <a:t> achieved [metric] of [value], indicating [interpretation].The model performs well on [pattern], but struggles with [edge case].From our visualization, we can see that [explain briefly], which suggests that [insight].Overall, this tells us the model is [reliable / limited in specific ways].</a:t>
            </a:r>
          </a:p>
        </p:txBody>
      </p:sp>
      <p:sp>
        <p:nvSpPr>
          <p:cNvPr id="4" name="Slide Number Placeholder 3">
            <a:extLst>
              <a:ext uri="{FF2B5EF4-FFF2-40B4-BE49-F238E27FC236}">
                <a16:creationId xmlns:a16="http://schemas.microsoft.com/office/drawing/2014/main" id="{70570579-9A35-A803-F03D-0F7F97B69E9A}"/>
              </a:ext>
            </a:extLst>
          </p:cNvPr>
          <p:cNvSpPr>
            <a:spLocks noGrp="1"/>
          </p:cNvSpPr>
          <p:nvPr>
            <p:ph type="sldNum" sz="quarter" idx="5"/>
          </p:nvPr>
        </p:nvSpPr>
        <p:spPr/>
        <p:txBody>
          <a:bodyPr/>
          <a:lstStyle/>
          <a:p>
            <a:fld id="{710104DB-87CA-D64F-AB86-DB2520DDF5D7}" type="slidenum">
              <a:rPr lang="en-US" smtClean="0"/>
              <a:t>5</a:t>
            </a:fld>
            <a:endParaRPr lang="en-US"/>
          </a:p>
        </p:txBody>
      </p:sp>
    </p:spTree>
    <p:extLst>
      <p:ext uri="{BB962C8B-B14F-4D97-AF65-F5344CB8AC3E}">
        <p14:creationId xmlns:p14="http://schemas.microsoft.com/office/powerpoint/2010/main" val="1904893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We then used an LLM to perform the same </a:t>
            </a:r>
            <a:r>
              <a:rPr lang="en-US" dirty="0" err="1"/>
              <a:t>task.We</a:t>
            </a:r>
            <a:r>
              <a:rPr lang="en-US" dirty="0"/>
              <a:t> designed prompts with structured outputs and used few-shot examples to improve </a:t>
            </a:r>
            <a:r>
              <a:rPr lang="en-US" dirty="0" err="1"/>
              <a:t>consistency.The</a:t>
            </a:r>
            <a:r>
              <a:rPr lang="en-US" dirty="0"/>
              <a:t> LLM achieved [metric] of [value].It handled flexible inputs well, but we observed issues like inconsistent formatting and hallucinations.</a:t>
            </a:r>
          </a:p>
        </p:txBody>
      </p:sp>
      <p:sp>
        <p:nvSpPr>
          <p:cNvPr id="4" name="Slide Number Placeholder 3"/>
          <p:cNvSpPr>
            <a:spLocks noGrp="1"/>
          </p:cNvSpPr>
          <p:nvPr>
            <p:ph type="sldNum" sz="quarter" idx="5"/>
          </p:nvPr>
        </p:nvSpPr>
        <p:spPr/>
        <p:txBody>
          <a:bodyPr/>
          <a:lstStyle/>
          <a:p>
            <a:fld id="{710104DB-87CA-D64F-AB86-DB2520DDF5D7}" type="slidenum">
              <a:rPr lang="en-US" smtClean="0"/>
              <a:t>6</a:t>
            </a:fld>
            <a:endParaRPr lang="en-US"/>
          </a:p>
        </p:txBody>
      </p:sp>
    </p:spTree>
    <p:extLst>
      <p:ext uri="{BB962C8B-B14F-4D97-AF65-F5344CB8AC3E}">
        <p14:creationId xmlns:p14="http://schemas.microsoft.com/office/powerpoint/2010/main" val="1958316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33BC3-CC7E-7FE4-6E1B-FC2EE88C54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BEAEF-A798-D3FD-350B-B7D545C34C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F33605-F685-1CE5-F09E-023FD0622F80}"/>
              </a:ext>
            </a:extLst>
          </p:cNvPr>
          <p:cNvSpPr>
            <a:spLocks noGrp="1"/>
          </p:cNvSpPr>
          <p:nvPr>
            <p:ph type="body" idx="1"/>
          </p:nvPr>
        </p:nvSpPr>
        <p:spPr/>
        <p:txBody>
          <a:bodyPr/>
          <a:lstStyle/>
          <a:p>
            <a:r>
              <a:rPr lang="en-US" dirty="0"/>
              <a:t>Notes: This slide highlights the key tradeoffs. </a:t>
            </a:r>
          </a:p>
          <a:p>
            <a:r>
              <a:rPr lang="en-US" dirty="0"/>
              <a:t>The ML model achieved higher accuracy and consistency, making it more reliable for structured predictions. The LLM is more flexible and faster to prototype, but less consistent. </a:t>
            </a:r>
          </a:p>
          <a:p>
            <a:r>
              <a:rPr lang="en-US" dirty="0"/>
              <a:t>So the key takeaway is: ML is better for control and reliability, while LLM is better for flexibility and rapid development.</a:t>
            </a:r>
          </a:p>
        </p:txBody>
      </p:sp>
      <p:sp>
        <p:nvSpPr>
          <p:cNvPr id="4" name="Slide Number Placeholder 3">
            <a:extLst>
              <a:ext uri="{FF2B5EF4-FFF2-40B4-BE49-F238E27FC236}">
                <a16:creationId xmlns:a16="http://schemas.microsoft.com/office/drawing/2014/main" id="{DD43695F-A7DA-2D17-3D49-94C7EAC26030}"/>
              </a:ext>
            </a:extLst>
          </p:cNvPr>
          <p:cNvSpPr>
            <a:spLocks noGrp="1"/>
          </p:cNvSpPr>
          <p:nvPr>
            <p:ph type="sldNum" sz="quarter" idx="5"/>
          </p:nvPr>
        </p:nvSpPr>
        <p:spPr/>
        <p:txBody>
          <a:bodyPr/>
          <a:lstStyle/>
          <a:p>
            <a:fld id="{710104DB-87CA-D64F-AB86-DB2520DDF5D7}" type="slidenum">
              <a:rPr lang="en-US" smtClean="0"/>
              <a:t>7</a:t>
            </a:fld>
            <a:endParaRPr lang="en-US"/>
          </a:p>
        </p:txBody>
      </p:sp>
    </p:spTree>
    <p:extLst>
      <p:ext uri="{BB962C8B-B14F-4D97-AF65-F5344CB8AC3E}">
        <p14:creationId xmlns:p14="http://schemas.microsoft.com/office/powerpoint/2010/main" val="4232904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Notes:</a:t>
            </a:r>
          </a:p>
          <a:p>
            <a:r>
              <a:rPr lang="en-US" b="0" dirty="0"/>
              <a:t>Here’s a quick look at our system.</a:t>
            </a:r>
          </a:p>
          <a:p>
            <a:r>
              <a:rPr lang="en-US" b="0" dirty="0"/>
              <a:t>[Walk through demo briefly]</a:t>
            </a:r>
          </a:p>
          <a:p>
            <a:r>
              <a:rPr lang="en-US" b="0" dirty="0"/>
              <a:t>From this project, we learned that data quality is critical, ML models are more reliable for structured tasks, and LLM performance depends heavily on prompt design.</a:t>
            </a:r>
          </a:p>
          <a:p>
            <a:r>
              <a:rPr lang="en-US" b="0" dirty="0"/>
              <a:t>Some limitations include [bias, data size, variability].</a:t>
            </a:r>
          </a:p>
          <a:p>
            <a:r>
              <a:rPr lang="en-US" b="0" dirty="0"/>
              <a:t>In the future, we would improve this by [next steps].</a:t>
            </a:r>
          </a:p>
          <a:p>
            <a:r>
              <a:rPr lang="en-US" b="0" dirty="0"/>
              <a:t>Overall, this project demonstrates how AI can be applied to [real-world impact].</a:t>
            </a:r>
          </a:p>
          <a:p>
            <a:r>
              <a:rPr lang="en-US" b="0" dirty="0"/>
              <a:t>Thank you—happy to take questions.</a:t>
            </a:r>
          </a:p>
        </p:txBody>
      </p:sp>
      <p:sp>
        <p:nvSpPr>
          <p:cNvPr id="4" name="Slide Number Placeholder 3"/>
          <p:cNvSpPr>
            <a:spLocks noGrp="1"/>
          </p:cNvSpPr>
          <p:nvPr>
            <p:ph type="sldNum" sz="quarter" idx="5"/>
          </p:nvPr>
        </p:nvSpPr>
        <p:spPr/>
        <p:txBody>
          <a:bodyPr/>
          <a:lstStyle/>
          <a:p>
            <a:fld id="{710104DB-87CA-D64F-AB86-DB2520DDF5D7}" type="slidenum">
              <a:rPr lang="en-US" smtClean="0"/>
              <a:t>8</a:t>
            </a:fld>
            <a:endParaRPr lang="en-US"/>
          </a:p>
        </p:txBody>
      </p:sp>
    </p:spTree>
    <p:extLst>
      <p:ext uri="{BB962C8B-B14F-4D97-AF65-F5344CB8AC3E}">
        <p14:creationId xmlns:p14="http://schemas.microsoft.com/office/powerpoint/2010/main" val="811092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could also break this up by phase, but want each person discussing unique aspects they learned about or from in this project (e.g., how to prompt an LLM, what hyperparameters do for a model, etc.)</a:t>
            </a:r>
          </a:p>
        </p:txBody>
      </p:sp>
      <p:sp>
        <p:nvSpPr>
          <p:cNvPr id="4" name="Slide Number Placeholder 3"/>
          <p:cNvSpPr>
            <a:spLocks noGrp="1"/>
          </p:cNvSpPr>
          <p:nvPr>
            <p:ph type="sldNum" sz="quarter" idx="5"/>
          </p:nvPr>
        </p:nvSpPr>
        <p:spPr/>
        <p:txBody>
          <a:bodyPr/>
          <a:lstStyle/>
          <a:p>
            <a:fld id="{710104DB-87CA-D64F-AB86-DB2520DDF5D7}" type="slidenum">
              <a:rPr lang="en-US" smtClean="0"/>
              <a:t>9</a:t>
            </a:fld>
            <a:endParaRPr lang="en-US"/>
          </a:p>
        </p:txBody>
      </p:sp>
    </p:spTree>
    <p:extLst>
      <p:ext uri="{BB962C8B-B14F-4D97-AF65-F5344CB8AC3E}">
        <p14:creationId xmlns:p14="http://schemas.microsoft.com/office/powerpoint/2010/main" val="3338181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_Plain_Blac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36B83B-A5E4-524E-96A9-DFC12D58F12A}"/>
              </a:ext>
            </a:extLst>
          </p:cNvPr>
          <p:cNvSpPr/>
          <p:nvPr userDrawn="1"/>
        </p:nvSpPr>
        <p:spPr>
          <a:xfrm>
            <a:off x="914400" y="0"/>
            <a:ext cx="54864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421DF1AC-1D08-B945-A034-B740A35902F9}"/>
              </a:ext>
            </a:extLst>
          </p:cNvPr>
          <p:cNvSpPr txBox="1"/>
          <p:nvPr userDrawn="1"/>
        </p:nvSpPr>
        <p:spPr>
          <a:xfrm>
            <a:off x="1371600" y="7543800"/>
            <a:ext cx="3657600" cy="228600"/>
          </a:xfrm>
          <a:prstGeom prst="rect">
            <a:avLst/>
          </a:prstGeom>
          <a:noFill/>
        </p:spPr>
        <p:txBody>
          <a:bodyPr wrap="square" lIns="0" tIns="0" rIns="0" bIns="0" rtlCol="0" anchor="t" anchorCtr="0">
            <a:noAutofit/>
          </a:bodyPr>
          <a:lstStyle/>
          <a:p>
            <a:pPr>
              <a:spcAft>
                <a:spcPts val="600"/>
              </a:spcAft>
            </a:pPr>
            <a:r>
              <a:rPr lang="en-US" sz="800" dirty="0">
                <a:solidFill>
                  <a:srgbClr val="616265">
                    <a:alpha val="75000"/>
                  </a:srgbClr>
                </a:solidFill>
                <a:latin typeface="Arial" panose="020B0604020202020204" pitchFamily="34" charset="0"/>
                <a:cs typeface="Arial" panose="020B0604020202020204" pitchFamily="34" charset="0"/>
              </a:rPr>
              <a:t>PNNL is operated by Battelle for the U.S. Department of Energy</a:t>
            </a:r>
          </a:p>
        </p:txBody>
      </p:sp>
      <p:sp>
        <p:nvSpPr>
          <p:cNvPr id="2" name="Title 1"/>
          <p:cNvSpPr>
            <a:spLocks noGrp="1"/>
          </p:cNvSpPr>
          <p:nvPr>
            <p:ph type="ctrTitle"/>
          </p:nvPr>
        </p:nvSpPr>
        <p:spPr>
          <a:xfrm>
            <a:off x="1371600" y="2743200"/>
            <a:ext cx="4572000" cy="1828800"/>
          </a:xfrm>
          <a:prstGeom prst="rect">
            <a:avLst/>
          </a:prstGeom>
        </p:spPr>
        <p:txBody>
          <a:bodyPr lIns="0" tIns="0" rIns="0" bIns="0" anchor="b">
            <a:noAutofit/>
          </a:bodyPr>
          <a:lstStyle>
            <a:lvl1pPr algn="r">
              <a:defRPr sz="4800" b="1">
                <a:solidFill>
                  <a:schemeClr val="tx2"/>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0" name="Text Placeholder 19">
            <a:extLst>
              <a:ext uri="{FF2B5EF4-FFF2-40B4-BE49-F238E27FC236}">
                <a16:creationId xmlns:a16="http://schemas.microsoft.com/office/drawing/2014/main" id="{3061D5F4-8719-384B-945C-9A27060F99A0}"/>
              </a:ext>
            </a:extLst>
          </p:cNvPr>
          <p:cNvSpPr>
            <a:spLocks noGrp="1"/>
          </p:cNvSpPr>
          <p:nvPr>
            <p:ph type="body" sz="quarter" idx="10" hasCustomPrompt="1"/>
          </p:nvPr>
        </p:nvSpPr>
        <p:spPr>
          <a:xfrm>
            <a:off x="1370529" y="5669280"/>
            <a:ext cx="4572000" cy="274320"/>
          </a:xfrm>
          <a:prstGeom prst="rect">
            <a:avLst/>
          </a:prstGeom>
        </p:spPr>
        <p:txBody>
          <a:bodyPr wrap="none" lIns="0" tIns="0" rIns="0" bIns="0">
            <a:noAutofit/>
          </a:bodyPr>
          <a:lstStyle>
            <a:lvl1pPr marL="0" indent="0" algn="r">
              <a:buNone/>
              <a:defRPr sz="1800" b="1">
                <a:solidFill>
                  <a:srgbClr val="000000"/>
                </a:solidFill>
                <a:latin typeface="Arial" panose="020B0604020202020204" pitchFamily="34" charset="0"/>
                <a:cs typeface="Arial" panose="020B0604020202020204" pitchFamily="34" charset="0"/>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Click to add presenter’s name</a:t>
            </a:r>
          </a:p>
        </p:txBody>
      </p:sp>
      <p:sp>
        <p:nvSpPr>
          <p:cNvPr id="21" name="Text Placeholder 19">
            <a:extLst>
              <a:ext uri="{FF2B5EF4-FFF2-40B4-BE49-F238E27FC236}">
                <a16:creationId xmlns:a16="http://schemas.microsoft.com/office/drawing/2014/main" id="{3E2D432E-6648-6643-9C6E-38B1EFF5EE31}"/>
              </a:ext>
            </a:extLst>
          </p:cNvPr>
          <p:cNvSpPr>
            <a:spLocks noGrp="1"/>
          </p:cNvSpPr>
          <p:nvPr>
            <p:ph type="body" sz="quarter" idx="11" hasCustomPrompt="1"/>
          </p:nvPr>
        </p:nvSpPr>
        <p:spPr>
          <a:xfrm>
            <a:off x="1371600" y="5983356"/>
            <a:ext cx="4572000" cy="274320"/>
          </a:xfrm>
          <a:prstGeom prst="rect">
            <a:avLst/>
          </a:prstGeom>
        </p:spPr>
        <p:txBody>
          <a:bodyPr wrap="none" lIns="0" tIns="0" rIns="0" bIns="0">
            <a:noAutofit/>
          </a:bodyPr>
          <a:lstStyle>
            <a:lvl1pPr marL="0" indent="0" algn="r">
              <a:buNone/>
              <a:defRPr sz="1600">
                <a:solidFill>
                  <a:srgbClr val="616265"/>
                </a:solidFill>
                <a:latin typeface="Arial" panose="020B0604020202020204" pitchFamily="34" charset="0"/>
                <a:cs typeface="Arial" panose="020B0604020202020204" pitchFamily="34" charset="0"/>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Click to add presenter’s title</a:t>
            </a:r>
          </a:p>
        </p:txBody>
      </p:sp>
      <p:sp>
        <p:nvSpPr>
          <p:cNvPr id="6" name="TextBox 5">
            <a:extLst>
              <a:ext uri="{FF2B5EF4-FFF2-40B4-BE49-F238E27FC236}">
                <a16:creationId xmlns:a16="http://schemas.microsoft.com/office/drawing/2014/main" id="{8915389B-4BB4-1644-9B7E-35A85D0C1E3B}"/>
              </a:ext>
            </a:extLst>
          </p:cNvPr>
          <p:cNvSpPr txBox="1"/>
          <p:nvPr userDrawn="1"/>
        </p:nvSpPr>
        <p:spPr>
          <a:xfrm>
            <a:off x="3710609" y="-1245704"/>
            <a:ext cx="184731" cy="424732"/>
          </a:xfrm>
          <a:prstGeom prst="rect">
            <a:avLst/>
          </a:prstGeom>
          <a:noFill/>
        </p:spPr>
        <p:txBody>
          <a:bodyPr wrap="none" rtlCol="0">
            <a:spAutoFit/>
          </a:bodyPr>
          <a:lstStyle/>
          <a:p>
            <a:endParaRPr lang="en-US"/>
          </a:p>
        </p:txBody>
      </p:sp>
      <p:pic>
        <p:nvPicPr>
          <p:cNvPr id="12" name="Picture 11">
            <a:extLst>
              <a:ext uri="{FF2B5EF4-FFF2-40B4-BE49-F238E27FC236}">
                <a16:creationId xmlns:a16="http://schemas.microsoft.com/office/drawing/2014/main" id="{45A7D3E1-BCC3-C843-81A0-EA4EDFB44528}"/>
              </a:ext>
            </a:extLst>
          </p:cNvPr>
          <p:cNvPicPr>
            <a:picLocks noChangeAspect="1"/>
          </p:cNvPicPr>
          <p:nvPr userDrawn="1"/>
        </p:nvPicPr>
        <p:blipFill>
          <a:blip r:embed="rId2"/>
          <a:stretch>
            <a:fillRect/>
          </a:stretch>
        </p:blipFill>
        <p:spPr>
          <a:xfrm>
            <a:off x="1371600" y="237744"/>
            <a:ext cx="1280160" cy="1249224"/>
          </a:xfrm>
          <a:prstGeom prst="rect">
            <a:avLst/>
          </a:prstGeom>
        </p:spPr>
      </p:pic>
      <p:pic>
        <p:nvPicPr>
          <p:cNvPr id="13" name="Picture 12">
            <a:extLst>
              <a:ext uri="{FF2B5EF4-FFF2-40B4-BE49-F238E27FC236}">
                <a16:creationId xmlns:a16="http://schemas.microsoft.com/office/drawing/2014/main" id="{56617363-F73D-B74F-9647-C9D747AC7023}"/>
              </a:ext>
            </a:extLst>
          </p:cNvPr>
          <p:cNvPicPr>
            <a:picLocks noChangeAspect="1"/>
          </p:cNvPicPr>
          <p:nvPr userDrawn="1"/>
        </p:nvPicPr>
        <p:blipFill>
          <a:blip r:embed="rId3"/>
          <a:srcRect/>
          <a:stretch/>
        </p:blipFill>
        <p:spPr>
          <a:xfrm>
            <a:off x="1420790" y="7188454"/>
            <a:ext cx="1005840" cy="288666"/>
          </a:xfrm>
          <a:prstGeom prst="rect">
            <a:avLst/>
          </a:prstGeom>
        </p:spPr>
      </p:pic>
      <p:pic>
        <p:nvPicPr>
          <p:cNvPr id="14" name="Picture 13">
            <a:extLst>
              <a:ext uri="{FF2B5EF4-FFF2-40B4-BE49-F238E27FC236}">
                <a16:creationId xmlns:a16="http://schemas.microsoft.com/office/drawing/2014/main" id="{D290C8FB-601C-A04C-84F7-213A857D3E6A}"/>
              </a:ext>
            </a:extLst>
          </p:cNvPr>
          <p:cNvPicPr>
            <a:picLocks noChangeAspect="1"/>
          </p:cNvPicPr>
          <p:nvPr userDrawn="1"/>
        </p:nvPicPr>
        <p:blipFill>
          <a:blip r:embed="rId4"/>
          <a:stretch>
            <a:fillRect/>
          </a:stretch>
        </p:blipFill>
        <p:spPr>
          <a:xfrm>
            <a:off x="2481865" y="7255063"/>
            <a:ext cx="929809" cy="155448"/>
          </a:xfrm>
          <a:prstGeom prst="rect">
            <a:avLst/>
          </a:prstGeom>
        </p:spPr>
      </p:pic>
      <p:sp>
        <p:nvSpPr>
          <p:cNvPr id="15" name="Date Placeholder 1">
            <a:extLst>
              <a:ext uri="{FF2B5EF4-FFF2-40B4-BE49-F238E27FC236}">
                <a16:creationId xmlns:a16="http://schemas.microsoft.com/office/drawing/2014/main" id="{9D9DB338-5D5C-4ACA-9ECF-C3E34C44127A}"/>
              </a:ext>
            </a:extLst>
          </p:cNvPr>
          <p:cNvSpPr>
            <a:spLocks noGrp="1"/>
          </p:cNvSpPr>
          <p:nvPr>
            <p:ph type="dt" sz="half" idx="2"/>
          </p:nvPr>
        </p:nvSpPr>
        <p:spPr>
          <a:xfrm>
            <a:off x="2651641" y="4915645"/>
            <a:ext cx="3290888" cy="438150"/>
          </a:xfrm>
          <a:prstGeom prst="rect">
            <a:avLst/>
          </a:prstGeom>
        </p:spPr>
        <p:txBody>
          <a:bodyPr vert="horz" lIns="91440" tIns="45720" rIns="91440" bIns="45720" rtlCol="0" anchor="ctr"/>
          <a:lstStyle>
            <a:lvl1pPr algn="r">
              <a:defRPr sz="1800">
                <a:solidFill>
                  <a:schemeClr val="tx1">
                    <a:tint val="75000"/>
                  </a:schemeClr>
                </a:solidFill>
              </a:defRPr>
            </a:lvl1pPr>
          </a:lstStyle>
          <a:p>
            <a:fld id="{ABD4F8E3-4ED9-44B4-99E6-8A3D2CF8D415}" type="datetime4">
              <a:rPr lang="en-US" smtClean="0"/>
              <a:t>April 14, 2026</a:t>
            </a:fld>
            <a:endParaRPr lang="en-US" dirty="0"/>
          </a:p>
        </p:txBody>
      </p:sp>
      <p:sp>
        <p:nvSpPr>
          <p:cNvPr id="16" name="Footer Placeholder 2">
            <a:extLst>
              <a:ext uri="{FF2B5EF4-FFF2-40B4-BE49-F238E27FC236}">
                <a16:creationId xmlns:a16="http://schemas.microsoft.com/office/drawing/2014/main" id="{F55B65E8-4040-44D0-A4FE-A050FD948A79}"/>
              </a:ext>
            </a:extLst>
          </p:cNvPr>
          <p:cNvSpPr>
            <a:spLocks noGrp="1"/>
          </p:cNvSpPr>
          <p:nvPr>
            <p:ph type="ftr" sz="quarter" idx="3"/>
          </p:nvPr>
        </p:nvSpPr>
        <p:spPr>
          <a:xfrm>
            <a:off x="1189037" y="7730118"/>
            <a:ext cx="4937125"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501305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2">
            <a:extLst>
              <a:ext uri="{FF2B5EF4-FFF2-40B4-BE49-F238E27FC236}">
                <a16:creationId xmlns:a16="http://schemas.microsoft.com/office/drawing/2014/main" id="{66026595-8D7E-D24C-9263-B65316A326B9}"/>
              </a:ext>
            </a:extLst>
          </p:cNvPr>
          <p:cNvSpPr>
            <a:spLocks noGrp="1"/>
          </p:cNvSpPr>
          <p:nvPr>
            <p:ph type="pic" sz="quarter" idx="10"/>
          </p:nvPr>
        </p:nvSpPr>
        <p:spPr>
          <a:xfrm>
            <a:off x="6400800" y="457200"/>
            <a:ext cx="7772400" cy="73152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3" name="Slide Number Placeholder 3">
            <a:extLst>
              <a:ext uri="{FF2B5EF4-FFF2-40B4-BE49-F238E27FC236}">
                <a16:creationId xmlns:a16="http://schemas.microsoft.com/office/drawing/2014/main" id="{3338E046-DF9E-FC49-A812-491AB8058B4E}"/>
              </a:ext>
            </a:extLst>
          </p:cNvPr>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dirty="0"/>
          </a:p>
        </p:txBody>
      </p:sp>
      <p:sp>
        <p:nvSpPr>
          <p:cNvPr id="8" name="Text Placeholder 5">
            <a:extLst>
              <a:ext uri="{FF2B5EF4-FFF2-40B4-BE49-F238E27FC236}">
                <a16:creationId xmlns:a16="http://schemas.microsoft.com/office/drawing/2014/main" id="{1D0CE8D1-2F12-5A44-A6B5-2CD466F52A60}"/>
              </a:ext>
            </a:extLst>
          </p:cNvPr>
          <p:cNvSpPr>
            <a:spLocks noGrp="1"/>
          </p:cNvSpPr>
          <p:nvPr>
            <p:ph type="body" sz="quarter" idx="14" hasCustomPrompt="1"/>
          </p:nvPr>
        </p:nvSpPr>
        <p:spPr>
          <a:xfrm>
            <a:off x="6400800" y="6858000"/>
            <a:ext cx="77724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dirty="0"/>
              <a:t>Click to insert image caption</a:t>
            </a:r>
          </a:p>
        </p:txBody>
      </p:sp>
      <p:sp>
        <p:nvSpPr>
          <p:cNvPr id="9" name="Title 1">
            <a:extLst>
              <a:ext uri="{FF2B5EF4-FFF2-40B4-BE49-F238E27FC236}">
                <a16:creationId xmlns:a16="http://schemas.microsoft.com/office/drawing/2014/main" id="{B99B87A2-8960-403D-AE0D-D54946272206}"/>
              </a:ext>
            </a:extLst>
          </p:cNvPr>
          <p:cNvSpPr>
            <a:spLocks noGrp="1"/>
          </p:cNvSpPr>
          <p:nvPr>
            <p:ph type="title" hasCustomPrompt="1"/>
          </p:nvPr>
        </p:nvSpPr>
        <p:spPr>
          <a:xfrm>
            <a:off x="1371599" y="2295525"/>
            <a:ext cx="4572001" cy="1590675"/>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dirty="0"/>
              <a:t>Click to edit slide title</a:t>
            </a:r>
          </a:p>
        </p:txBody>
      </p:sp>
      <p:sp>
        <p:nvSpPr>
          <p:cNvPr id="11" name="Content Placeholder 13">
            <a:extLst>
              <a:ext uri="{FF2B5EF4-FFF2-40B4-BE49-F238E27FC236}">
                <a16:creationId xmlns:a16="http://schemas.microsoft.com/office/drawing/2014/main" id="{29354FF4-9871-4E1B-A45A-ABAA2BE2B69B}"/>
              </a:ext>
            </a:extLst>
          </p:cNvPr>
          <p:cNvSpPr>
            <a:spLocks noGrp="1"/>
          </p:cNvSpPr>
          <p:nvPr>
            <p:ph sz="quarter" idx="21"/>
          </p:nvPr>
        </p:nvSpPr>
        <p:spPr>
          <a:xfrm>
            <a:off x="1394459" y="4373033"/>
            <a:ext cx="4572000" cy="3429000"/>
          </a:xfrm>
          <a:prstGeom prst="rect">
            <a:avLst/>
          </a:prstGeom>
        </p:spPr>
        <p:txBody>
          <a:bodyPr/>
          <a:lstStyle>
            <a:lvl1pPr>
              <a:defRPr sz="2800"/>
            </a:lvl1pPr>
            <a:lvl2pPr marL="822960" indent="-274320">
              <a:buFont typeface="Wingdings" panose="05000000000000000000" pitchFamily="2" charset="2"/>
              <a:buChar char="§"/>
              <a:defRPr sz="2400"/>
            </a:lvl2pPr>
            <a:lvl3pPr marL="1371600" indent="-274320">
              <a:buFont typeface="Wingdings" panose="05000000000000000000" pitchFamily="2" charset="2"/>
              <a:buChar char="ü"/>
              <a:defRPr sz="2000"/>
            </a:lvl3pPr>
            <a:lvl4pPr>
              <a:defRPr sz="1800"/>
            </a:lvl4pPr>
            <a:lvl5pPr marL="2468880" indent="-274320">
              <a:buFont typeface="Wingdings" panose="05000000000000000000"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
            <a:extLst>
              <a:ext uri="{FF2B5EF4-FFF2-40B4-BE49-F238E27FC236}">
                <a16:creationId xmlns:a16="http://schemas.microsoft.com/office/drawing/2014/main" id="{47EFCEB6-2E27-4C42-A1E5-AC8A8BA83783}"/>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4/14/26</a:t>
            </a:fld>
            <a:endParaRPr lang="en-US" dirty="0"/>
          </a:p>
        </p:txBody>
      </p:sp>
      <p:sp>
        <p:nvSpPr>
          <p:cNvPr id="15" name="Footer Placeholder 2">
            <a:extLst>
              <a:ext uri="{FF2B5EF4-FFF2-40B4-BE49-F238E27FC236}">
                <a16:creationId xmlns:a16="http://schemas.microsoft.com/office/drawing/2014/main" id="{A86FAFB9-0DC0-4AB0-9E8B-6EC7C8ABAAF1}"/>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957828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rge Text Box">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3">
            <a:extLst>
              <a:ext uri="{FF2B5EF4-FFF2-40B4-BE49-F238E27FC236}">
                <a16:creationId xmlns:a16="http://schemas.microsoft.com/office/drawing/2014/main" id="{3338E046-DF9E-FC49-A812-491AB8058B4E}"/>
              </a:ext>
            </a:extLst>
          </p:cNvPr>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dirty="0"/>
          </a:p>
        </p:txBody>
      </p:sp>
      <p:sp>
        <p:nvSpPr>
          <p:cNvPr id="12" name="Content Placeholder 4">
            <a:extLst>
              <a:ext uri="{FF2B5EF4-FFF2-40B4-BE49-F238E27FC236}">
                <a16:creationId xmlns:a16="http://schemas.microsoft.com/office/drawing/2014/main" id="{F0C408BC-A7DE-4A08-AD26-56414D2DD808}"/>
              </a:ext>
            </a:extLst>
          </p:cNvPr>
          <p:cNvSpPr>
            <a:spLocks noGrp="1"/>
          </p:cNvSpPr>
          <p:nvPr>
            <p:ph sz="quarter" idx="20"/>
          </p:nvPr>
        </p:nvSpPr>
        <p:spPr>
          <a:xfrm>
            <a:off x="6430642" y="457199"/>
            <a:ext cx="7772400" cy="7315200"/>
          </a:xfrm>
          <a:prstGeom prst="rect">
            <a:avLst/>
          </a:prstGeom>
        </p:spPr>
        <p:txBody>
          <a:bodyPr/>
          <a:lstStyle>
            <a:lvl1pPr>
              <a:defRPr sz="2800">
                <a:latin typeface="Arial" panose="020B0604020202020204" pitchFamily="34" charset="0"/>
                <a:cs typeface="Arial" panose="020B0604020202020204" pitchFamily="34" charset="0"/>
              </a:defRPr>
            </a:lvl1pPr>
            <a:lvl2pPr marL="822960" indent="-274320">
              <a:buFont typeface="Wingdings" panose="05000000000000000000" pitchFamily="2" charset="2"/>
              <a:buChar char="§"/>
              <a:defRPr sz="2400">
                <a:latin typeface="Arial" panose="020B0604020202020204" pitchFamily="34" charset="0"/>
                <a:cs typeface="Arial" panose="020B0604020202020204" pitchFamily="34" charset="0"/>
              </a:defRPr>
            </a:lvl2pPr>
            <a:lvl3pPr marL="1371600" indent="-274320">
              <a:buFont typeface="Wingdings" panose="05000000000000000000" pitchFamily="2" charset="2"/>
              <a:buChar char="ü"/>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marL="2468880" indent="-274320">
              <a:buFont typeface="Wingdings" panose="05000000000000000000" pitchFamily="2" charset="2"/>
              <a:buChar char="§"/>
              <a:defRPr sz="1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3">
            <a:extLst>
              <a:ext uri="{FF2B5EF4-FFF2-40B4-BE49-F238E27FC236}">
                <a16:creationId xmlns:a16="http://schemas.microsoft.com/office/drawing/2014/main" id="{A3C58F0F-5237-4527-BB8E-6EEF623543BB}"/>
              </a:ext>
            </a:extLst>
          </p:cNvPr>
          <p:cNvSpPr>
            <a:spLocks noGrp="1"/>
          </p:cNvSpPr>
          <p:nvPr>
            <p:ph sz="quarter" idx="21"/>
          </p:nvPr>
        </p:nvSpPr>
        <p:spPr>
          <a:xfrm>
            <a:off x="1394459" y="4373033"/>
            <a:ext cx="4572000" cy="3429000"/>
          </a:xfrm>
          <a:prstGeom prst="rect">
            <a:avLst/>
          </a:prstGeom>
        </p:spPr>
        <p:txBody>
          <a:bodyPr/>
          <a:lstStyle>
            <a:lvl1pPr>
              <a:defRPr sz="2800"/>
            </a:lvl1pPr>
            <a:lvl2pPr marL="822960" indent="-274320">
              <a:buFont typeface="Wingdings" panose="05000000000000000000" pitchFamily="2" charset="2"/>
              <a:buChar char="§"/>
              <a:defRPr sz="2400"/>
            </a:lvl2pPr>
            <a:lvl3pPr marL="1371600" indent="-274320">
              <a:buFont typeface="Wingdings" panose="05000000000000000000" pitchFamily="2" charset="2"/>
              <a:buChar char="ü"/>
              <a:defRPr sz="2000"/>
            </a:lvl3pPr>
            <a:lvl4pPr>
              <a:defRPr sz="1800"/>
            </a:lvl4pPr>
            <a:lvl5pPr marL="2468880" indent="-274320">
              <a:buFont typeface="Wingdings" panose="05000000000000000000"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Date Placeholder 1">
            <a:extLst>
              <a:ext uri="{FF2B5EF4-FFF2-40B4-BE49-F238E27FC236}">
                <a16:creationId xmlns:a16="http://schemas.microsoft.com/office/drawing/2014/main" id="{33D0FD2D-15F4-4320-9C04-2023CAB47E08}"/>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4/14/26</a:t>
            </a:fld>
            <a:endParaRPr lang="en-US" dirty="0"/>
          </a:p>
        </p:txBody>
      </p:sp>
      <p:sp>
        <p:nvSpPr>
          <p:cNvPr id="19" name="Footer Placeholder 2">
            <a:extLst>
              <a:ext uri="{FF2B5EF4-FFF2-40B4-BE49-F238E27FC236}">
                <a16:creationId xmlns:a16="http://schemas.microsoft.com/office/drawing/2014/main" id="{08FBEF60-4239-4E67-A385-B22B813AD40B}"/>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20" name="Title 1">
            <a:extLst>
              <a:ext uri="{FF2B5EF4-FFF2-40B4-BE49-F238E27FC236}">
                <a16:creationId xmlns:a16="http://schemas.microsoft.com/office/drawing/2014/main" id="{77614967-FAA9-4DA9-B7DE-539AA8923534}"/>
              </a:ext>
            </a:extLst>
          </p:cNvPr>
          <p:cNvSpPr>
            <a:spLocks noGrp="1"/>
          </p:cNvSpPr>
          <p:nvPr>
            <p:ph type="title" hasCustomPrompt="1"/>
          </p:nvPr>
        </p:nvSpPr>
        <p:spPr>
          <a:xfrm>
            <a:off x="1371599" y="2295525"/>
            <a:ext cx="4572001" cy="1590675"/>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dirty="0"/>
              <a:t>Click to edit slide title</a:t>
            </a:r>
          </a:p>
        </p:txBody>
      </p:sp>
    </p:spTree>
    <p:extLst>
      <p:ext uri="{BB962C8B-B14F-4D97-AF65-F5344CB8AC3E}">
        <p14:creationId xmlns:p14="http://schemas.microsoft.com/office/powerpoint/2010/main" val="990347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96EEDE-6486-774B-B0E3-751BBA42CE35}"/>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dirty="0"/>
          </a:p>
        </p:txBody>
      </p:sp>
      <p:sp>
        <p:nvSpPr>
          <p:cNvPr id="6" name="Title 1">
            <a:extLst>
              <a:ext uri="{FF2B5EF4-FFF2-40B4-BE49-F238E27FC236}">
                <a16:creationId xmlns:a16="http://schemas.microsoft.com/office/drawing/2014/main" id="{7C1406DC-BAEC-4717-8F68-46C92F16638A}"/>
              </a:ext>
            </a:extLst>
          </p:cNvPr>
          <p:cNvSpPr>
            <a:spLocks noGrp="1"/>
          </p:cNvSpPr>
          <p:nvPr>
            <p:ph type="title" hasCustomPrompt="1"/>
          </p:nvPr>
        </p:nvSpPr>
        <p:spPr>
          <a:xfrm>
            <a:off x="3200400" y="270933"/>
            <a:ext cx="10972800" cy="1310979"/>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dirty="0"/>
              <a:t>Click to edit slide title</a:t>
            </a:r>
          </a:p>
        </p:txBody>
      </p:sp>
      <p:sp>
        <p:nvSpPr>
          <p:cNvPr id="10" name="Content Placeholder 4">
            <a:extLst>
              <a:ext uri="{FF2B5EF4-FFF2-40B4-BE49-F238E27FC236}">
                <a16:creationId xmlns:a16="http://schemas.microsoft.com/office/drawing/2014/main" id="{028E3363-7137-4431-9927-3AE087A5B2BE}"/>
              </a:ext>
            </a:extLst>
          </p:cNvPr>
          <p:cNvSpPr>
            <a:spLocks noGrp="1"/>
          </p:cNvSpPr>
          <p:nvPr>
            <p:ph sz="quarter" idx="20"/>
          </p:nvPr>
        </p:nvSpPr>
        <p:spPr>
          <a:xfrm>
            <a:off x="1371600" y="2057399"/>
            <a:ext cx="12801600" cy="5486401"/>
          </a:xfrm>
          <a:prstGeom prst="rect">
            <a:avLst/>
          </a:prstGeom>
        </p:spPr>
        <p:txBody>
          <a:bodyPr/>
          <a:lstStyle>
            <a:lvl1pPr>
              <a:defRPr sz="2800">
                <a:latin typeface="Arial" panose="020B0604020202020204" pitchFamily="34" charset="0"/>
                <a:cs typeface="Arial" panose="020B0604020202020204" pitchFamily="34" charset="0"/>
              </a:defRPr>
            </a:lvl1pPr>
            <a:lvl2pPr marL="822960" indent="-274320">
              <a:buFont typeface="Wingdings" panose="05000000000000000000" pitchFamily="2" charset="2"/>
              <a:buChar char="§"/>
              <a:defRPr sz="2400">
                <a:latin typeface="Arial" panose="020B0604020202020204" pitchFamily="34" charset="0"/>
                <a:cs typeface="Arial" panose="020B0604020202020204" pitchFamily="34" charset="0"/>
              </a:defRPr>
            </a:lvl2pPr>
            <a:lvl3pPr marL="1371600" indent="-274320">
              <a:buFont typeface="Wingdings" panose="05000000000000000000" pitchFamily="2" charset="2"/>
              <a:buChar char="ü"/>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marL="2468880" indent="-274320">
              <a:buFont typeface="Wingdings" panose="05000000000000000000" pitchFamily="2" charset="2"/>
              <a:buChar char="§"/>
              <a:defRPr sz="1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
            <a:extLst>
              <a:ext uri="{FF2B5EF4-FFF2-40B4-BE49-F238E27FC236}">
                <a16:creationId xmlns:a16="http://schemas.microsoft.com/office/drawing/2014/main" id="{E76F451D-D169-4CA9-91EE-97F19A35C6DE}"/>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4/14/26</a:t>
            </a:fld>
            <a:endParaRPr lang="en-US" dirty="0"/>
          </a:p>
        </p:txBody>
      </p:sp>
      <p:sp>
        <p:nvSpPr>
          <p:cNvPr id="15" name="Footer Placeholder 2">
            <a:extLst>
              <a:ext uri="{FF2B5EF4-FFF2-40B4-BE49-F238E27FC236}">
                <a16:creationId xmlns:a16="http://schemas.microsoft.com/office/drawing/2014/main" id="{8A19F790-0343-4862-A140-1B409986B7FB}"/>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2806792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Picture Gri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3DEE2FC3-856F-2F4B-A52D-94189159AC19}"/>
              </a:ext>
            </a:extLst>
          </p:cNvPr>
          <p:cNvSpPr>
            <a:spLocks noGrp="1"/>
          </p:cNvSpPr>
          <p:nvPr>
            <p:ph type="pic" sz="quarter" idx="10"/>
          </p:nvPr>
        </p:nvSpPr>
        <p:spPr>
          <a:xfrm>
            <a:off x="6400800" y="4572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2">
            <a:extLst>
              <a:ext uri="{FF2B5EF4-FFF2-40B4-BE49-F238E27FC236}">
                <a16:creationId xmlns:a16="http://schemas.microsoft.com/office/drawing/2014/main" id="{FD00854A-4EC7-2D48-A025-5B0B48548BC7}"/>
              </a:ext>
            </a:extLst>
          </p:cNvPr>
          <p:cNvSpPr>
            <a:spLocks noGrp="1"/>
          </p:cNvSpPr>
          <p:nvPr>
            <p:ph type="pic" sz="quarter" idx="11"/>
          </p:nvPr>
        </p:nvSpPr>
        <p:spPr>
          <a:xfrm>
            <a:off x="10515600" y="4572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8" name="Picture Placeholder 2">
            <a:extLst>
              <a:ext uri="{FF2B5EF4-FFF2-40B4-BE49-F238E27FC236}">
                <a16:creationId xmlns:a16="http://schemas.microsoft.com/office/drawing/2014/main" id="{67A8C708-D197-CF47-8089-89928BE1E302}"/>
              </a:ext>
            </a:extLst>
          </p:cNvPr>
          <p:cNvSpPr>
            <a:spLocks noGrp="1"/>
          </p:cNvSpPr>
          <p:nvPr>
            <p:ph type="pic" sz="quarter" idx="12"/>
          </p:nvPr>
        </p:nvSpPr>
        <p:spPr>
          <a:xfrm>
            <a:off x="6400800" y="43434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2" name="Picture Placeholder 2">
            <a:extLst>
              <a:ext uri="{FF2B5EF4-FFF2-40B4-BE49-F238E27FC236}">
                <a16:creationId xmlns:a16="http://schemas.microsoft.com/office/drawing/2014/main" id="{3C4D2EBC-B863-FD49-A9DF-1381563078DA}"/>
              </a:ext>
            </a:extLst>
          </p:cNvPr>
          <p:cNvSpPr>
            <a:spLocks noGrp="1"/>
          </p:cNvSpPr>
          <p:nvPr>
            <p:ph type="pic" sz="quarter" idx="13"/>
          </p:nvPr>
        </p:nvSpPr>
        <p:spPr>
          <a:xfrm>
            <a:off x="10515600" y="43434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CE93B472-4A32-7C41-A565-485FDC3EB832}"/>
              </a:ext>
            </a:extLst>
          </p:cNvPr>
          <p:cNvSpPr>
            <a:spLocks noGrp="1"/>
          </p:cNvSpPr>
          <p:nvPr>
            <p:ph type="body" sz="quarter" idx="14" hasCustomPrompt="1"/>
          </p:nvPr>
        </p:nvSpPr>
        <p:spPr>
          <a:xfrm>
            <a:off x="6400800" y="29718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dirty="0"/>
              <a:t>Click to insert image caption</a:t>
            </a:r>
          </a:p>
        </p:txBody>
      </p:sp>
      <p:sp>
        <p:nvSpPr>
          <p:cNvPr id="13" name="Text Placeholder 5">
            <a:extLst>
              <a:ext uri="{FF2B5EF4-FFF2-40B4-BE49-F238E27FC236}">
                <a16:creationId xmlns:a16="http://schemas.microsoft.com/office/drawing/2014/main" id="{19F7807A-D120-BD49-9CBD-9174F26D7982}"/>
              </a:ext>
            </a:extLst>
          </p:cNvPr>
          <p:cNvSpPr>
            <a:spLocks noGrp="1"/>
          </p:cNvSpPr>
          <p:nvPr>
            <p:ph type="body" sz="quarter" idx="15" hasCustomPrompt="1"/>
          </p:nvPr>
        </p:nvSpPr>
        <p:spPr>
          <a:xfrm>
            <a:off x="6400800" y="68580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dirty="0"/>
              <a:t>Click to insert image caption</a:t>
            </a:r>
          </a:p>
        </p:txBody>
      </p:sp>
      <p:sp>
        <p:nvSpPr>
          <p:cNvPr id="14" name="Text Placeholder 5">
            <a:extLst>
              <a:ext uri="{FF2B5EF4-FFF2-40B4-BE49-F238E27FC236}">
                <a16:creationId xmlns:a16="http://schemas.microsoft.com/office/drawing/2014/main" id="{08ED17FC-CAF8-9A40-9A88-897DEF9CFEA0}"/>
              </a:ext>
            </a:extLst>
          </p:cNvPr>
          <p:cNvSpPr>
            <a:spLocks noGrp="1"/>
          </p:cNvSpPr>
          <p:nvPr>
            <p:ph type="body" sz="quarter" idx="16" hasCustomPrompt="1"/>
          </p:nvPr>
        </p:nvSpPr>
        <p:spPr>
          <a:xfrm>
            <a:off x="10515600" y="29718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dirty="0"/>
              <a:t>Click to insert image caption</a:t>
            </a:r>
          </a:p>
        </p:txBody>
      </p:sp>
      <p:sp>
        <p:nvSpPr>
          <p:cNvPr id="15" name="Text Placeholder 5">
            <a:extLst>
              <a:ext uri="{FF2B5EF4-FFF2-40B4-BE49-F238E27FC236}">
                <a16:creationId xmlns:a16="http://schemas.microsoft.com/office/drawing/2014/main" id="{4A16FA60-8BA9-8B4A-86AA-F8336C26C78B}"/>
              </a:ext>
            </a:extLst>
          </p:cNvPr>
          <p:cNvSpPr>
            <a:spLocks noGrp="1"/>
          </p:cNvSpPr>
          <p:nvPr>
            <p:ph type="body" sz="quarter" idx="17" hasCustomPrompt="1"/>
          </p:nvPr>
        </p:nvSpPr>
        <p:spPr>
          <a:xfrm>
            <a:off x="10515600" y="68580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dirty="0"/>
              <a:t>Click to insert image caption</a:t>
            </a:r>
          </a:p>
        </p:txBody>
      </p:sp>
      <p:sp>
        <p:nvSpPr>
          <p:cNvPr id="16" name="Slide Number Placeholder 3">
            <a:extLst>
              <a:ext uri="{FF2B5EF4-FFF2-40B4-BE49-F238E27FC236}">
                <a16:creationId xmlns:a16="http://schemas.microsoft.com/office/drawing/2014/main" id="{7DC2EC3E-C641-FD49-9F15-878B1AFFFD98}"/>
              </a:ext>
            </a:extLst>
          </p:cNvPr>
          <p:cNvSpPr>
            <a:spLocks noGrp="1"/>
          </p:cNvSpPr>
          <p:nvPr>
            <p:ph type="sldNum" sz="quarter" idx="18"/>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dirty="0"/>
          </a:p>
        </p:txBody>
      </p:sp>
      <p:sp>
        <p:nvSpPr>
          <p:cNvPr id="19" name="Title 1">
            <a:extLst>
              <a:ext uri="{FF2B5EF4-FFF2-40B4-BE49-F238E27FC236}">
                <a16:creationId xmlns:a16="http://schemas.microsoft.com/office/drawing/2014/main" id="{3648737A-DE0E-48DB-87F0-65418715CF88}"/>
              </a:ext>
            </a:extLst>
          </p:cNvPr>
          <p:cNvSpPr>
            <a:spLocks noGrp="1"/>
          </p:cNvSpPr>
          <p:nvPr>
            <p:ph type="title" hasCustomPrompt="1"/>
          </p:nvPr>
        </p:nvSpPr>
        <p:spPr>
          <a:xfrm>
            <a:off x="1371599" y="2295525"/>
            <a:ext cx="4572001" cy="1590675"/>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dirty="0"/>
              <a:t>Click to edit slide title</a:t>
            </a:r>
          </a:p>
        </p:txBody>
      </p:sp>
      <p:sp>
        <p:nvSpPr>
          <p:cNvPr id="21" name="Content Placeholder 13">
            <a:extLst>
              <a:ext uri="{FF2B5EF4-FFF2-40B4-BE49-F238E27FC236}">
                <a16:creationId xmlns:a16="http://schemas.microsoft.com/office/drawing/2014/main" id="{97DA340F-6103-4F2C-B3B8-8D8A524DC19C}"/>
              </a:ext>
            </a:extLst>
          </p:cNvPr>
          <p:cNvSpPr>
            <a:spLocks noGrp="1"/>
          </p:cNvSpPr>
          <p:nvPr>
            <p:ph sz="quarter" idx="21"/>
          </p:nvPr>
        </p:nvSpPr>
        <p:spPr>
          <a:xfrm>
            <a:off x="1394459" y="4373033"/>
            <a:ext cx="4572000" cy="3429000"/>
          </a:xfrm>
          <a:prstGeom prst="rect">
            <a:avLst/>
          </a:prstGeom>
        </p:spPr>
        <p:txBody>
          <a:bodyPr/>
          <a:lstStyle>
            <a:lvl1pPr>
              <a:defRPr sz="2800"/>
            </a:lvl1pPr>
            <a:lvl2pPr marL="822960" indent="-274320">
              <a:buFont typeface="Wingdings" panose="05000000000000000000" pitchFamily="2" charset="2"/>
              <a:buChar char="§"/>
              <a:defRPr sz="2400"/>
            </a:lvl2pPr>
            <a:lvl3pPr marL="1371600" indent="-274320">
              <a:buFont typeface="Wingdings" panose="05000000000000000000" pitchFamily="2" charset="2"/>
              <a:buChar char="ü"/>
              <a:defRPr sz="2000"/>
            </a:lvl3pPr>
            <a:lvl4pPr>
              <a:defRPr sz="1800"/>
            </a:lvl4pPr>
            <a:lvl5pPr marL="2468880" indent="-274320">
              <a:buFont typeface="Wingdings" panose="05000000000000000000"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Date Placeholder 1">
            <a:extLst>
              <a:ext uri="{FF2B5EF4-FFF2-40B4-BE49-F238E27FC236}">
                <a16:creationId xmlns:a16="http://schemas.microsoft.com/office/drawing/2014/main" id="{EE384947-F0AD-4E73-95AD-CAD4DEE44608}"/>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4/14/26</a:t>
            </a:fld>
            <a:endParaRPr lang="en-US" dirty="0"/>
          </a:p>
        </p:txBody>
      </p:sp>
      <p:sp>
        <p:nvSpPr>
          <p:cNvPr id="26" name="Footer Placeholder 2">
            <a:extLst>
              <a:ext uri="{FF2B5EF4-FFF2-40B4-BE49-F238E27FC236}">
                <a16:creationId xmlns:a16="http://schemas.microsoft.com/office/drawing/2014/main" id="{8259C4D6-850D-4393-9434-3F69451FBF8E}"/>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410932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Picture Grid with Subhea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3DEE2FC3-856F-2F4B-A52D-94189159AC19}"/>
              </a:ext>
            </a:extLst>
          </p:cNvPr>
          <p:cNvSpPr>
            <a:spLocks noGrp="1"/>
          </p:cNvSpPr>
          <p:nvPr>
            <p:ph type="pic" sz="quarter" idx="10"/>
          </p:nvPr>
        </p:nvSpPr>
        <p:spPr>
          <a:xfrm>
            <a:off x="1371600" y="539496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1" name="Picture Placeholder 2">
            <a:extLst>
              <a:ext uri="{FF2B5EF4-FFF2-40B4-BE49-F238E27FC236}">
                <a16:creationId xmlns:a16="http://schemas.microsoft.com/office/drawing/2014/main" id="{FE341CF1-EFF3-A64D-A9D4-B96C8CD8F301}"/>
              </a:ext>
            </a:extLst>
          </p:cNvPr>
          <p:cNvSpPr>
            <a:spLocks noGrp="1"/>
          </p:cNvSpPr>
          <p:nvPr>
            <p:ph type="pic" sz="quarter" idx="11"/>
          </p:nvPr>
        </p:nvSpPr>
        <p:spPr>
          <a:xfrm>
            <a:off x="1371600" y="274320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3" name="Picture Placeholder 2">
            <a:extLst>
              <a:ext uri="{FF2B5EF4-FFF2-40B4-BE49-F238E27FC236}">
                <a16:creationId xmlns:a16="http://schemas.microsoft.com/office/drawing/2014/main" id="{D0629C78-28FC-874B-96C1-DFAAFF975DEC}"/>
              </a:ext>
            </a:extLst>
          </p:cNvPr>
          <p:cNvSpPr>
            <a:spLocks noGrp="1"/>
          </p:cNvSpPr>
          <p:nvPr>
            <p:ph type="pic" sz="quarter" idx="12"/>
          </p:nvPr>
        </p:nvSpPr>
        <p:spPr>
          <a:xfrm>
            <a:off x="5737860" y="539496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4" name="Picture Placeholder 2">
            <a:extLst>
              <a:ext uri="{FF2B5EF4-FFF2-40B4-BE49-F238E27FC236}">
                <a16:creationId xmlns:a16="http://schemas.microsoft.com/office/drawing/2014/main" id="{5089EEED-3863-BD48-BCCB-4D264015DA60}"/>
              </a:ext>
            </a:extLst>
          </p:cNvPr>
          <p:cNvSpPr>
            <a:spLocks noGrp="1"/>
          </p:cNvSpPr>
          <p:nvPr>
            <p:ph type="pic" sz="quarter" idx="13"/>
          </p:nvPr>
        </p:nvSpPr>
        <p:spPr>
          <a:xfrm>
            <a:off x="5737860" y="274320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5" name="Picture Placeholder 2">
            <a:extLst>
              <a:ext uri="{FF2B5EF4-FFF2-40B4-BE49-F238E27FC236}">
                <a16:creationId xmlns:a16="http://schemas.microsoft.com/office/drawing/2014/main" id="{EEF5B44F-191D-F44D-8AB3-0B9E4AF4B4E2}"/>
              </a:ext>
            </a:extLst>
          </p:cNvPr>
          <p:cNvSpPr>
            <a:spLocks noGrp="1"/>
          </p:cNvSpPr>
          <p:nvPr>
            <p:ph type="pic" sz="quarter" idx="14"/>
          </p:nvPr>
        </p:nvSpPr>
        <p:spPr>
          <a:xfrm>
            <a:off x="10104120" y="539496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6" name="Picture Placeholder 2">
            <a:extLst>
              <a:ext uri="{FF2B5EF4-FFF2-40B4-BE49-F238E27FC236}">
                <a16:creationId xmlns:a16="http://schemas.microsoft.com/office/drawing/2014/main" id="{A26442AE-D905-374C-9CB4-1A1F44C08C61}"/>
              </a:ext>
            </a:extLst>
          </p:cNvPr>
          <p:cNvSpPr>
            <a:spLocks noGrp="1"/>
          </p:cNvSpPr>
          <p:nvPr>
            <p:ph type="pic" sz="quarter" idx="15"/>
          </p:nvPr>
        </p:nvSpPr>
        <p:spPr>
          <a:xfrm>
            <a:off x="10104120" y="274320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7" name="Text Placeholder 5">
            <a:extLst>
              <a:ext uri="{FF2B5EF4-FFF2-40B4-BE49-F238E27FC236}">
                <a16:creationId xmlns:a16="http://schemas.microsoft.com/office/drawing/2014/main" id="{CEBE105C-2ECB-0B46-923F-378B0A5AEBCB}"/>
              </a:ext>
            </a:extLst>
          </p:cNvPr>
          <p:cNvSpPr>
            <a:spLocks noGrp="1"/>
          </p:cNvSpPr>
          <p:nvPr>
            <p:ph type="body" sz="quarter" idx="16" hasCustomPrompt="1"/>
          </p:nvPr>
        </p:nvSpPr>
        <p:spPr>
          <a:xfrm>
            <a:off x="1371600" y="429768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dirty="0"/>
              <a:t>Click to insert image caption</a:t>
            </a:r>
          </a:p>
        </p:txBody>
      </p:sp>
      <p:sp>
        <p:nvSpPr>
          <p:cNvPr id="19" name="Text Placeholder 5">
            <a:extLst>
              <a:ext uri="{FF2B5EF4-FFF2-40B4-BE49-F238E27FC236}">
                <a16:creationId xmlns:a16="http://schemas.microsoft.com/office/drawing/2014/main" id="{8B0900D4-1543-834B-AE27-9A72FD91B398}"/>
              </a:ext>
            </a:extLst>
          </p:cNvPr>
          <p:cNvSpPr>
            <a:spLocks noGrp="1"/>
          </p:cNvSpPr>
          <p:nvPr>
            <p:ph type="body" sz="quarter" idx="17" hasCustomPrompt="1"/>
          </p:nvPr>
        </p:nvSpPr>
        <p:spPr>
          <a:xfrm>
            <a:off x="137160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dirty="0"/>
              <a:t>Click to insert image caption</a:t>
            </a:r>
          </a:p>
        </p:txBody>
      </p:sp>
      <p:sp>
        <p:nvSpPr>
          <p:cNvPr id="20" name="Text Placeholder 5">
            <a:extLst>
              <a:ext uri="{FF2B5EF4-FFF2-40B4-BE49-F238E27FC236}">
                <a16:creationId xmlns:a16="http://schemas.microsoft.com/office/drawing/2014/main" id="{F64FB6B4-B0C6-5949-9F2B-7BCB7B207394}"/>
              </a:ext>
            </a:extLst>
          </p:cNvPr>
          <p:cNvSpPr>
            <a:spLocks noGrp="1"/>
          </p:cNvSpPr>
          <p:nvPr>
            <p:ph type="body" sz="quarter" idx="18" hasCustomPrompt="1"/>
          </p:nvPr>
        </p:nvSpPr>
        <p:spPr>
          <a:xfrm>
            <a:off x="5737860" y="429768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dirty="0"/>
              <a:t>Click to insert image caption</a:t>
            </a:r>
          </a:p>
        </p:txBody>
      </p:sp>
      <p:sp>
        <p:nvSpPr>
          <p:cNvPr id="21" name="Text Placeholder 5">
            <a:extLst>
              <a:ext uri="{FF2B5EF4-FFF2-40B4-BE49-F238E27FC236}">
                <a16:creationId xmlns:a16="http://schemas.microsoft.com/office/drawing/2014/main" id="{8FDD81E0-346D-A544-A838-A6991588AE4C}"/>
              </a:ext>
            </a:extLst>
          </p:cNvPr>
          <p:cNvSpPr>
            <a:spLocks noGrp="1"/>
          </p:cNvSpPr>
          <p:nvPr>
            <p:ph type="body" sz="quarter" idx="19" hasCustomPrompt="1"/>
          </p:nvPr>
        </p:nvSpPr>
        <p:spPr>
          <a:xfrm>
            <a:off x="573786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dirty="0"/>
              <a:t>Click to insert image caption</a:t>
            </a:r>
          </a:p>
        </p:txBody>
      </p:sp>
      <p:sp>
        <p:nvSpPr>
          <p:cNvPr id="22" name="Text Placeholder 5">
            <a:extLst>
              <a:ext uri="{FF2B5EF4-FFF2-40B4-BE49-F238E27FC236}">
                <a16:creationId xmlns:a16="http://schemas.microsoft.com/office/drawing/2014/main" id="{CDB91CB5-0E93-FA44-9508-60493542C74C}"/>
              </a:ext>
            </a:extLst>
          </p:cNvPr>
          <p:cNvSpPr>
            <a:spLocks noGrp="1"/>
          </p:cNvSpPr>
          <p:nvPr>
            <p:ph type="body" sz="quarter" idx="20" hasCustomPrompt="1"/>
          </p:nvPr>
        </p:nvSpPr>
        <p:spPr>
          <a:xfrm>
            <a:off x="10104120" y="429768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dirty="0"/>
              <a:t>Click to insert image caption</a:t>
            </a:r>
          </a:p>
        </p:txBody>
      </p:sp>
      <p:sp>
        <p:nvSpPr>
          <p:cNvPr id="23" name="Text Placeholder 5">
            <a:extLst>
              <a:ext uri="{FF2B5EF4-FFF2-40B4-BE49-F238E27FC236}">
                <a16:creationId xmlns:a16="http://schemas.microsoft.com/office/drawing/2014/main" id="{92F736B8-F799-F047-BE4E-297E64A7549C}"/>
              </a:ext>
            </a:extLst>
          </p:cNvPr>
          <p:cNvSpPr>
            <a:spLocks noGrp="1"/>
          </p:cNvSpPr>
          <p:nvPr>
            <p:ph type="body" sz="quarter" idx="21" hasCustomPrompt="1"/>
          </p:nvPr>
        </p:nvSpPr>
        <p:spPr>
          <a:xfrm>
            <a:off x="1010412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dirty="0"/>
              <a:t>Click to insert image caption</a:t>
            </a:r>
          </a:p>
        </p:txBody>
      </p:sp>
      <p:sp>
        <p:nvSpPr>
          <p:cNvPr id="24" name="Slide Number Placeholder 3">
            <a:extLst>
              <a:ext uri="{FF2B5EF4-FFF2-40B4-BE49-F238E27FC236}">
                <a16:creationId xmlns:a16="http://schemas.microsoft.com/office/drawing/2014/main" id="{183198DF-9C78-DD40-9CE1-2BC11B888821}"/>
              </a:ext>
            </a:extLst>
          </p:cNvPr>
          <p:cNvSpPr>
            <a:spLocks noGrp="1"/>
          </p:cNvSpPr>
          <p:nvPr>
            <p:ph type="sldNum" sz="quarter" idx="2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dirty="0"/>
          </a:p>
        </p:txBody>
      </p:sp>
      <p:sp>
        <p:nvSpPr>
          <p:cNvPr id="26" name="Title 1">
            <a:extLst>
              <a:ext uri="{FF2B5EF4-FFF2-40B4-BE49-F238E27FC236}">
                <a16:creationId xmlns:a16="http://schemas.microsoft.com/office/drawing/2014/main" id="{BE0A6ECC-C9D0-4240-B978-69D09F2C9936}"/>
              </a:ext>
            </a:extLst>
          </p:cNvPr>
          <p:cNvSpPr>
            <a:spLocks noGrp="1"/>
          </p:cNvSpPr>
          <p:nvPr>
            <p:ph type="title" hasCustomPrompt="1"/>
          </p:nvPr>
        </p:nvSpPr>
        <p:spPr>
          <a:xfrm>
            <a:off x="3200400" y="270933"/>
            <a:ext cx="10972800" cy="1310979"/>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dirty="0"/>
              <a:t>Click to edit slide title</a:t>
            </a:r>
          </a:p>
        </p:txBody>
      </p:sp>
      <p:sp>
        <p:nvSpPr>
          <p:cNvPr id="30" name="Date Placeholder 1">
            <a:extLst>
              <a:ext uri="{FF2B5EF4-FFF2-40B4-BE49-F238E27FC236}">
                <a16:creationId xmlns:a16="http://schemas.microsoft.com/office/drawing/2014/main" id="{E4CF0CE7-333F-4604-B518-6F7EE2AA82D5}"/>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4/14/26</a:t>
            </a:fld>
            <a:endParaRPr lang="en-US" dirty="0"/>
          </a:p>
        </p:txBody>
      </p:sp>
      <p:sp>
        <p:nvSpPr>
          <p:cNvPr id="31" name="Footer Placeholder 2">
            <a:extLst>
              <a:ext uri="{FF2B5EF4-FFF2-40B4-BE49-F238E27FC236}">
                <a16:creationId xmlns:a16="http://schemas.microsoft.com/office/drawing/2014/main" id="{21303C4E-FB0C-4A46-BF34-C99D885AA3B1}"/>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32" name="Content Placeholder 4">
            <a:extLst>
              <a:ext uri="{FF2B5EF4-FFF2-40B4-BE49-F238E27FC236}">
                <a16:creationId xmlns:a16="http://schemas.microsoft.com/office/drawing/2014/main" id="{C14080C3-5390-4F4E-9C88-2C080B5CE5D9}"/>
              </a:ext>
            </a:extLst>
          </p:cNvPr>
          <p:cNvSpPr>
            <a:spLocks noGrp="1"/>
          </p:cNvSpPr>
          <p:nvPr>
            <p:ph sz="quarter" idx="24"/>
          </p:nvPr>
        </p:nvSpPr>
        <p:spPr>
          <a:xfrm>
            <a:off x="1371600" y="2194560"/>
            <a:ext cx="12801600" cy="525886"/>
          </a:xfrm>
          <a:prstGeom prst="rect">
            <a:avLst/>
          </a:prstGeom>
        </p:spPr>
        <p:txBody>
          <a:bodyPr/>
          <a:lstStyle>
            <a:lvl1pPr>
              <a:defRPr sz="2800">
                <a:latin typeface="Arial" panose="020B0604020202020204" pitchFamily="34" charset="0"/>
                <a:cs typeface="Arial" panose="020B0604020202020204" pitchFamily="34" charset="0"/>
              </a:defRPr>
            </a:lvl1pPr>
            <a:lvl2pPr marL="822960" indent="-274320">
              <a:buFont typeface="Wingdings" panose="05000000000000000000" pitchFamily="2" charset="2"/>
              <a:buChar char="§"/>
              <a:defRPr sz="2400">
                <a:latin typeface="Arial" panose="020B0604020202020204" pitchFamily="34" charset="0"/>
                <a:cs typeface="Arial" panose="020B0604020202020204" pitchFamily="34" charset="0"/>
              </a:defRPr>
            </a:lvl2pPr>
            <a:lvl3pPr marL="1371600" indent="-274320">
              <a:buFont typeface="Wingdings" panose="05000000000000000000" pitchFamily="2" charset="2"/>
              <a:buChar char="ü"/>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marL="2468880" indent="-274320">
              <a:buFont typeface="Wingdings" panose="05000000000000000000" pitchFamily="2" charset="2"/>
              <a:buChar char="§"/>
              <a:defRPr sz="1600">
                <a:latin typeface="Arial" panose="020B0604020202020204" pitchFamily="34" charset="0"/>
                <a:cs typeface="Arial" panose="020B0604020202020204" pitchFamily="34" charset="0"/>
              </a:defRPr>
            </a:lvl5pPr>
          </a:lstStyle>
          <a:p>
            <a:pPr lvl="0"/>
            <a:r>
              <a:rPr lang="en-US"/>
              <a:t>Click to edit Master text styles</a:t>
            </a:r>
          </a:p>
        </p:txBody>
      </p:sp>
    </p:spTree>
    <p:extLst>
      <p:ext uri="{BB962C8B-B14F-4D97-AF65-F5344CB8AC3E}">
        <p14:creationId xmlns:p14="http://schemas.microsoft.com/office/powerpoint/2010/main" val="2950081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Picture Gri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3DEE2FC3-856F-2F4B-A52D-94189159AC19}"/>
              </a:ext>
            </a:extLst>
          </p:cNvPr>
          <p:cNvSpPr>
            <a:spLocks noGrp="1"/>
          </p:cNvSpPr>
          <p:nvPr>
            <p:ph type="pic" sz="quarter" idx="10"/>
          </p:nvPr>
        </p:nvSpPr>
        <p:spPr>
          <a:xfrm>
            <a:off x="1371600" y="5060515"/>
            <a:ext cx="4069080" cy="2711885"/>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1" name="Picture Placeholder 2">
            <a:extLst>
              <a:ext uri="{FF2B5EF4-FFF2-40B4-BE49-F238E27FC236}">
                <a16:creationId xmlns:a16="http://schemas.microsoft.com/office/drawing/2014/main" id="{FE341CF1-EFF3-A64D-A9D4-B96C8CD8F301}"/>
              </a:ext>
            </a:extLst>
          </p:cNvPr>
          <p:cNvSpPr>
            <a:spLocks noGrp="1"/>
          </p:cNvSpPr>
          <p:nvPr>
            <p:ph type="pic" sz="quarter" idx="11"/>
          </p:nvPr>
        </p:nvSpPr>
        <p:spPr>
          <a:xfrm>
            <a:off x="1371600" y="2066544"/>
            <a:ext cx="4069080" cy="2715768"/>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3" name="Picture Placeholder 2">
            <a:extLst>
              <a:ext uri="{FF2B5EF4-FFF2-40B4-BE49-F238E27FC236}">
                <a16:creationId xmlns:a16="http://schemas.microsoft.com/office/drawing/2014/main" id="{D0629C78-28FC-874B-96C1-DFAAFF975DEC}"/>
              </a:ext>
            </a:extLst>
          </p:cNvPr>
          <p:cNvSpPr>
            <a:spLocks noGrp="1"/>
          </p:cNvSpPr>
          <p:nvPr>
            <p:ph type="pic" sz="quarter" idx="12"/>
          </p:nvPr>
        </p:nvSpPr>
        <p:spPr>
          <a:xfrm>
            <a:off x="5737860" y="5060515"/>
            <a:ext cx="4069080" cy="2711885"/>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4" name="Picture Placeholder 2">
            <a:extLst>
              <a:ext uri="{FF2B5EF4-FFF2-40B4-BE49-F238E27FC236}">
                <a16:creationId xmlns:a16="http://schemas.microsoft.com/office/drawing/2014/main" id="{5089EEED-3863-BD48-BCCB-4D264015DA60}"/>
              </a:ext>
            </a:extLst>
          </p:cNvPr>
          <p:cNvSpPr>
            <a:spLocks noGrp="1"/>
          </p:cNvSpPr>
          <p:nvPr>
            <p:ph type="pic" sz="quarter" idx="13"/>
          </p:nvPr>
        </p:nvSpPr>
        <p:spPr>
          <a:xfrm>
            <a:off x="5737860" y="2066544"/>
            <a:ext cx="4069080" cy="2715768"/>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5" name="Picture Placeholder 2">
            <a:extLst>
              <a:ext uri="{FF2B5EF4-FFF2-40B4-BE49-F238E27FC236}">
                <a16:creationId xmlns:a16="http://schemas.microsoft.com/office/drawing/2014/main" id="{EEF5B44F-191D-F44D-8AB3-0B9E4AF4B4E2}"/>
              </a:ext>
            </a:extLst>
          </p:cNvPr>
          <p:cNvSpPr>
            <a:spLocks noGrp="1"/>
          </p:cNvSpPr>
          <p:nvPr>
            <p:ph type="pic" sz="quarter" idx="14"/>
          </p:nvPr>
        </p:nvSpPr>
        <p:spPr>
          <a:xfrm>
            <a:off x="10104120" y="5060515"/>
            <a:ext cx="4069080" cy="2711885"/>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6" name="Picture Placeholder 2">
            <a:extLst>
              <a:ext uri="{FF2B5EF4-FFF2-40B4-BE49-F238E27FC236}">
                <a16:creationId xmlns:a16="http://schemas.microsoft.com/office/drawing/2014/main" id="{A26442AE-D905-374C-9CB4-1A1F44C08C61}"/>
              </a:ext>
            </a:extLst>
          </p:cNvPr>
          <p:cNvSpPr>
            <a:spLocks noGrp="1"/>
          </p:cNvSpPr>
          <p:nvPr>
            <p:ph type="pic" sz="quarter" idx="15"/>
          </p:nvPr>
        </p:nvSpPr>
        <p:spPr>
          <a:xfrm>
            <a:off x="10104120" y="2066544"/>
            <a:ext cx="4069080" cy="2715768"/>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7" name="Text Placeholder 5">
            <a:extLst>
              <a:ext uri="{FF2B5EF4-FFF2-40B4-BE49-F238E27FC236}">
                <a16:creationId xmlns:a16="http://schemas.microsoft.com/office/drawing/2014/main" id="{CEBE105C-2ECB-0B46-923F-378B0A5AEBCB}"/>
              </a:ext>
            </a:extLst>
          </p:cNvPr>
          <p:cNvSpPr>
            <a:spLocks noGrp="1"/>
          </p:cNvSpPr>
          <p:nvPr>
            <p:ph type="body" sz="quarter" idx="16" hasCustomPrompt="1"/>
          </p:nvPr>
        </p:nvSpPr>
        <p:spPr>
          <a:xfrm>
            <a:off x="1371600" y="3959352"/>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dirty="0"/>
              <a:t>Click to insert image caption</a:t>
            </a:r>
          </a:p>
        </p:txBody>
      </p:sp>
      <p:sp>
        <p:nvSpPr>
          <p:cNvPr id="19" name="Text Placeholder 5">
            <a:extLst>
              <a:ext uri="{FF2B5EF4-FFF2-40B4-BE49-F238E27FC236}">
                <a16:creationId xmlns:a16="http://schemas.microsoft.com/office/drawing/2014/main" id="{8B0900D4-1543-834B-AE27-9A72FD91B398}"/>
              </a:ext>
            </a:extLst>
          </p:cNvPr>
          <p:cNvSpPr>
            <a:spLocks noGrp="1"/>
          </p:cNvSpPr>
          <p:nvPr>
            <p:ph type="body" sz="quarter" idx="17" hasCustomPrompt="1"/>
          </p:nvPr>
        </p:nvSpPr>
        <p:spPr>
          <a:xfrm>
            <a:off x="137160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dirty="0"/>
              <a:t>Click to insert image caption</a:t>
            </a:r>
          </a:p>
        </p:txBody>
      </p:sp>
      <p:sp>
        <p:nvSpPr>
          <p:cNvPr id="20" name="Text Placeholder 5">
            <a:extLst>
              <a:ext uri="{FF2B5EF4-FFF2-40B4-BE49-F238E27FC236}">
                <a16:creationId xmlns:a16="http://schemas.microsoft.com/office/drawing/2014/main" id="{F64FB6B4-B0C6-5949-9F2B-7BCB7B207394}"/>
              </a:ext>
            </a:extLst>
          </p:cNvPr>
          <p:cNvSpPr>
            <a:spLocks noGrp="1"/>
          </p:cNvSpPr>
          <p:nvPr>
            <p:ph type="body" sz="quarter" idx="18" hasCustomPrompt="1"/>
          </p:nvPr>
        </p:nvSpPr>
        <p:spPr>
          <a:xfrm>
            <a:off x="5737860" y="3959352"/>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dirty="0"/>
              <a:t>Click to insert image caption</a:t>
            </a:r>
          </a:p>
        </p:txBody>
      </p:sp>
      <p:sp>
        <p:nvSpPr>
          <p:cNvPr id="21" name="Text Placeholder 5">
            <a:extLst>
              <a:ext uri="{FF2B5EF4-FFF2-40B4-BE49-F238E27FC236}">
                <a16:creationId xmlns:a16="http://schemas.microsoft.com/office/drawing/2014/main" id="{8FDD81E0-346D-A544-A838-A6991588AE4C}"/>
              </a:ext>
            </a:extLst>
          </p:cNvPr>
          <p:cNvSpPr>
            <a:spLocks noGrp="1"/>
          </p:cNvSpPr>
          <p:nvPr>
            <p:ph type="body" sz="quarter" idx="19" hasCustomPrompt="1"/>
          </p:nvPr>
        </p:nvSpPr>
        <p:spPr>
          <a:xfrm>
            <a:off x="573786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dirty="0"/>
              <a:t>Click to insert image caption</a:t>
            </a:r>
          </a:p>
        </p:txBody>
      </p:sp>
      <p:sp>
        <p:nvSpPr>
          <p:cNvPr id="22" name="Text Placeholder 5">
            <a:extLst>
              <a:ext uri="{FF2B5EF4-FFF2-40B4-BE49-F238E27FC236}">
                <a16:creationId xmlns:a16="http://schemas.microsoft.com/office/drawing/2014/main" id="{CDB91CB5-0E93-FA44-9508-60493542C74C}"/>
              </a:ext>
            </a:extLst>
          </p:cNvPr>
          <p:cNvSpPr>
            <a:spLocks noGrp="1"/>
          </p:cNvSpPr>
          <p:nvPr>
            <p:ph type="body" sz="quarter" idx="20" hasCustomPrompt="1"/>
          </p:nvPr>
        </p:nvSpPr>
        <p:spPr>
          <a:xfrm>
            <a:off x="10104120" y="3959352"/>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dirty="0"/>
              <a:t>Click to insert image caption</a:t>
            </a:r>
          </a:p>
        </p:txBody>
      </p:sp>
      <p:sp>
        <p:nvSpPr>
          <p:cNvPr id="23" name="Text Placeholder 5">
            <a:extLst>
              <a:ext uri="{FF2B5EF4-FFF2-40B4-BE49-F238E27FC236}">
                <a16:creationId xmlns:a16="http://schemas.microsoft.com/office/drawing/2014/main" id="{92F736B8-F799-F047-BE4E-297E64A7549C}"/>
              </a:ext>
            </a:extLst>
          </p:cNvPr>
          <p:cNvSpPr>
            <a:spLocks noGrp="1"/>
          </p:cNvSpPr>
          <p:nvPr>
            <p:ph type="body" sz="quarter" idx="21" hasCustomPrompt="1"/>
          </p:nvPr>
        </p:nvSpPr>
        <p:spPr>
          <a:xfrm>
            <a:off x="1010412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dirty="0"/>
              <a:t>Click to insert image caption</a:t>
            </a:r>
          </a:p>
        </p:txBody>
      </p:sp>
      <p:sp>
        <p:nvSpPr>
          <p:cNvPr id="24" name="Slide Number Placeholder 3">
            <a:extLst>
              <a:ext uri="{FF2B5EF4-FFF2-40B4-BE49-F238E27FC236}">
                <a16:creationId xmlns:a16="http://schemas.microsoft.com/office/drawing/2014/main" id="{183198DF-9C78-DD40-9CE1-2BC11B888821}"/>
              </a:ext>
            </a:extLst>
          </p:cNvPr>
          <p:cNvSpPr>
            <a:spLocks noGrp="1"/>
          </p:cNvSpPr>
          <p:nvPr>
            <p:ph type="sldNum" sz="quarter" idx="2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dirty="0"/>
          </a:p>
        </p:txBody>
      </p:sp>
      <p:sp>
        <p:nvSpPr>
          <p:cNvPr id="28" name="Date Placeholder 1">
            <a:extLst>
              <a:ext uri="{FF2B5EF4-FFF2-40B4-BE49-F238E27FC236}">
                <a16:creationId xmlns:a16="http://schemas.microsoft.com/office/drawing/2014/main" id="{68F188F7-153E-49D5-8DFC-19025204703A}"/>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4/14/26</a:t>
            </a:fld>
            <a:endParaRPr lang="en-US" dirty="0"/>
          </a:p>
        </p:txBody>
      </p:sp>
      <p:sp>
        <p:nvSpPr>
          <p:cNvPr id="29" name="Footer Placeholder 2">
            <a:extLst>
              <a:ext uri="{FF2B5EF4-FFF2-40B4-BE49-F238E27FC236}">
                <a16:creationId xmlns:a16="http://schemas.microsoft.com/office/drawing/2014/main" id="{578EF931-9BED-4D2C-8850-F588C3E36023}"/>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30" name="Title 1">
            <a:extLst>
              <a:ext uri="{FF2B5EF4-FFF2-40B4-BE49-F238E27FC236}">
                <a16:creationId xmlns:a16="http://schemas.microsoft.com/office/drawing/2014/main" id="{7B7AD090-7EA2-424E-A15B-B80A20326A1D}"/>
              </a:ext>
            </a:extLst>
          </p:cNvPr>
          <p:cNvSpPr>
            <a:spLocks noGrp="1"/>
          </p:cNvSpPr>
          <p:nvPr>
            <p:ph type="title" hasCustomPrompt="1"/>
          </p:nvPr>
        </p:nvSpPr>
        <p:spPr>
          <a:xfrm>
            <a:off x="3200400" y="270933"/>
            <a:ext cx="10972800" cy="1310979"/>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dirty="0"/>
              <a:t>Click to edit slide title</a:t>
            </a:r>
          </a:p>
        </p:txBody>
      </p:sp>
    </p:spTree>
    <p:extLst>
      <p:ext uri="{BB962C8B-B14F-4D97-AF65-F5344CB8AC3E}">
        <p14:creationId xmlns:p14="http://schemas.microsoft.com/office/powerpoint/2010/main" val="482923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96EEDE-6486-774B-B0E3-751BBA42CE35}"/>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dirty="0"/>
          </a:p>
        </p:txBody>
      </p:sp>
      <p:sp>
        <p:nvSpPr>
          <p:cNvPr id="6" name="Date Placeholder 1">
            <a:extLst>
              <a:ext uri="{FF2B5EF4-FFF2-40B4-BE49-F238E27FC236}">
                <a16:creationId xmlns:a16="http://schemas.microsoft.com/office/drawing/2014/main" id="{8F28E1ED-1888-403E-AAF0-8053EF9DF5EA}"/>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4/14/26</a:t>
            </a:fld>
            <a:endParaRPr lang="en-US" dirty="0"/>
          </a:p>
        </p:txBody>
      </p:sp>
      <p:sp>
        <p:nvSpPr>
          <p:cNvPr id="7" name="Footer Placeholder 2">
            <a:extLst>
              <a:ext uri="{FF2B5EF4-FFF2-40B4-BE49-F238E27FC236}">
                <a16:creationId xmlns:a16="http://schemas.microsoft.com/office/drawing/2014/main" id="{227E8059-8EC0-42A2-8A9E-251427CDC055}"/>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2269145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hank You / Conclusion">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chemeClr val="bg1"/>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dirty="0"/>
          </a:p>
        </p:txBody>
      </p:sp>
      <p:sp>
        <p:nvSpPr>
          <p:cNvPr id="6" name="TextBox 5">
            <a:extLst>
              <a:ext uri="{FF2B5EF4-FFF2-40B4-BE49-F238E27FC236}">
                <a16:creationId xmlns:a16="http://schemas.microsoft.com/office/drawing/2014/main" id="{D366D1A4-6DD7-B54C-AB7B-63074374BB93}"/>
              </a:ext>
            </a:extLst>
          </p:cNvPr>
          <p:cNvSpPr txBox="1"/>
          <p:nvPr userDrawn="1"/>
        </p:nvSpPr>
        <p:spPr>
          <a:xfrm>
            <a:off x="1371600" y="2057400"/>
            <a:ext cx="4572000" cy="5486400"/>
          </a:xfrm>
          <a:prstGeom prst="rect">
            <a:avLst/>
          </a:prstGeom>
          <a:noFill/>
        </p:spPr>
        <p:txBody>
          <a:bodyPr wrap="square" lIns="0" tIns="0" rIns="0" bIns="0" rtlCol="0" anchor="ctr" anchorCtr="0">
            <a:noAutofit/>
          </a:bodyPr>
          <a:lstStyle/>
          <a:p>
            <a:pPr>
              <a:lnSpc>
                <a:spcPct val="90000"/>
              </a:lnSpc>
            </a:pPr>
            <a:r>
              <a:rPr lang="en-US" sz="4800" b="1" dirty="0">
                <a:solidFill>
                  <a:schemeClr val="tx2"/>
                </a:solidFill>
                <a:latin typeface="Arial" panose="020B0604020202020204" pitchFamily="34" charset="0"/>
                <a:cs typeface="Arial" panose="020B0604020202020204" pitchFamily="34" charset="0"/>
              </a:rPr>
              <a:t>Thank you</a:t>
            </a:r>
          </a:p>
        </p:txBody>
      </p:sp>
      <p:sp>
        <p:nvSpPr>
          <p:cNvPr id="9" name="Footer Placeholder 2">
            <a:extLst>
              <a:ext uri="{FF2B5EF4-FFF2-40B4-BE49-F238E27FC236}">
                <a16:creationId xmlns:a16="http://schemas.microsoft.com/office/drawing/2014/main" id="{B62A8373-42F9-431F-865E-129CCA0046BE}"/>
              </a:ext>
            </a:extLst>
          </p:cNvPr>
          <p:cNvSpPr>
            <a:spLocks noGrp="1"/>
          </p:cNvSpPr>
          <p:nvPr>
            <p:ph type="ftr" sz="quarter" idx="3"/>
          </p:nvPr>
        </p:nvSpPr>
        <p:spPr>
          <a:xfrm>
            <a:off x="929247" y="7772400"/>
            <a:ext cx="5471554"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241765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29221F-20F2-144C-A638-0A6C756C26C9}"/>
              </a:ext>
            </a:extLst>
          </p:cNvPr>
          <p:cNvSpPr/>
          <p:nvPr userDrawn="1"/>
        </p:nvSpPr>
        <p:spPr>
          <a:xfrm>
            <a:off x="914400" y="0"/>
            <a:ext cx="54864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7588D28A-E737-5049-8A98-3AC3A6EA2CDB}"/>
              </a:ext>
            </a:extLst>
          </p:cNvPr>
          <p:cNvPicPr>
            <a:picLocks noChangeAspect="1"/>
          </p:cNvPicPr>
          <p:nvPr userDrawn="1"/>
        </p:nvPicPr>
        <p:blipFill>
          <a:blip r:embed="rId12"/>
          <a:stretch>
            <a:fillRect/>
          </a:stretch>
        </p:blipFill>
        <p:spPr>
          <a:xfrm>
            <a:off x="1371600" y="237744"/>
            <a:ext cx="1280160" cy="1249224"/>
          </a:xfrm>
          <a:prstGeom prst="rect">
            <a:avLst/>
          </a:prstGeom>
        </p:spPr>
      </p:pic>
      <p:sp>
        <p:nvSpPr>
          <p:cNvPr id="3" name="Footer Placeholder 2">
            <a:extLst>
              <a:ext uri="{FF2B5EF4-FFF2-40B4-BE49-F238E27FC236}">
                <a16:creationId xmlns:a16="http://schemas.microsoft.com/office/drawing/2014/main" id="{5EEAA279-64AD-4C24-987C-D056E5350C46}"/>
              </a:ext>
            </a:extLst>
          </p:cNvPr>
          <p:cNvSpPr>
            <a:spLocks noGrp="1"/>
          </p:cNvSpPr>
          <p:nvPr>
            <p:ph type="ftr" sz="quarter" idx="3"/>
          </p:nvPr>
        </p:nvSpPr>
        <p:spPr>
          <a:xfrm>
            <a:off x="1189037" y="7627938"/>
            <a:ext cx="4937125"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647107024"/>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D0D9-1CAC-4FBD-8120-CBD5A07EB995}"/>
              </a:ext>
            </a:extLst>
          </p:cNvPr>
          <p:cNvSpPr>
            <a:spLocks noGrp="1"/>
          </p:cNvSpPr>
          <p:nvPr>
            <p:ph type="ctrTitle"/>
          </p:nvPr>
        </p:nvSpPr>
        <p:spPr/>
        <p:txBody>
          <a:bodyPr/>
          <a:lstStyle/>
          <a:p>
            <a:endParaRPr lang="en-US" dirty="0"/>
          </a:p>
        </p:txBody>
      </p:sp>
      <p:sp>
        <p:nvSpPr>
          <p:cNvPr id="6" name="Date Placeholder 5">
            <a:extLst>
              <a:ext uri="{FF2B5EF4-FFF2-40B4-BE49-F238E27FC236}">
                <a16:creationId xmlns:a16="http://schemas.microsoft.com/office/drawing/2014/main" id="{B8696A4F-5314-46CD-B205-CC2D44570D66}"/>
              </a:ext>
            </a:extLst>
          </p:cNvPr>
          <p:cNvSpPr>
            <a:spLocks noGrp="1"/>
          </p:cNvSpPr>
          <p:nvPr>
            <p:ph type="dt" sz="half" idx="2"/>
          </p:nvPr>
        </p:nvSpPr>
        <p:spPr/>
        <p:txBody>
          <a:bodyPr/>
          <a:lstStyle/>
          <a:p>
            <a:fld id="{4E130ED9-0C27-4EF1-9F86-D29E4EA507BE}" type="datetime4">
              <a:rPr lang="en-US" smtClean="0"/>
              <a:t>April 14, 2026</a:t>
            </a:fld>
            <a:endParaRPr lang="en-US" dirty="0"/>
          </a:p>
        </p:txBody>
      </p:sp>
      <p:sp>
        <p:nvSpPr>
          <p:cNvPr id="7" name="Rectangle 1">
            <a:extLst>
              <a:ext uri="{FF2B5EF4-FFF2-40B4-BE49-F238E27FC236}">
                <a16:creationId xmlns:a16="http://schemas.microsoft.com/office/drawing/2014/main" id="{2F386920-9A4C-4B82-2357-98D72A83D08B}"/>
              </a:ext>
            </a:extLst>
          </p:cNvPr>
          <p:cNvSpPr>
            <a:spLocks noChangeArrowheads="1"/>
          </p:cNvSpPr>
          <p:nvPr/>
        </p:nvSpPr>
        <p:spPr bwMode="auto">
          <a:xfrm>
            <a:off x="0" y="-323165"/>
            <a:ext cx="70089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Tea </a:t>
            </a:r>
          </a:p>
        </p:txBody>
      </p:sp>
      <p:sp>
        <p:nvSpPr>
          <p:cNvPr id="9" name="TextBox 8">
            <a:extLst>
              <a:ext uri="{FF2B5EF4-FFF2-40B4-BE49-F238E27FC236}">
                <a16:creationId xmlns:a16="http://schemas.microsoft.com/office/drawing/2014/main" id="{80867AE4-38EA-CE9E-35A3-2D447FBA6486}"/>
              </a:ext>
            </a:extLst>
          </p:cNvPr>
          <p:cNvSpPr txBox="1"/>
          <p:nvPr/>
        </p:nvSpPr>
        <p:spPr>
          <a:xfrm>
            <a:off x="1841158" y="5678392"/>
            <a:ext cx="4101371"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[Team Name]</a:t>
            </a:r>
          </a:p>
        </p:txBody>
      </p:sp>
      <p:sp>
        <p:nvSpPr>
          <p:cNvPr id="10" name="TextBox 9">
            <a:extLst>
              <a:ext uri="{FF2B5EF4-FFF2-40B4-BE49-F238E27FC236}">
                <a16:creationId xmlns:a16="http://schemas.microsoft.com/office/drawing/2014/main" id="{692263F0-6C74-BDC4-B072-CA6AADADA4D7}"/>
              </a:ext>
            </a:extLst>
          </p:cNvPr>
          <p:cNvSpPr txBox="1"/>
          <p:nvPr/>
        </p:nvSpPr>
        <p:spPr>
          <a:xfrm>
            <a:off x="1841158" y="6090855"/>
            <a:ext cx="4101371" cy="369332"/>
          </a:xfrm>
          <a:prstGeom prst="rect">
            <a:avLst/>
          </a:prstGeom>
          <a:noFill/>
        </p:spPr>
        <p:txBody>
          <a:bodyPr wrap="square">
            <a:spAutoFit/>
          </a:bodyPr>
          <a:lstStyle/>
          <a:p>
            <a:pPr lvl="0" defTabSz="91440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a:t>
            </a:r>
            <a:r>
              <a:rPr lang="en-US" altLang="en-US" sz="1800" dirty="0">
                <a:latin typeface="Arial" panose="020B0604020202020204" pitchFamily="34" charset="0"/>
              </a:rPr>
              <a:t>Member </a:t>
            </a:r>
            <a:r>
              <a:rPr kumimoji="0" lang="en-US" altLang="en-US" sz="1800" b="0" i="0" u="none" strike="noStrike" cap="none" normalizeH="0" baseline="0" dirty="0">
                <a:ln>
                  <a:noFill/>
                </a:ln>
                <a:solidFill>
                  <a:schemeClr val="tx1"/>
                </a:solidFill>
                <a:effectLst/>
                <a:latin typeface="Arial" panose="020B0604020202020204" pitchFamily="34" charset="0"/>
              </a:rPr>
              <a:t>Names] </a:t>
            </a:r>
          </a:p>
        </p:txBody>
      </p:sp>
    </p:spTree>
    <p:extLst>
      <p:ext uri="{BB962C8B-B14F-4D97-AF65-F5344CB8AC3E}">
        <p14:creationId xmlns:p14="http://schemas.microsoft.com/office/powerpoint/2010/main" val="1152154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30BD2FD-1A79-4E55-9458-9294D45BDD02}"/>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2</a:t>
            </a:fld>
            <a:endParaRPr lang="en-US"/>
          </a:p>
        </p:txBody>
      </p:sp>
      <p:graphicFrame>
        <p:nvGraphicFramePr>
          <p:cNvPr id="8" name="Content Placeholder 5">
            <a:extLst>
              <a:ext uri="{FF2B5EF4-FFF2-40B4-BE49-F238E27FC236}">
                <a16:creationId xmlns:a16="http://schemas.microsoft.com/office/drawing/2014/main" id="{912E2371-C8AA-AC9E-6BDA-33A2FFA7878B}"/>
              </a:ext>
            </a:extLst>
          </p:cNvPr>
          <p:cNvGraphicFramePr>
            <a:graphicFrameLocks noGrp="1"/>
          </p:cNvGraphicFramePr>
          <p:nvPr>
            <p:ph sz="quarter" idx="20"/>
            <p:extLst>
              <p:ext uri="{D42A27DB-BD31-4B8C-83A1-F6EECF244321}">
                <p14:modId xmlns:p14="http://schemas.microsoft.com/office/powerpoint/2010/main" val="3433144153"/>
              </p:ext>
            </p:extLst>
          </p:nvPr>
        </p:nvGraphicFramePr>
        <p:xfrm>
          <a:off x="3081386" y="685800"/>
          <a:ext cx="10912910" cy="731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69358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DBE0F3-60C4-4D75-B1FC-C0F4D46BCBD6}"/>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3</a:t>
            </a:fld>
            <a:endParaRPr lang="en-US"/>
          </a:p>
        </p:txBody>
      </p:sp>
      <p:sp>
        <p:nvSpPr>
          <p:cNvPr id="11" name="Content Placeholder 3">
            <a:extLst>
              <a:ext uri="{FF2B5EF4-FFF2-40B4-BE49-F238E27FC236}">
                <a16:creationId xmlns:a16="http://schemas.microsoft.com/office/drawing/2014/main" id="{A0695D84-3123-B805-5DFD-2F34B41D8C4D}"/>
              </a:ext>
            </a:extLst>
          </p:cNvPr>
          <p:cNvSpPr>
            <a:spLocks noGrp="1"/>
          </p:cNvSpPr>
          <p:nvPr>
            <p:ph sz="quarter" idx="21"/>
          </p:nvPr>
        </p:nvSpPr>
        <p:spPr>
          <a:xfrm>
            <a:off x="1394459" y="4373033"/>
            <a:ext cx="4572000" cy="3429000"/>
          </a:xfrm>
        </p:spPr>
        <p:txBody>
          <a:bodyPr/>
          <a:lstStyle/>
          <a:p>
            <a:endParaRPr lang="en-US"/>
          </a:p>
        </p:txBody>
      </p:sp>
      <p:sp>
        <p:nvSpPr>
          <p:cNvPr id="5" name="Title 4">
            <a:extLst>
              <a:ext uri="{FF2B5EF4-FFF2-40B4-BE49-F238E27FC236}">
                <a16:creationId xmlns:a16="http://schemas.microsoft.com/office/drawing/2014/main" id="{3D76ADE9-B85B-471B-9A97-17044AC9D778}"/>
              </a:ext>
            </a:extLst>
          </p:cNvPr>
          <p:cNvSpPr>
            <a:spLocks noGrp="1"/>
          </p:cNvSpPr>
          <p:nvPr>
            <p:ph type="title"/>
          </p:nvPr>
        </p:nvSpPr>
        <p:spPr>
          <a:xfrm>
            <a:off x="1371599" y="2295525"/>
            <a:ext cx="4572001" cy="1590675"/>
          </a:xfrm>
        </p:spPr>
        <p:txBody>
          <a:bodyPr anchor="b">
            <a:normAutofit/>
          </a:bodyPr>
          <a:lstStyle/>
          <a:p>
            <a:r>
              <a:rPr lang="en-US" dirty="0"/>
              <a:t>Data Overview &amp; Challenges</a:t>
            </a:r>
          </a:p>
        </p:txBody>
      </p:sp>
      <p:graphicFrame>
        <p:nvGraphicFramePr>
          <p:cNvPr id="8" name="Content Placeholder 2">
            <a:extLst>
              <a:ext uri="{FF2B5EF4-FFF2-40B4-BE49-F238E27FC236}">
                <a16:creationId xmlns:a16="http://schemas.microsoft.com/office/drawing/2014/main" id="{B9A30787-ADC0-F60E-31ED-51B43288EB07}"/>
              </a:ext>
            </a:extLst>
          </p:cNvPr>
          <p:cNvGraphicFramePr>
            <a:graphicFrameLocks noGrp="1"/>
          </p:cNvGraphicFramePr>
          <p:nvPr>
            <p:ph sz="quarter" idx="20"/>
            <p:extLst>
              <p:ext uri="{D42A27DB-BD31-4B8C-83A1-F6EECF244321}">
                <p14:modId xmlns:p14="http://schemas.microsoft.com/office/powerpoint/2010/main" val="222683612"/>
              </p:ext>
            </p:extLst>
          </p:nvPr>
        </p:nvGraphicFramePr>
        <p:xfrm>
          <a:off x="6430642" y="457199"/>
          <a:ext cx="7772400" cy="731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8940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61E7DF-2D5A-4EF0-9E9E-047227DE4DB5}"/>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4</a:t>
            </a:fld>
            <a:endParaRPr lang="en-US"/>
          </a:p>
        </p:txBody>
      </p:sp>
      <p:sp>
        <p:nvSpPr>
          <p:cNvPr id="10" name="Content Placeholder 3">
            <a:extLst>
              <a:ext uri="{FF2B5EF4-FFF2-40B4-BE49-F238E27FC236}">
                <a16:creationId xmlns:a16="http://schemas.microsoft.com/office/drawing/2014/main" id="{1B07C569-8948-630C-9FAD-145CA23DA773}"/>
              </a:ext>
            </a:extLst>
          </p:cNvPr>
          <p:cNvSpPr>
            <a:spLocks noGrp="1"/>
          </p:cNvSpPr>
          <p:nvPr>
            <p:ph sz="quarter" idx="21"/>
          </p:nvPr>
        </p:nvSpPr>
        <p:spPr>
          <a:xfrm>
            <a:off x="1394459" y="3583172"/>
            <a:ext cx="5591132" cy="4218861"/>
          </a:xfrm>
        </p:spPr>
        <p:txBody>
          <a:bodyPr/>
          <a:lstStyle/>
          <a:p>
            <a:endParaRPr lang="en-US" dirty="0"/>
          </a:p>
        </p:txBody>
      </p:sp>
      <p:sp>
        <p:nvSpPr>
          <p:cNvPr id="3" name="Title 2">
            <a:extLst>
              <a:ext uri="{FF2B5EF4-FFF2-40B4-BE49-F238E27FC236}">
                <a16:creationId xmlns:a16="http://schemas.microsoft.com/office/drawing/2014/main" id="{6D50AF6E-CF6A-429E-A4B2-32D2D767B73B}"/>
              </a:ext>
            </a:extLst>
          </p:cNvPr>
          <p:cNvSpPr>
            <a:spLocks noGrp="1"/>
          </p:cNvSpPr>
          <p:nvPr>
            <p:ph type="title"/>
          </p:nvPr>
        </p:nvSpPr>
        <p:spPr>
          <a:xfrm>
            <a:off x="1394459" y="1668204"/>
            <a:ext cx="4572001" cy="1590675"/>
          </a:xfrm>
        </p:spPr>
        <p:txBody>
          <a:bodyPr anchor="b">
            <a:normAutofit/>
          </a:bodyPr>
          <a:lstStyle/>
          <a:p>
            <a:r>
              <a:rPr lang="en-US" dirty="0"/>
              <a:t>Approach Overview</a:t>
            </a:r>
          </a:p>
        </p:txBody>
      </p:sp>
      <p:graphicFrame>
        <p:nvGraphicFramePr>
          <p:cNvPr id="6" name="Content Placeholder 3">
            <a:extLst>
              <a:ext uri="{FF2B5EF4-FFF2-40B4-BE49-F238E27FC236}">
                <a16:creationId xmlns:a16="http://schemas.microsoft.com/office/drawing/2014/main" id="{EAAA1591-8E61-7B38-7222-834134993521}"/>
              </a:ext>
            </a:extLst>
          </p:cNvPr>
          <p:cNvGraphicFramePr>
            <a:graphicFrameLocks noGrp="1"/>
          </p:cNvGraphicFramePr>
          <p:nvPr>
            <p:ph sz="quarter" idx="20"/>
            <p:extLst>
              <p:ext uri="{D42A27DB-BD31-4B8C-83A1-F6EECF244321}">
                <p14:modId xmlns:p14="http://schemas.microsoft.com/office/powerpoint/2010/main" val="2696646739"/>
              </p:ext>
            </p:extLst>
          </p:nvPr>
        </p:nvGraphicFramePr>
        <p:xfrm>
          <a:off x="7315200" y="457199"/>
          <a:ext cx="6887842" cy="731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00410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90C5C-1AAF-4909-DCDF-833A8B62E46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C176F5-2C8D-8F6D-A4A8-9D2559D4DE28}"/>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5</a:t>
            </a:fld>
            <a:endParaRPr lang="en-US"/>
          </a:p>
        </p:txBody>
      </p:sp>
      <p:sp>
        <p:nvSpPr>
          <p:cNvPr id="18" name="Content Placeholder 3">
            <a:extLst>
              <a:ext uri="{FF2B5EF4-FFF2-40B4-BE49-F238E27FC236}">
                <a16:creationId xmlns:a16="http://schemas.microsoft.com/office/drawing/2014/main" id="{190D0E77-3CD1-AF36-8B41-2E49D86D5052}"/>
              </a:ext>
            </a:extLst>
          </p:cNvPr>
          <p:cNvSpPr>
            <a:spLocks noGrp="1"/>
          </p:cNvSpPr>
          <p:nvPr>
            <p:ph sz="quarter" idx="21"/>
          </p:nvPr>
        </p:nvSpPr>
        <p:spPr>
          <a:xfrm>
            <a:off x="1445891" y="4114800"/>
            <a:ext cx="7772399" cy="3915833"/>
          </a:xfrm>
        </p:spPr>
        <p:txBody>
          <a:bodyPr/>
          <a:lstStyle/>
          <a:p>
            <a:endParaRPr lang="en-US" dirty="0"/>
          </a:p>
        </p:txBody>
      </p:sp>
      <p:sp>
        <p:nvSpPr>
          <p:cNvPr id="3" name="Title 2">
            <a:extLst>
              <a:ext uri="{FF2B5EF4-FFF2-40B4-BE49-F238E27FC236}">
                <a16:creationId xmlns:a16="http://schemas.microsoft.com/office/drawing/2014/main" id="{46C61009-4A2B-D1C6-1BFF-03AB0B01C4CD}"/>
              </a:ext>
            </a:extLst>
          </p:cNvPr>
          <p:cNvSpPr>
            <a:spLocks noGrp="1"/>
          </p:cNvSpPr>
          <p:nvPr>
            <p:ph type="title"/>
          </p:nvPr>
        </p:nvSpPr>
        <p:spPr>
          <a:xfrm>
            <a:off x="3014341" y="295275"/>
            <a:ext cx="7302501" cy="1247775"/>
          </a:xfrm>
        </p:spPr>
        <p:txBody>
          <a:bodyPr anchor="b">
            <a:normAutofit/>
          </a:bodyPr>
          <a:lstStyle/>
          <a:p>
            <a:r>
              <a:rPr lang="en-US" dirty="0"/>
              <a:t>ML Results &amp; Insights</a:t>
            </a:r>
          </a:p>
        </p:txBody>
      </p:sp>
      <p:graphicFrame>
        <p:nvGraphicFramePr>
          <p:cNvPr id="14" name="Content Placeholder 4">
            <a:extLst>
              <a:ext uri="{FF2B5EF4-FFF2-40B4-BE49-F238E27FC236}">
                <a16:creationId xmlns:a16="http://schemas.microsoft.com/office/drawing/2014/main" id="{DBE50A64-D005-A13A-A751-D7A471A1D3A4}"/>
              </a:ext>
            </a:extLst>
          </p:cNvPr>
          <p:cNvGraphicFramePr>
            <a:graphicFrameLocks noGrp="1"/>
          </p:cNvGraphicFramePr>
          <p:nvPr>
            <p:ph sz="quarter" idx="20"/>
            <p:extLst>
              <p:ext uri="{D42A27DB-BD31-4B8C-83A1-F6EECF244321}">
                <p14:modId xmlns:p14="http://schemas.microsoft.com/office/powerpoint/2010/main" val="1625175804"/>
              </p:ext>
            </p:extLst>
          </p:nvPr>
        </p:nvGraphicFramePr>
        <p:xfrm>
          <a:off x="1445892" y="1263650"/>
          <a:ext cx="7772400" cy="30924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11027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74E6ED-CA26-5EE4-8CB5-011300498FEF}"/>
              </a:ext>
            </a:extLst>
          </p:cNvPr>
          <p:cNvSpPr>
            <a:spLocks noGrp="1"/>
          </p:cNvSpPr>
          <p:nvPr>
            <p:ph type="sldNum" sz="quarter" idx="12"/>
          </p:nvPr>
        </p:nvSpPr>
        <p:spPr/>
        <p:txBody>
          <a:bodyPr/>
          <a:lstStyle/>
          <a:p>
            <a:fld id="{FE7A4BB3-E848-5A44-82DF-322201952CD8}" type="slidenum">
              <a:rPr lang="en-US" smtClean="0"/>
              <a:pPr/>
              <a:t>6</a:t>
            </a:fld>
            <a:endParaRPr lang="en-US" dirty="0"/>
          </a:p>
        </p:txBody>
      </p:sp>
      <p:sp>
        <p:nvSpPr>
          <p:cNvPr id="3" name="Content Placeholder 2">
            <a:extLst>
              <a:ext uri="{FF2B5EF4-FFF2-40B4-BE49-F238E27FC236}">
                <a16:creationId xmlns:a16="http://schemas.microsoft.com/office/drawing/2014/main" id="{9DD11B2B-49CB-68A0-C2D1-B92FC2B8AD3E}"/>
              </a:ext>
            </a:extLst>
          </p:cNvPr>
          <p:cNvSpPr>
            <a:spLocks noGrp="1"/>
          </p:cNvSpPr>
          <p:nvPr>
            <p:ph sz="quarter" idx="20"/>
          </p:nvPr>
        </p:nvSpPr>
        <p:spPr/>
        <p:txBody>
          <a:bodyPr/>
          <a:lstStyle/>
          <a:p>
            <a:r>
              <a:rPr lang="en-US" b="1" dirty="0"/>
              <a:t>Approach</a:t>
            </a:r>
            <a:endParaRPr lang="en-US" dirty="0"/>
          </a:p>
          <a:p>
            <a:pPr lvl="1"/>
            <a:r>
              <a:rPr lang="en-US" dirty="0"/>
              <a:t>Prompt-based predictions </a:t>
            </a:r>
          </a:p>
          <a:p>
            <a:pPr lvl="1"/>
            <a:r>
              <a:rPr lang="en-US" dirty="0"/>
              <a:t>Structured outputs (JSON/table) </a:t>
            </a:r>
          </a:p>
          <a:p>
            <a:r>
              <a:rPr lang="en-US" b="1" dirty="0"/>
              <a:t>Strategy</a:t>
            </a:r>
            <a:endParaRPr lang="en-US" dirty="0"/>
          </a:p>
          <a:p>
            <a:pPr lvl="1"/>
            <a:r>
              <a:rPr lang="en-US" dirty="0"/>
              <a:t>Clear instructions + constraints </a:t>
            </a:r>
          </a:p>
          <a:p>
            <a:pPr lvl="1"/>
            <a:r>
              <a:rPr lang="en-US" dirty="0"/>
              <a:t>Few-shot examples </a:t>
            </a:r>
          </a:p>
          <a:p>
            <a:r>
              <a:rPr lang="en-US" b="1" dirty="0"/>
              <a:t>Results</a:t>
            </a:r>
            <a:endParaRPr lang="en-US" dirty="0"/>
          </a:p>
          <a:p>
            <a:pPr lvl="1"/>
            <a:r>
              <a:rPr lang="en-US" dirty="0"/>
              <a:t>[Metric]: [value] </a:t>
            </a:r>
          </a:p>
          <a:p>
            <a:r>
              <a:rPr lang="en-US" b="1" dirty="0"/>
              <a:t>Issues</a:t>
            </a:r>
            <a:endParaRPr lang="en-US" dirty="0"/>
          </a:p>
          <a:p>
            <a:pPr lvl="1"/>
            <a:r>
              <a:rPr lang="en-US" dirty="0"/>
              <a:t>Inconsistent formatting </a:t>
            </a:r>
          </a:p>
          <a:p>
            <a:pPr lvl="1"/>
            <a:r>
              <a:rPr lang="en-US" dirty="0"/>
              <a:t>Hallucinations</a:t>
            </a:r>
          </a:p>
          <a:p>
            <a:endParaRPr lang="en-US" dirty="0"/>
          </a:p>
        </p:txBody>
      </p:sp>
      <p:sp>
        <p:nvSpPr>
          <p:cNvPr id="4" name="Content Placeholder 3">
            <a:extLst>
              <a:ext uri="{FF2B5EF4-FFF2-40B4-BE49-F238E27FC236}">
                <a16:creationId xmlns:a16="http://schemas.microsoft.com/office/drawing/2014/main" id="{D94BD4BF-2795-0AA8-A15F-FFB997041138}"/>
              </a:ext>
            </a:extLst>
          </p:cNvPr>
          <p:cNvSpPr>
            <a:spLocks noGrp="1"/>
          </p:cNvSpPr>
          <p:nvPr>
            <p:ph sz="quarter" idx="21"/>
          </p:nvPr>
        </p:nvSpPr>
        <p:spPr/>
        <p:txBody>
          <a:bodyPr/>
          <a:lstStyle/>
          <a:p>
            <a:endParaRPr lang="en-US" dirty="0"/>
          </a:p>
        </p:txBody>
      </p:sp>
      <p:sp>
        <p:nvSpPr>
          <p:cNvPr id="5" name="Title 4">
            <a:extLst>
              <a:ext uri="{FF2B5EF4-FFF2-40B4-BE49-F238E27FC236}">
                <a16:creationId xmlns:a16="http://schemas.microsoft.com/office/drawing/2014/main" id="{3967EB58-95B1-26AE-E58C-6D83761E926B}"/>
              </a:ext>
            </a:extLst>
          </p:cNvPr>
          <p:cNvSpPr>
            <a:spLocks noGrp="1"/>
          </p:cNvSpPr>
          <p:nvPr>
            <p:ph type="title"/>
          </p:nvPr>
        </p:nvSpPr>
        <p:spPr/>
        <p:txBody>
          <a:bodyPr/>
          <a:lstStyle/>
          <a:p>
            <a:r>
              <a:rPr lang="en-US" dirty="0"/>
              <a:t>LLM Approach &amp; Results</a:t>
            </a:r>
          </a:p>
        </p:txBody>
      </p:sp>
    </p:spTree>
    <p:extLst>
      <p:ext uri="{BB962C8B-B14F-4D97-AF65-F5344CB8AC3E}">
        <p14:creationId xmlns:p14="http://schemas.microsoft.com/office/powerpoint/2010/main" val="2679890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A5881-5801-4248-5377-924EAF7A8FE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BDBEA7-14D2-E869-8CB4-FBDFA4142EC0}"/>
              </a:ext>
            </a:extLst>
          </p:cNvPr>
          <p:cNvSpPr>
            <a:spLocks noGrp="1"/>
          </p:cNvSpPr>
          <p:nvPr>
            <p:ph type="sldNum" sz="quarter" idx="12"/>
          </p:nvPr>
        </p:nvSpPr>
        <p:spPr/>
        <p:txBody>
          <a:bodyPr/>
          <a:lstStyle/>
          <a:p>
            <a:fld id="{FE7A4BB3-E848-5A44-82DF-322201952CD8}" type="slidenum">
              <a:rPr lang="en-US" smtClean="0"/>
              <a:pPr/>
              <a:t>7</a:t>
            </a:fld>
            <a:endParaRPr lang="en-US" dirty="0"/>
          </a:p>
        </p:txBody>
      </p:sp>
      <p:sp>
        <p:nvSpPr>
          <p:cNvPr id="5" name="Title 4">
            <a:extLst>
              <a:ext uri="{FF2B5EF4-FFF2-40B4-BE49-F238E27FC236}">
                <a16:creationId xmlns:a16="http://schemas.microsoft.com/office/drawing/2014/main" id="{555E1587-ADEB-5D14-35EB-77656F35B6AD}"/>
              </a:ext>
            </a:extLst>
          </p:cNvPr>
          <p:cNvSpPr>
            <a:spLocks noGrp="1"/>
          </p:cNvSpPr>
          <p:nvPr>
            <p:ph type="title"/>
          </p:nvPr>
        </p:nvSpPr>
        <p:spPr>
          <a:xfrm>
            <a:off x="2965620" y="753762"/>
            <a:ext cx="8180174" cy="864973"/>
          </a:xfrm>
        </p:spPr>
        <p:txBody>
          <a:bodyPr/>
          <a:lstStyle/>
          <a:p>
            <a:r>
              <a:rPr lang="en-US" dirty="0"/>
              <a:t>ML vs LLM Comparison</a:t>
            </a:r>
          </a:p>
        </p:txBody>
      </p:sp>
      <p:graphicFrame>
        <p:nvGraphicFramePr>
          <p:cNvPr id="8" name="Content Placeholder 7">
            <a:extLst>
              <a:ext uri="{FF2B5EF4-FFF2-40B4-BE49-F238E27FC236}">
                <a16:creationId xmlns:a16="http://schemas.microsoft.com/office/drawing/2014/main" id="{83F9E865-7C96-1979-A43F-D693B2CEEA53}"/>
              </a:ext>
            </a:extLst>
          </p:cNvPr>
          <p:cNvGraphicFramePr>
            <a:graphicFrameLocks noGrp="1"/>
          </p:cNvGraphicFramePr>
          <p:nvPr>
            <p:ph sz="quarter" idx="20"/>
            <p:extLst>
              <p:ext uri="{D42A27DB-BD31-4B8C-83A1-F6EECF244321}">
                <p14:modId xmlns:p14="http://schemas.microsoft.com/office/powerpoint/2010/main" val="3487689940"/>
              </p:ext>
            </p:extLst>
          </p:nvPr>
        </p:nvGraphicFramePr>
        <p:xfrm>
          <a:off x="1915297" y="2323070"/>
          <a:ext cx="11621529" cy="4544796"/>
        </p:xfrm>
        <a:graphic>
          <a:graphicData uri="http://schemas.openxmlformats.org/drawingml/2006/table">
            <a:tbl>
              <a:tblPr/>
              <a:tblGrid>
                <a:gridCol w="3873843">
                  <a:extLst>
                    <a:ext uri="{9D8B030D-6E8A-4147-A177-3AD203B41FA5}">
                      <a16:colId xmlns:a16="http://schemas.microsoft.com/office/drawing/2014/main" val="1723699818"/>
                    </a:ext>
                  </a:extLst>
                </a:gridCol>
                <a:gridCol w="3873843">
                  <a:extLst>
                    <a:ext uri="{9D8B030D-6E8A-4147-A177-3AD203B41FA5}">
                      <a16:colId xmlns:a16="http://schemas.microsoft.com/office/drawing/2014/main" val="2004994898"/>
                    </a:ext>
                  </a:extLst>
                </a:gridCol>
                <a:gridCol w="3873843">
                  <a:extLst>
                    <a:ext uri="{9D8B030D-6E8A-4147-A177-3AD203B41FA5}">
                      <a16:colId xmlns:a16="http://schemas.microsoft.com/office/drawing/2014/main" val="2174544937"/>
                    </a:ext>
                  </a:extLst>
                </a:gridCol>
              </a:tblGrid>
              <a:tr h="757466">
                <a:tc>
                  <a:txBody>
                    <a:bodyPr/>
                    <a:lstStyle/>
                    <a:p>
                      <a:pPr>
                        <a:buNone/>
                      </a:pPr>
                      <a:r>
                        <a:rPr lang="en-US" sz="3200" b="1" dirty="0"/>
                        <a:t>Criteria</a:t>
                      </a:r>
                    </a:p>
                  </a:txBody>
                  <a:tcPr marL="56327" marR="56327" marT="28164" marB="28164" anchor="ctr">
                    <a:lnL>
                      <a:noFill/>
                    </a:lnL>
                    <a:lnR>
                      <a:noFill/>
                    </a:lnR>
                    <a:lnT>
                      <a:noFill/>
                    </a:lnT>
                    <a:lnB>
                      <a:noFill/>
                    </a:lnB>
                    <a:noFill/>
                  </a:tcPr>
                </a:tc>
                <a:tc>
                  <a:txBody>
                    <a:bodyPr/>
                    <a:lstStyle/>
                    <a:p>
                      <a:pPr>
                        <a:buNone/>
                      </a:pPr>
                      <a:r>
                        <a:rPr lang="en-US" sz="3200" b="1"/>
                        <a:t>ML Model</a:t>
                      </a:r>
                    </a:p>
                  </a:txBody>
                  <a:tcPr marL="56327" marR="56327" marT="28164" marB="28164" anchor="ctr">
                    <a:lnL>
                      <a:noFill/>
                    </a:lnL>
                    <a:lnR>
                      <a:noFill/>
                    </a:lnR>
                    <a:lnT>
                      <a:noFill/>
                    </a:lnT>
                    <a:lnB>
                      <a:noFill/>
                    </a:lnB>
                    <a:noFill/>
                  </a:tcPr>
                </a:tc>
                <a:tc>
                  <a:txBody>
                    <a:bodyPr/>
                    <a:lstStyle/>
                    <a:p>
                      <a:pPr>
                        <a:buNone/>
                      </a:pPr>
                      <a:r>
                        <a:rPr lang="en-US" sz="3200" b="1" dirty="0"/>
                        <a:t>LLM Approach</a:t>
                      </a:r>
                    </a:p>
                  </a:txBody>
                  <a:tcPr marL="56327" marR="56327" marT="28164" marB="28164" anchor="ctr">
                    <a:lnL>
                      <a:noFill/>
                    </a:lnL>
                    <a:lnR>
                      <a:noFill/>
                    </a:lnR>
                    <a:lnT>
                      <a:noFill/>
                    </a:lnT>
                    <a:lnB>
                      <a:noFill/>
                    </a:lnB>
                    <a:noFill/>
                  </a:tcPr>
                </a:tc>
                <a:extLst>
                  <a:ext uri="{0D108BD9-81ED-4DB2-BD59-A6C34878D82A}">
                    <a16:rowId xmlns:a16="http://schemas.microsoft.com/office/drawing/2014/main" val="4240780305"/>
                  </a:ext>
                </a:extLst>
              </a:tr>
              <a:tr h="757466">
                <a:tc>
                  <a:txBody>
                    <a:bodyPr/>
                    <a:lstStyle/>
                    <a:p>
                      <a:pPr>
                        <a:buNone/>
                      </a:pPr>
                      <a:r>
                        <a:rPr lang="en-US" sz="3200"/>
                        <a:t>Accuracy</a:t>
                      </a:r>
                    </a:p>
                  </a:txBody>
                  <a:tcPr marL="56327" marR="56327" marT="28164" marB="28164" anchor="ctr">
                    <a:lnL>
                      <a:noFill/>
                    </a:lnL>
                    <a:lnR>
                      <a:noFill/>
                    </a:lnR>
                    <a:lnT>
                      <a:noFill/>
                    </a:lnT>
                    <a:lnB>
                      <a:noFill/>
                    </a:lnB>
                    <a:noFill/>
                  </a:tcPr>
                </a:tc>
                <a:tc>
                  <a:txBody>
                    <a:bodyPr/>
                    <a:lstStyle/>
                    <a:p>
                      <a:pPr>
                        <a:buNone/>
                      </a:pPr>
                      <a:r>
                        <a:rPr lang="en-US" sz="3200" b="0" dirty="0"/>
                        <a:t>[value]</a:t>
                      </a:r>
                    </a:p>
                  </a:txBody>
                  <a:tcPr marL="56327" marR="56327" marT="28164" marB="28164" anchor="ctr">
                    <a:lnL>
                      <a:noFill/>
                    </a:lnL>
                    <a:lnR>
                      <a:noFill/>
                    </a:lnR>
                    <a:lnT>
                      <a:noFill/>
                    </a:lnT>
                    <a:lnB>
                      <a:noFill/>
                    </a:lnB>
                    <a:noFill/>
                  </a:tcPr>
                </a:tc>
                <a:tc>
                  <a:txBody>
                    <a:bodyPr/>
                    <a:lstStyle/>
                    <a:p>
                      <a:pPr>
                        <a:buNone/>
                      </a:pPr>
                      <a:r>
                        <a:rPr lang="en-US" sz="3200"/>
                        <a:t>[value]</a:t>
                      </a:r>
                    </a:p>
                  </a:txBody>
                  <a:tcPr marL="56327" marR="56327" marT="28164" marB="28164" anchor="ctr">
                    <a:lnL>
                      <a:noFill/>
                    </a:lnL>
                    <a:lnR>
                      <a:noFill/>
                    </a:lnR>
                    <a:lnT>
                      <a:noFill/>
                    </a:lnT>
                    <a:lnB>
                      <a:noFill/>
                    </a:lnB>
                    <a:noFill/>
                  </a:tcPr>
                </a:tc>
                <a:extLst>
                  <a:ext uri="{0D108BD9-81ED-4DB2-BD59-A6C34878D82A}">
                    <a16:rowId xmlns:a16="http://schemas.microsoft.com/office/drawing/2014/main" val="598181637"/>
                  </a:ext>
                </a:extLst>
              </a:tr>
              <a:tr h="757466">
                <a:tc>
                  <a:txBody>
                    <a:bodyPr/>
                    <a:lstStyle/>
                    <a:p>
                      <a:pPr>
                        <a:buNone/>
                      </a:pPr>
                      <a:r>
                        <a:rPr lang="en-US" sz="3200"/>
                        <a:t>Consistency</a:t>
                      </a:r>
                    </a:p>
                  </a:txBody>
                  <a:tcPr marL="56327" marR="56327" marT="28164" marB="28164" anchor="ctr">
                    <a:lnL>
                      <a:noFill/>
                    </a:lnL>
                    <a:lnR>
                      <a:noFill/>
                    </a:lnR>
                    <a:lnT>
                      <a:noFill/>
                    </a:lnT>
                    <a:lnB>
                      <a:noFill/>
                    </a:lnB>
                    <a:noFill/>
                  </a:tcPr>
                </a:tc>
                <a:tc>
                  <a:txBody>
                    <a:bodyPr/>
                    <a:lstStyle/>
                    <a:p>
                      <a:pPr>
                        <a:buNone/>
                      </a:pPr>
                      <a:r>
                        <a:rPr lang="en-US" sz="3200"/>
                        <a:t>High</a:t>
                      </a:r>
                    </a:p>
                  </a:txBody>
                  <a:tcPr marL="56327" marR="56327" marT="28164" marB="28164" anchor="ctr">
                    <a:lnL>
                      <a:noFill/>
                    </a:lnL>
                    <a:lnR>
                      <a:noFill/>
                    </a:lnR>
                    <a:lnT>
                      <a:noFill/>
                    </a:lnT>
                    <a:lnB>
                      <a:noFill/>
                    </a:lnB>
                    <a:noFill/>
                  </a:tcPr>
                </a:tc>
                <a:tc>
                  <a:txBody>
                    <a:bodyPr/>
                    <a:lstStyle/>
                    <a:p>
                      <a:pPr>
                        <a:buNone/>
                      </a:pPr>
                      <a:r>
                        <a:rPr lang="en-US" sz="3200"/>
                        <a:t>Medium</a:t>
                      </a:r>
                    </a:p>
                  </a:txBody>
                  <a:tcPr marL="56327" marR="56327" marT="28164" marB="28164" anchor="ctr">
                    <a:lnL>
                      <a:noFill/>
                    </a:lnL>
                    <a:lnR>
                      <a:noFill/>
                    </a:lnR>
                    <a:lnT>
                      <a:noFill/>
                    </a:lnT>
                    <a:lnB>
                      <a:noFill/>
                    </a:lnB>
                    <a:noFill/>
                  </a:tcPr>
                </a:tc>
                <a:extLst>
                  <a:ext uri="{0D108BD9-81ED-4DB2-BD59-A6C34878D82A}">
                    <a16:rowId xmlns:a16="http://schemas.microsoft.com/office/drawing/2014/main" val="2266923845"/>
                  </a:ext>
                </a:extLst>
              </a:tr>
              <a:tr h="757466">
                <a:tc>
                  <a:txBody>
                    <a:bodyPr/>
                    <a:lstStyle/>
                    <a:p>
                      <a:pPr>
                        <a:buNone/>
                      </a:pPr>
                      <a:r>
                        <a:rPr lang="en-US" sz="3200"/>
                        <a:t>Speed</a:t>
                      </a:r>
                    </a:p>
                  </a:txBody>
                  <a:tcPr marL="56327" marR="56327" marT="28164" marB="28164" anchor="ctr">
                    <a:lnL>
                      <a:noFill/>
                    </a:lnL>
                    <a:lnR>
                      <a:noFill/>
                    </a:lnR>
                    <a:lnT>
                      <a:noFill/>
                    </a:lnT>
                    <a:lnB>
                      <a:noFill/>
                    </a:lnB>
                    <a:noFill/>
                  </a:tcPr>
                </a:tc>
                <a:tc>
                  <a:txBody>
                    <a:bodyPr/>
                    <a:lstStyle/>
                    <a:p>
                      <a:pPr>
                        <a:buNone/>
                      </a:pPr>
                      <a:r>
                        <a:rPr lang="en-US" sz="3200"/>
                        <a:t>Fast</a:t>
                      </a:r>
                    </a:p>
                  </a:txBody>
                  <a:tcPr marL="56327" marR="56327" marT="28164" marB="28164" anchor="ctr">
                    <a:lnL>
                      <a:noFill/>
                    </a:lnL>
                    <a:lnR>
                      <a:noFill/>
                    </a:lnR>
                    <a:lnT>
                      <a:noFill/>
                    </a:lnT>
                    <a:lnB>
                      <a:noFill/>
                    </a:lnB>
                    <a:noFill/>
                  </a:tcPr>
                </a:tc>
                <a:tc>
                  <a:txBody>
                    <a:bodyPr/>
                    <a:lstStyle/>
                    <a:p>
                      <a:pPr>
                        <a:buNone/>
                      </a:pPr>
                      <a:r>
                        <a:rPr lang="en-US" sz="3200"/>
                        <a:t>Slower</a:t>
                      </a:r>
                    </a:p>
                  </a:txBody>
                  <a:tcPr marL="56327" marR="56327" marT="28164" marB="28164" anchor="ctr">
                    <a:lnL>
                      <a:noFill/>
                    </a:lnL>
                    <a:lnR>
                      <a:noFill/>
                    </a:lnR>
                    <a:lnT>
                      <a:noFill/>
                    </a:lnT>
                    <a:lnB>
                      <a:noFill/>
                    </a:lnB>
                    <a:noFill/>
                  </a:tcPr>
                </a:tc>
                <a:extLst>
                  <a:ext uri="{0D108BD9-81ED-4DB2-BD59-A6C34878D82A}">
                    <a16:rowId xmlns:a16="http://schemas.microsoft.com/office/drawing/2014/main" val="4019165913"/>
                  </a:ext>
                </a:extLst>
              </a:tr>
              <a:tr h="757466">
                <a:tc>
                  <a:txBody>
                    <a:bodyPr/>
                    <a:lstStyle/>
                    <a:p>
                      <a:pPr>
                        <a:buNone/>
                      </a:pPr>
                      <a:r>
                        <a:rPr lang="en-US" sz="3200" dirty="0"/>
                        <a:t>Effort</a:t>
                      </a:r>
                    </a:p>
                  </a:txBody>
                  <a:tcPr marL="56327" marR="56327" marT="28164" marB="28164" anchor="ctr">
                    <a:lnL>
                      <a:noFill/>
                    </a:lnL>
                    <a:lnR>
                      <a:noFill/>
                    </a:lnR>
                    <a:lnT>
                      <a:noFill/>
                    </a:lnT>
                    <a:lnB>
                      <a:noFill/>
                    </a:lnB>
                    <a:noFill/>
                  </a:tcPr>
                </a:tc>
                <a:tc>
                  <a:txBody>
                    <a:bodyPr/>
                    <a:lstStyle/>
                    <a:p>
                      <a:pPr>
                        <a:buNone/>
                      </a:pPr>
                      <a:r>
                        <a:rPr lang="en-US" sz="3200"/>
                        <a:t>High setup</a:t>
                      </a:r>
                    </a:p>
                  </a:txBody>
                  <a:tcPr marL="56327" marR="56327" marT="28164" marB="28164" anchor="ctr">
                    <a:lnL>
                      <a:noFill/>
                    </a:lnL>
                    <a:lnR>
                      <a:noFill/>
                    </a:lnR>
                    <a:lnT>
                      <a:noFill/>
                    </a:lnT>
                    <a:lnB>
                      <a:noFill/>
                    </a:lnB>
                    <a:noFill/>
                  </a:tcPr>
                </a:tc>
                <a:tc>
                  <a:txBody>
                    <a:bodyPr/>
                    <a:lstStyle/>
                    <a:p>
                      <a:pPr>
                        <a:buNone/>
                      </a:pPr>
                      <a:r>
                        <a:rPr lang="en-US" sz="3200"/>
                        <a:t>Low setup</a:t>
                      </a:r>
                    </a:p>
                  </a:txBody>
                  <a:tcPr marL="56327" marR="56327" marT="28164" marB="28164" anchor="ctr">
                    <a:lnL>
                      <a:noFill/>
                    </a:lnL>
                    <a:lnR>
                      <a:noFill/>
                    </a:lnR>
                    <a:lnT>
                      <a:noFill/>
                    </a:lnT>
                    <a:lnB>
                      <a:noFill/>
                    </a:lnB>
                    <a:noFill/>
                  </a:tcPr>
                </a:tc>
                <a:extLst>
                  <a:ext uri="{0D108BD9-81ED-4DB2-BD59-A6C34878D82A}">
                    <a16:rowId xmlns:a16="http://schemas.microsoft.com/office/drawing/2014/main" val="4162673759"/>
                  </a:ext>
                </a:extLst>
              </a:tr>
              <a:tr h="757466">
                <a:tc>
                  <a:txBody>
                    <a:bodyPr/>
                    <a:lstStyle/>
                    <a:p>
                      <a:pPr>
                        <a:buNone/>
                      </a:pPr>
                      <a:r>
                        <a:rPr lang="en-US" sz="3200"/>
                        <a:t>Flexibility</a:t>
                      </a:r>
                    </a:p>
                  </a:txBody>
                  <a:tcPr marL="56327" marR="56327" marT="28164" marB="28164" anchor="ctr">
                    <a:lnL>
                      <a:noFill/>
                    </a:lnL>
                    <a:lnR>
                      <a:noFill/>
                    </a:lnR>
                    <a:lnT>
                      <a:noFill/>
                    </a:lnT>
                    <a:lnB>
                      <a:noFill/>
                    </a:lnB>
                    <a:noFill/>
                  </a:tcPr>
                </a:tc>
                <a:tc>
                  <a:txBody>
                    <a:bodyPr/>
                    <a:lstStyle/>
                    <a:p>
                      <a:pPr>
                        <a:buNone/>
                      </a:pPr>
                      <a:r>
                        <a:rPr lang="en-US" sz="3200"/>
                        <a:t>Low</a:t>
                      </a:r>
                    </a:p>
                  </a:txBody>
                  <a:tcPr marL="56327" marR="56327" marT="28164" marB="28164" anchor="ctr">
                    <a:lnL>
                      <a:noFill/>
                    </a:lnL>
                    <a:lnR>
                      <a:noFill/>
                    </a:lnR>
                    <a:lnT>
                      <a:noFill/>
                    </a:lnT>
                    <a:lnB>
                      <a:noFill/>
                    </a:lnB>
                    <a:noFill/>
                  </a:tcPr>
                </a:tc>
                <a:tc>
                  <a:txBody>
                    <a:bodyPr/>
                    <a:lstStyle/>
                    <a:p>
                      <a:pPr>
                        <a:buNone/>
                      </a:pPr>
                      <a:r>
                        <a:rPr lang="en-US" sz="3200" dirty="0"/>
                        <a:t>High</a:t>
                      </a:r>
                    </a:p>
                  </a:txBody>
                  <a:tcPr marL="56327" marR="56327" marT="28164" marB="28164" anchor="ctr">
                    <a:lnL>
                      <a:noFill/>
                    </a:lnL>
                    <a:lnR>
                      <a:noFill/>
                    </a:lnR>
                    <a:lnT>
                      <a:noFill/>
                    </a:lnT>
                    <a:lnB>
                      <a:noFill/>
                    </a:lnB>
                    <a:noFill/>
                  </a:tcPr>
                </a:tc>
                <a:extLst>
                  <a:ext uri="{0D108BD9-81ED-4DB2-BD59-A6C34878D82A}">
                    <a16:rowId xmlns:a16="http://schemas.microsoft.com/office/drawing/2014/main" val="4084093621"/>
                  </a:ext>
                </a:extLst>
              </a:tr>
            </a:tbl>
          </a:graphicData>
        </a:graphic>
      </p:graphicFrame>
    </p:spTree>
    <p:extLst>
      <p:ext uri="{BB962C8B-B14F-4D97-AF65-F5344CB8AC3E}">
        <p14:creationId xmlns:p14="http://schemas.microsoft.com/office/powerpoint/2010/main" val="3368561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46CEDC-F026-CD03-00ED-2472ED08E50E}"/>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8</a:t>
            </a:fld>
            <a:endParaRPr lang="en-US"/>
          </a:p>
        </p:txBody>
      </p:sp>
      <p:sp>
        <p:nvSpPr>
          <p:cNvPr id="11" name="Content Placeholder 3">
            <a:extLst>
              <a:ext uri="{FF2B5EF4-FFF2-40B4-BE49-F238E27FC236}">
                <a16:creationId xmlns:a16="http://schemas.microsoft.com/office/drawing/2014/main" id="{C4A485D8-0186-C549-5A6C-AD5EAF8A1A36}"/>
              </a:ext>
            </a:extLst>
          </p:cNvPr>
          <p:cNvSpPr>
            <a:spLocks noGrp="1"/>
          </p:cNvSpPr>
          <p:nvPr>
            <p:ph sz="quarter" idx="21"/>
          </p:nvPr>
        </p:nvSpPr>
        <p:spPr>
          <a:xfrm>
            <a:off x="1394459" y="4373033"/>
            <a:ext cx="4572000" cy="3429000"/>
          </a:xfrm>
        </p:spPr>
        <p:txBody>
          <a:bodyPr/>
          <a:lstStyle/>
          <a:p>
            <a:endParaRPr lang="en-US"/>
          </a:p>
        </p:txBody>
      </p:sp>
      <p:sp>
        <p:nvSpPr>
          <p:cNvPr id="5" name="Title 4">
            <a:extLst>
              <a:ext uri="{FF2B5EF4-FFF2-40B4-BE49-F238E27FC236}">
                <a16:creationId xmlns:a16="http://schemas.microsoft.com/office/drawing/2014/main" id="{508EAC9F-0908-381B-F06D-A8B9F94199D6}"/>
              </a:ext>
            </a:extLst>
          </p:cNvPr>
          <p:cNvSpPr>
            <a:spLocks noGrp="1"/>
          </p:cNvSpPr>
          <p:nvPr>
            <p:ph type="title"/>
          </p:nvPr>
        </p:nvSpPr>
        <p:spPr>
          <a:xfrm>
            <a:off x="1371599" y="2295525"/>
            <a:ext cx="4572001" cy="1590675"/>
          </a:xfrm>
        </p:spPr>
        <p:txBody>
          <a:bodyPr anchor="b">
            <a:normAutofit/>
          </a:bodyPr>
          <a:lstStyle/>
          <a:p>
            <a:r>
              <a:rPr lang="en-US" dirty="0"/>
              <a:t>Demo, Insights &amp; Closing</a:t>
            </a:r>
          </a:p>
        </p:txBody>
      </p:sp>
      <p:graphicFrame>
        <p:nvGraphicFramePr>
          <p:cNvPr id="7" name="Content Placeholder 2">
            <a:extLst>
              <a:ext uri="{FF2B5EF4-FFF2-40B4-BE49-F238E27FC236}">
                <a16:creationId xmlns:a16="http://schemas.microsoft.com/office/drawing/2014/main" id="{BAABE6D3-929E-6ECF-F694-8CF0F30609A1}"/>
              </a:ext>
            </a:extLst>
          </p:cNvPr>
          <p:cNvGraphicFramePr>
            <a:graphicFrameLocks noGrp="1"/>
          </p:cNvGraphicFramePr>
          <p:nvPr>
            <p:ph sz="quarter" idx="20"/>
            <p:extLst>
              <p:ext uri="{D42A27DB-BD31-4B8C-83A1-F6EECF244321}">
                <p14:modId xmlns:p14="http://schemas.microsoft.com/office/powerpoint/2010/main" val="446641575"/>
              </p:ext>
            </p:extLst>
          </p:nvPr>
        </p:nvGraphicFramePr>
        <p:xfrm>
          <a:off x="6430642" y="457199"/>
          <a:ext cx="7772400" cy="731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55037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9F83CF-FC98-7CD8-B2F3-30A1BFA6A623}"/>
              </a:ext>
            </a:extLst>
          </p:cNvPr>
          <p:cNvSpPr>
            <a:spLocks noGrp="1"/>
          </p:cNvSpPr>
          <p:nvPr>
            <p:ph type="sldNum" sz="quarter" idx="12"/>
          </p:nvPr>
        </p:nvSpPr>
        <p:spPr/>
        <p:txBody>
          <a:bodyPr/>
          <a:lstStyle/>
          <a:p>
            <a:fld id="{FE7A4BB3-E848-5A44-82DF-322201952CD8}" type="slidenum">
              <a:rPr lang="en-US" smtClean="0"/>
              <a:pPr/>
              <a:t>9</a:t>
            </a:fld>
            <a:endParaRPr lang="en-US" dirty="0"/>
          </a:p>
        </p:txBody>
      </p:sp>
      <p:sp>
        <p:nvSpPr>
          <p:cNvPr id="5" name="Title 4">
            <a:extLst>
              <a:ext uri="{FF2B5EF4-FFF2-40B4-BE49-F238E27FC236}">
                <a16:creationId xmlns:a16="http://schemas.microsoft.com/office/drawing/2014/main" id="{2CCB3341-9549-9629-804D-30650AB90D6C}"/>
              </a:ext>
            </a:extLst>
          </p:cNvPr>
          <p:cNvSpPr>
            <a:spLocks noGrp="1"/>
          </p:cNvSpPr>
          <p:nvPr>
            <p:ph type="title"/>
          </p:nvPr>
        </p:nvSpPr>
        <p:spPr/>
        <p:txBody>
          <a:bodyPr/>
          <a:lstStyle/>
          <a:p>
            <a:r>
              <a:rPr lang="en-US" dirty="0"/>
              <a:t>Key Learning Milestones</a:t>
            </a:r>
          </a:p>
        </p:txBody>
      </p:sp>
      <p:sp>
        <p:nvSpPr>
          <p:cNvPr id="6" name="Content Placeholder 5">
            <a:extLst>
              <a:ext uri="{FF2B5EF4-FFF2-40B4-BE49-F238E27FC236}">
                <a16:creationId xmlns:a16="http://schemas.microsoft.com/office/drawing/2014/main" id="{C87DA94C-641B-9E66-77E9-1176AEA4F191}"/>
              </a:ext>
            </a:extLst>
          </p:cNvPr>
          <p:cNvSpPr>
            <a:spLocks noGrp="1"/>
          </p:cNvSpPr>
          <p:nvPr>
            <p:ph sz="quarter" idx="20"/>
          </p:nvPr>
        </p:nvSpPr>
        <p:spPr/>
        <p:txBody>
          <a:bodyPr/>
          <a:lstStyle/>
          <a:p>
            <a:r>
              <a:rPr lang="en-US" dirty="0"/>
              <a:t>Teammate 1:</a:t>
            </a:r>
          </a:p>
          <a:p>
            <a:r>
              <a:rPr lang="en-US" dirty="0"/>
              <a:t>Teammate 2:</a:t>
            </a:r>
          </a:p>
          <a:p>
            <a:r>
              <a:rPr lang="en-US" dirty="0"/>
              <a:t>Teammate 3:</a:t>
            </a:r>
          </a:p>
          <a:p>
            <a:r>
              <a:rPr lang="en-US" dirty="0"/>
              <a:t>Teammate 4:</a:t>
            </a:r>
          </a:p>
          <a:p>
            <a:r>
              <a:rPr lang="en-US" dirty="0"/>
              <a:t>Teammate 5:</a:t>
            </a:r>
          </a:p>
        </p:txBody>
      </p:sp>
    </p:spTree>
    <p:extLst>
      <p:ext uri="{BB962C8B-B14F-4D97-AF65-F5344CB8AC3E}">
        <p14:creationId xmlns:p14="http://schemas.microsoft.com/office/powerpoint/2010/main" val="320480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433BB6-ACB2-4953-9ADC-C0F78F3BD058}"/>
              </a:ext>
            </a:extLst>
          </p:cNvPr>
          <p:cNvSpPr>
            <a:spLocks noGrp="1"/>
          </p:cNvSpPr>
          <p:nvPr>
            <p:ph type="sldNum" sz="quarter" idx="12"/>
          </p:nvPr>
        </p:nvSpPr>
        <p:spPr/>
        <p:txBody>
          <a:bodyPr/>
          <a:lstStyle/>
          <a:p>
            <a:fld id="{FE7A4BB3-E848-5A44-82DF-322201952CD8}" type="slidenum">
              <a:rPr lang="en-US" smtClean="0"/>
              <a:pPr/>
              <a:t>10</a:t>
            </a:fld>
            <a:endParaRPr lang="en-US" dirty="0"/>
          </a:p>
        </p:txBody>
      </p:sp>
    </p:spTree>
    <p:extLst>
      <p:ext uri="{BB962C8B-B14F-4D97-AF65-F5344CB8AC3E}">
        <p14:creationId xmlns:p14="http://schemas.microsoft.com/office/powerpoint/2010/main" val="757395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PNNL_Option_4">
  <a:themeElements>
    <a:clrScheme name="PNNL">
      <a:dk1>
        <a:srgbClr val="616265"/>
      </a:dk1>
      <a:lt1>
        <a:srgbClr val="FFFFFF"/>
      </a:lt1>
      <a:dk2>
        <a:srgbClr val="D77600"/>
      </a:dk2>
      <a:lt2>
        <a:srgbClr val="B3B3B3"/>
      </a:lt2>
      <a:accent1>
        <a:srgbClr val="A63F1E"/>
      </a:accent1>
      <a:accent2>
        <a:srgbClr val="191C1F"/>
      </a:accent2>
      <a:accent3>
        <a:srgbClr val="F4AA00"/>
      </a:accent3>
      <a:accent4>
        <a:srgbClr val="007836"/>
      </a:accent4>
      <a:accent5>
        <a:srgbClr val="C10435"/>
      </a:accent5>
      <a:accent6>
        <a:srgbClr val="00338E"/>
      </a:accent6>
      <a:hlink>
        <a:srgbClr val="003698"/>
      </a:hlink>
      <a:folHlink>
        <a:srgbClr val="8A0752"/>
      </a:folHlink>
    </a:clrScheme>
    <a:fontScheme name="PNNL_Arial">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NNL_11" id="{337D310C-1272-4F30-9DED-56441803F0A1}" vid="{1F81E3C5-E229-4038-8C61-9A314EB358C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7cf6e1b-6c0e-47e8-954c-d266ab19f1da" xsi:nil="true"/>
    <lcf76f155ced4ddcb4097134ff3c332f xmlns="a854c6ed-177a-44ba-8787-d6c08bd6ceb5">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505A18B59EC5C4A9859950F1C45152F" ma:contentTypeVersion="10" ma:contentTypeDescription="Create a new document." ma:contentTypeScope="" ma:versionID="32a545f2ebfe154800e7d2fc27d860ec">
  <xsd:schema xmlns:xsd="http://www.w3.org/2001/XMLSchema" xmlns:xs="http://www.w3.org/2001/XMLSchema" xmlns:p="http://schemas.microsoft.com/office/2006/metadata/properties" xmlns:ns2="a854c6ed-177a-44ba-8787-d6c08bd6ceb5" xmlns:ns3="77cf6e1b-6c0e-47e8-954c-d266ab19f1da" targetNamespace="http://schemas.microsoft.com/office/2006/metadata/properties" ma:root="true" ma:fieldsID="a25becc251a046a13091804e04703bf4" ns2:_="" ns3:_="">
    <xsd:import namespace="a854c6ed-177a-44ba-8787-d6c08bd6ceb5"/>
    <xsd:import namespace="77cf6e1b-6c0e-47e8-954c-d266ab19f1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54c6ed-177a-44ba-8787-d6c08bd6ce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60f1aaf-6244-4bb9-9bf9-38bf37385302"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7cf6e1b-6c0e-47e8-954c-d266ab19f1d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c85850f-105b-462d-bfab-a2a606efb2ab}" ma:internalName="TaxCatchAll" ma:showField="CatchAllData" ma:web="77cf6e1b-6c0e-47e8-954c-d266ab19f1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1901827-57F5-4317-8C1B-3AC7FE388F0A}">
  <ds:schemaRefs>
    <ds:schemaRef ds:uri="http://schemas.microsoft.com/office/2006/metadata/properties"/>
    <ds:schemaRef ds:uri="a854c6ed-177a-44ba-8787-d6c08bd6ceb5"/>
    <ds:schemaRef ds:uri="http://schemas.microsoft.com/office/infopath/2007/PartnerControls"/>
    <ds:schemaRef ds:uri="http://schemas.microsoft.com/office/2006/documentManagement/types"/>
    <ds:schemaRef ds:uri="http://www.w3.org/XML/1998/namespace"/>
    <ds:schemaRef ds:uri="http://purl.org/dc/elements/1.1/"/>
    <ds:schemaRef ds:uri="http://purl.org/dc/terms/"/>
    <ds:schemaRef ds:uri="http://schemas.openxmlformats.org/package/2006/metadata/core-properties"/>
    <ds:schemaRef ds:uri="77cf6e1b-6c0e-47e8-954c-d266ab19f1da"/>
    <ds:schemaRef ds:uri="http://purl.org/dc/dcmitype/"/>
  </ds:schemaRefs>
</ds:datastoreItem>
</file>

<file path=customXml/itemProps2.xml><?xml version="1.0" encoding="utf-8"?>
<ds:datastoreItem xmlns:ds="http://schemas.openxmlformats.org/officeDocument/2006/customXml" ds:itemID="{54278FBF-7C70-4D1D-8879-E2D3A0A4D875}">
  <ds:schemaRefs>
    <ds:schemaRef ds:uri="http://schemas.microsoft.com/sharepoint/v3/contenttype/forms"/>
  </ds:schemaRefs>
</ds:datastoreItem>
</file>

<file path=customXml/itemProps3.xml><?xml version="1.0" encoding="utf-8"?>
<ds:datastoreItem xmlns:ds="http://schemas.openxmlformats.org/officeDocument/2006/customXml" ds:itemID="{045A307F-CEB4-401F-BDB5-BF9167687C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54c6ed-177a-44ba-8787-d6c08bd6ceb5"/>
    <ds:schemaRef ds:uri="77cf6e1b-6c0e-47e8-954c-d266ab19f1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PNNL_11</Template>
  <TotalTime>171</TotalTime>
  <Words>831</Words>
  <Application>Microsoft Macintosh PowerPoint</Application>
  <PresentationFormat>Custom</PresentationFormat>
  <Paragraphs>129</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Wingdings</vt:lpstr>
      <vt:lpstr>PNNL_Option_4</vt:lpstr>
      <vt:lpstr>PowerPoint Presentation</vt:lpstr>
      <vt:lpstr>PowerPoint Presentation</vt:lpstr>
      <vt:lpstr>Data Overview &amp; Challenges</vt:lpstr>
      <vt:lpstr>Approach Overview</vt:lpstr>
      <vt:lpstr>ML Results &amp; Insights</vt:lpstr>
      <vt:lpstr>LLM Approach &amp; Results</vt:lpstr>
      <vt:lpstr>ML vs LLM Comparison</vt:lpstr>
      <vt:lpstr>Demo, Insights &amp; Closing</vt:lpstr>
      <vt:lpstr>Key Learning Milestones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Hou, Hongfei</dc:creator>
  <cp:lastModifiedBy>Catalano, Arielle J</cp:lastModifiedBy>
  <cp:revision>31</cp:revision>
  <dcterms:created xsi:type="dcterms:W3CDTF">2026-04-09T16:09:17Z</dcterms:created>
  <dcterms:modified xsi:type="dcterms:W3CDTF">2026-04-14T11:54:49Z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0x0101008505A18B59EC5C4A9859950F1C45152F</vt:lpwstr>
  </property>
  <property fmtid="{D5CDD505-2E9C-101B-9397-08002B2CF9AE}" pid="3" name="MediaServiceImageTags">
    <vt:lpwstr/>
  </property>
</Properties>
</file>