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56" r:id="rId5"/>
    <p:sldId id="257" r:id="rId6"/>
    <p:sldId id="259" r:id="rId7"/>
    <p:sldId id="260" r:id="rId8"/>
    <p:sldId id="262" r:id="rId9"/>
    <p:sldId id="263" r:id="rId10"/>
    <p:sldId id="264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5C2292-1297-4047-BE53-9BF829F928B5}" v="11" dt="2026-04-23T15:59:09.596"/>
    <p1510:client id="{A25AC239-01E1-0F48-A058-540B43675F80}" v="522" dt="2026-04-22T22:38:40.517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81" autoAdjust="0"/>
    <p:restoredTop sz="94694" autoAdjust="0"/>
  </p:normalViewPr>
  <p:slideViewPr>
    <p:cSldViewPr snapToGrid="0" snapToObjects="1">
      <p:cViewPr>
        <p:scale>
          <a:sx n="146" d="100"/>
          <a:sy n="146" d="100"/>
        </p:scale>
        <p:origin x="-192" y="4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cken, Cameron" userId="a43f3142-0322-4519-b527-fe7c16d27e7f" providerId="ADAL" clId="{F1565C76-A83F-5374-AE6A-A76AE62EFF9A}"/>
    <pc:docChg chg="undo custSel modSld">
      <pc:chgData name="Bracken, Cameron" userId="a43f3142-0322-4519-b527-fe7c16d27e7f" providerId="ADAL" clId="{F1565C76-A83F-5374-AE6A-A76AE62EFF9A}" dt="2026-04-23T16:02:52.361" v="606" actId="14100"/>
      <pc:docMkLst>
        <pc:docMk/>
      </pc:docMkLst>
      <pc:sldChg chg="addSp modSp mod">
        <pc:chgData name="Bracken, Cameron" userId="a43f3142-0322-4519-b527-fe7c16d27e7f" providerId="ADAL" clId="{F1565C76-A83F-5374-AE6A-A76AE62EFF9A}" dt="2026-04-23T15:56:51.352" v="173" actId="14100"/>
        <pc:sldMkLst>
          <pc:docMk/>
          <pc:sldMk cId="0" sldId="257"/>
        </pc:sldMkLst>
        <pc:graphicFrameChg chg="modGraphic">
          <ac:chgData name="Bracken, Cameron" userId="a43f3142-0322-4519-b527-fe7c16d27e7f" providerId="ADAL" clId="{F1565C76-A83F-5374-AE6A-A76AE62EFF9A}" dt="2026-04-23T15:46:29.329" v="1" actId="12385"/>
          <ac:graphicFrameMkLst>
            <pc:docMk/>
            <pc:sldMk cId="0" sldId="257"/>
            <ac:graphicFrameMk id="4" creationId="{9EA64D44-7706-13B1-12D6-F73339F21F7C}"/>
          </ac:graphicFrameMkLst>
        </pc:graphicFrameChg>
        <pc:cxnChg chg="add mod">
          <ac:chgData name="Bracken, Cameron" userId="a43f3142-0322-4519-b527-fe7c16d27e7f" providerId="ADAL" clId="{F1565C76-A83F-5374-AE6A-A76AE62EFF9A}" dt="2026-04-23T15:56:04.820" v="153" actId="1582"/>
          <ac:cxnSpMkLst>
            <pc:docMk/>
            <pc:sldMk cId="0" sldId="257"/>
            <ac:cxnSpMk id="7" creationId="{5ED71611-7931-9029-38F3-A20940F641E5}"/>
          </ac:cxnSpMkLst>
        </pc:cxnChg>
        <pc:cxnChg chg="add mod">
          <ac:chgData name="Bracken, Cameron" userId="a43f3142-0322-4519-b527-fe7c16d27e7f" providerId="ADAL" clId="{F1565C76-A83F-5374-AE6A-A76AE62EFF9A}" dt="2026-04-23T15:56:12.192" v="157" actId="14100"/>
          <ac:cxnSpMkLst>
            <pc:docMk/>
            <pc:sldMk cId="0" sldId="257"/>
            <ac:cxnSpMk id="8" creationId="{BE8A2A99-7D39-244B-20EE-EDAA07B0781B}"/>
          </ac:cxnSpMkLst>
        </pc:cxnChg>
        <pc:cxnChg chg="add mod">
          <ac:chgData name="Bracken, Cameron" userId="a43f3142-0322-4519-b527-fe7c16d27e7f" providerId="ADAL" clId="{F1565C76-A83F-5374-AE6A-A76AE62EFF9A}" dt="2026-04-23T15:56:37.270" v="167" actId="1076"/>
          <ac:cxnSpMkLst>
            <pc:docMk/>
            <pc:sldMk cId="0" sldId="257"/>
            <ac:cxnSpMk id="11" creationId="{ABE1B67B-5154-4334-D801-916F45A6EF9E}"/>
          </ac:cxnSpMkLst>
        </pc:cxnChg>
        <pc:cxnChg chg="add mod">
          <ac:chgData name="Bracken, Cameron" userId="a43f3142-0322-4519-b527-fe7c16d27e7f" providerId="ADAL" clId="{F1565C76-A83F-5374-AE6A-A76AE62EFF9A}" dt="2026-04-23T15:56:31.746" v="166" actId="14100"/>
          <ac:cxnSpMkLst>
            <pc:docMk/>
            <pc:sldMk cId="0" sldId="257"/>
            <ac:cxnSpMk id="13" creationId="{C4ED6CC6-33E2-FA31-B15C-E51501A600CC}"/>
          </ac:cxnSpMkLst>
        </pc:cxnChg>
        <pc:cxnChg chg="add mod">
          <ac:chgData name="Bracken, Cameron" userId="a43f3142-0322-4519-b527-fe7c16d27e7f" providerId="ADAL" clId="{F1565C76-A83F-5374-AE6A-A76AE62EFF9A}" dt="2026-04-23T15:56:51.352" v="173" actId="14100"/>
          <ac:cxnSpMkLst>
            <pc:docMk/>
            <pc:sldMk cId="0" sldId="257"/>
            <ac:cxnSpMk id="17" creationId="{A474EBC1-74D1-94C7-FA71-9FF72FD8D7E4}"/>
          </ac:cxnSpMkLst>
        </pc:cxnChg>
      </pc:sldChg>
      <pc:sldChg chg="addSp modSp mod">
        <pc:chgData name="Bracken, Cameron" userId="a43f3142-0322-4519-b527-fe7c16d27e7f" providerId="ADAL" clId="{F1565C76-A83F-5374-AE6A-A76AE62EFF9A}" dt="2026-04-23T15:55:31.616" v="150" actId="1076"/>
        <pc:sldMkLst>
          <pc:docMk/>
          <pc:sldMk cId="0" sldId="259"/>
        </pc:sldMkLst>
        <pc:spChg chg="add mod">
          <ac:chgData name="Bracken, Cameron" userId="a43f3142-0322-4519-b527-fe7c16d27e7f" providerId="ADAL" clId="{F1565C76-A83F-5374-AE6A-A76AE62EFF9A}" dt="2026-04-23T15:55:31.616" v="150" actId="1076"/>
          <ac:spMkLst>
            <pc:docMk/>
            <pc:sldMk cId="0" sldId="259"/>
            <ac:spMk id="7" creationId="{D4A31F03-7907-AA6D-0BF7-553BA66A5B83}"/>
          </ac:spMkLst>
        </pc:spChg>
        <pc:graphicFrameChg chg="modGraphic">
          <ac:chgData name="Bracken, Cameron" userId="a43f3142-0322-4519-b527-fe7c16d27e7f" providerId="ADAL" clId="{F1565C76-A83F-5374-AE6A-A76AE62EFF9A}" dt="2026-04-23T15:46:36.501" v="3" actId="12385"/>
          <ac:graphicFrameMkLst>
            <pc:docMk/>
            <pc:sldMk cId="0" sldId="259"/>
            <ac:graphicFrameMk id="6" creationId="{00000000-0000-0000-0000-000000000000}"/>
          </ac:graphicFrameMkLst>
        </pc:graphicFrameChg>
      </pc:sldChg>
      <pc:sldChg chg="addSp delSp modSp mod">
        <pc:chgData name="Bracken, Cameron" userId="a43f3142-0322-4519-b527-fe7c16d27e7f" providerId="ADAL" clId="{F1565C76-A83F-5374-AE6A-A76AE62EFF9A}" dt="2026-04-23T15:58:59.811" v="379" actId="166"/>
        <pc:sldMkLst>
          <pc:docMk/>
          <pc:sldMk cId="0" sldId="260"/>
        </pc:sldMkLst>
        <pc:spChg chg="mod">
          <ac:chgData name="Bracken, Cameron" userId="a43f3142-0322-4519-b527-fe7c16d27e7f" providerId="ADAL" clId="{F1565C76-A83F-5374-AE6A-A76AE62EFF9A}" dt="2026-04-23T15:48:19.488" v="16" actId="14100"/>
          <ac:spMkLst>
            <pc:docMk/>
            <pc:sldMk cId="0" sldId="260"/>
            <ac:spMk id="4" creationId="{D9592F62-8C25-485B-FC86-10C950702E2C}"/>
          </ac:spMkLst>
        </pc:spChg>
        <pc:picChg chg="mod modCrop">
          <ac:chgData name="Bracken, Cameron" userId="a43f3142-0322-4519-b527-fe7c16d27e7f" providerId="ADAL" clId="{F1565C76-A83F-5374-AE6A-A76AE62EFF9A}" dt="2026-04-23T15:58:59.811" v="379" actId="166"/>
          <ac:picMkLst>
            <pc:docMk/>
            <pc:sldMk cId="0" sldId="260"/>
            <ac:picMk id="3" creationId="{00000000-0000-0000-0000-000000000000}"/>
          </ac:picMkLst>
        </pc:picChg>
        <pc:picChg chg="add mod modCrop">
          <ac:chgData name="Bracken, Cameron" userId="a43f3142-0322-4519-b527-fe7c16d27e7f" providerId="ADAL" clId="{F1565C76-A83F-5374-AE6A-A76AE62EFF9A}" dt="2026-04-23T15:47:48.175" v="13" actId="14100"/>
          <ac:picMkLst>
            <pc:docMk/>
            <pc:sldMk cId="0" sldId="260"/>
            <ac:picMk id="5" creationId="{971660A8-889E-CCE3-FD13-4D5D25B4529B}"/>
          </ac:picMkLst>
        </pc:picChg>
        <pc:cxnChg chg="add del mod">
          <ac:chgData name="Bracken, Cameron" userId="a43f3142-0322-4519-b527-fe7c16d27e7f" providerId="ADAL" clId="{F1565C76-A83F-5374-AE6A-A76AE62EFF9A}" dt="2026-04-23T15:48:47.867" v="22" actId="478"/>
          <ac:cxnSpMkLst>
            <pc:docMk/>
            <pc:sldMk cId="0" sldId="260"/>
            <ac:cxnSpMk id="7" creationId="{EC89879C-1528-19F0-57A9-B172CC1F8F80}"/>
          </ac:cxnSpMkLst>
        </pc:cxnChg>
        <pc:cxnChg chg="add mod">
          <ac:chgData name="Bracken, Cameron" userId="a43f3142-0322-4519-b527-fe7c16d27e7f" providerId="ADAL" clId="{F1565C76-A83F-5374-AE6A-A76AE62EFF9A}" dt="2026-04-23T15:49:21.737" v="26" actId="692"/>
          <ac:cxnSpMkLst>
            <pc:docMk/>
            <pc:sldMk cId="0" sldId="260"/>
            <ac:cxnSpMk id="9" creationId="{3071EDAC-6F9C-DA2D-13AC-C0E117BA06AD}"/>
          </ac:cxnSpMkLst>
        </pc:cxnChg>
      </pc:sldChg>
      <pc:sldChg chg="addSp delSp modSp mod">
        <pc:chgData name="Bracken, Cameron" userId="a43f3142-0322-4519-b527-fe7c16d27e7f" providerId="ADAL" clId="{F1565C76-A83F-5374-AE6A-A76AE62EFF9A}" dt="2026-04-23T16:01:32.867" v="596" actId="14100"/>
        <pc:sldMkLst>
          <pc:docMk/>
          <pc:sldMk cId="0" sldId="262"/>
        </pc:sldMkLst>
        <pc:spChg chg="mod">
          <ac:chgData name="Bracken, Cameron" userId="a43f3142-0322-4519-b527-fe7c16d27e7f" providerId="ADAL" clId="{F1565C76-A83F-5374-AE6A-A76AE62EFF9A}" dt="2026-04-23T16:01:32.867" v="596" actId="14100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Bracken, Cameron" userId="a43f3142-0322-4519-b527-fe7c16d27e7f" providerId="ADAL" clId="{F1565C76-A83F-5374-AE6A-A76AE62EFF9A}" dt="2026-04-23T15:52:11.705" v="85" actId="478"/>
          <ac:spMkLst>
            <pc:docMk/>
            <pc:sldMk cId="0" sldId="262"/>
            <ac:spMk id="7" creationId="{00000000-0000-0000-0000-000000000000}"/>
          </ac:spMkLst>
        </pc:spChg>
        <pc:spChg chg="add mod">
          <ac:chgData name="Bracken, Cameron" userId="a43f3142-0322-4519-b527-fe7c16d27e7f" providerId="ADAL" clId="{F1565C76-A83F-5374-AE6A-A76AE62EFF9A}" dt="2026-04-23T16:01:29.160" v="595" actId="1076"/>
          <ac:spMkLst>
            <pc:docMk/>
            <pc:sldMk cId="0" sldId="262"/>
            <ac:spMk id="8" creationId="{0F99FD32-06EC-01EC-ACC0-59AC365F39D9}"/>
          </ac:spMkLst>
        </pc:spChg>
        <pc:spChg chg="add mod">
          <ac:chgData name="Bracken, Cameron" userId="a43f3142-0322-4519-b527-fe7c16d27e7f" providerId="ADAL" clId="{F1565C76-A83F-5374-AE6A-A76AE62EFF9A}" dt="2026-04-23T15:52:50.171" v="98" actId="1076"/>
          <ac:spMkLst>
            <pc:docMk/>
            <pc:sldMk cId="0" sldId="262"/>
            <ac:spMk id="24" creationId="{AFF38582-696A-3EFC-9909-639E179EB145}"/>
          </ac:spMkLst>
        </pc:spChg>
        <pc:graphicFrameChg chg="modGraphic">
          <ac:chgData name="Bracken, Cameron" userId="a43f3142-0322-4519-b527-fe7c16d27e7f" providerId="ADAL" clId="{F1565C76-A83F-5374-AE6A-A76AE62EFF9A}" dt="2026-04-23T15:46:47.246" v="4" actId="12385"/>
          <ac:graphicFrameMkLst>
            <pc:docMk/>
            <pc:sldMk cId="0" sldId="262"/>
            <ac:graphicFrameMk id="6" creationId="{00000000-0000-0000-0000-000000000000}"/>
          </ac:graphicFrameMkLst>
        </pc:graphicFrameChg>
        <pc:cxnChg chg="add mod">
          <ac:chgData name="Bracken, Cameron" userId="a43f3142-0322-4519-b527-fe7c16d27e7f" providerId="ADAL" clId="{F1565C76-A83F-5374-AE6A-A76AE62EFF9A}" dt="2026-04-23T16:01:29.160" v="595" actId="1076"/>
          <ac:cxnSpMkLst>
            <pc:docMk/>
            <pc:sldMk cId="0" sldId="262"/>
            <ac:cxnSpMk id="10" creationId="{2DE15ED4-6B42-5DFF-0E14-C4DF2CEC6054}"/>
          </ac:cxnSpMkLst>
        </pc:cxnChg>
        <pc:cxnChg chg="add mod">
          <ac:chgData name="Bracken, Cameron" userId="a43f3142-0322-4519-b527-fe7c16d27e7f" providerId="ADAL" clId="{F1565C76-A83F-5374-AE6A-A76AE62EFF9A}" dt="2026-04-23T16:01:29.160" v="595" actId="1076"/>
          <ac:cxnSpMkLst>
            <pc:docMk/>
            <pc:sldMk cId="0" sldId="262"/>
            <ac:cxnSpMk id="34" creationId="{9F2A1480-FB07-1B8D-FFAC-5B2FD0C691C2}"/>
          </ac:cxnSpMkLst>
        </pc:cxnChg>
      </pc:sldChg>
      <pc:sldChg chg="modSp mod">
        <pc:chgData name="Bracken, Cameron" userId="a43f3142-0322-4519-b527-fe7c16d27e7f" providerId="ADAL" clId="{F1565C76-A83F-5374-AE6A-A76AE62EFF9A}" dt="2026-04-23T16:02:52.361" v="606" actId="14100"/>
        <pc:sldMkLst>
          <pc:docMk/>
          <pc:sldMk cId="0" sldId="263"/>
        </pc:sldMkLst>
        <pc:spChg chg="mod">
          <ac:chgData name="Bracken, Cameron" userId="a43f3142-0322-4519-b527-fe7c16d27e7f" providerId="ADAL" clId="{F1565C76-A83F-5374-AE6A-A76AE62EFF9A}" dt="2026-04-23T16:02:41.588" v="605" actId="115"/>
          <ac:spMkLst>
            <pc:docMk/>
            <pc:sldMk cId="0" sldId="263"/>
            <ac:spMk id="4" creationId="{00000000-0000-0000-0000-000000000000}"/>
          </ac:spMkLst>
        </pc:spChg>
        <pc:picChg chg="mod">
          <ac:chgData name="Bracken, Cameron" userId="a43f3142-0322-4519-b527-fe7c16d27e7f" providerId="ADAL" clId="{F1565C76-A83F-5374-AE6A-A76AE62EFF9A}" dt="2026-04-23T16:02:52.361" v="606" actId="14100"/>
          <ac:picMkLst>
            <pc:docMk/>
            <pc:sldMk cId="0" sldId="263"/>
            <ac:picMk id="3" creationId="{00000000-0000-0000-0000-000000000000}"/>
          </ac:picMkLst>
        </pc:picChg>
      </pc:sldChg>
      <pc:sldChg chg="modSp mod">
        <pc:chgData name="Bracken, Cameron" userId="a43f3142-0322-4519-b527-fe7c16d27e7f" providerId="ADAL" clId="{F1565C76-A83F-5374-AE6A-A76AE62EFF9A}" dt="2026-04-23T15:46:54.330" v="5" actId="12385"/>
        <pc:sldMkLst>
          <pc:docMk/>
          <pc:sldMk cId="0" sldId="264"/>
        </pc:sldMkLst>
        <pc:graphicFrameChg chg="modGraphic">
          <ac:chgData name="Bracken, Cameron" userId="a43f3142-0322-4519-b527-fe7c16d27e7f" providerId="ADAL" clId="{F1565C76-A83F-5374-AE6A-A76AE62EFF9A}" dt="2026-04-23T15:46:54.330" v="5" actId="12385"/>
          <ac:graphicFrameMkLst>
            <pc:docMk/>
            <pc:sldMk cId="0" sldId="264"/>
            <ac:graphicFrameMk id="5" creationId="{A9ACF5B1-497D-6F5B-6294-87A03F24F95C}"/>
          </ac:graphicFrameMkLst>
        </pc:graphicFrameChg>
      </pc:sldChg>
      <pc:sldChg chg="addSp modSp mod">
        <pc:chgData name="Bracken, Cameron" userId="a43f3142-0322-4519-b527-fe7c16d27e7f" providerId="ADAL" clId="{F1565C76-A83F-5374-AE6A-A76AE62EFF9A}" dt="2026-04-23T15:57:57.381" v="242" actId="1076"/>
        <pc:sldMkLst>
          <pc:docMk/>
          <pc:sldMk cId="0" sldId="266"/>
        </pc:sldMkLst>
        <pc:spChg chg="add mod">
          <ac:chgData name="Bracken, Cameron" userId="a43f3142-0322-4519-b527-fe7c16d27e7f" providerId="ADAL" clId="{F1565C76-A83F-5374-AE6A-A76AE62EFF9A}" dt="2026-04-23T15:54:00.154" v="108" actId="1076"/>
          <ac:spMkLst>
            <pc:docMk/>
            <pc:sldMk cId="0" sldId="266"/>
            <ac:spMk id="4" creationId="{24DB3B93-F3F9-F262-E34D-13C0D5BEAAB0}"/>
          </ac:spMkLst>
        </pc:spChg>
        <pc:spChg chg="add mod">
          <ac:chgData name="Bracken, Cameron" userId="a43f3142-0322-4519-b527-fe7c16d27e7f" providerId="ADAL" clId="{F1565C76-A83F-5374-AE6A-A76AE62EFF9A}" dt="2026-04-23T15:57:57.381" v="242" actId="1076"/>
          <ac:spMkLst>
            <pc:docMk/>
            <pc:sldMk cId="0" sldId="266"/>
            <ac:spMk id="5" creationId="{7D4F248F-62F1-D92C-F8B9-0FF39F1245B5}"/>
          </ac:spMkLst>
        </pc:spChg>
        <pc:picChg chg="mod">
          <ac:chgData name="Bracken, Cameron" userId="a43f3142-0322-4519-b527-fe7c16d27e7f" providerId="ADAL" clId="{F1565C76-A83F-5374-AE6A-A76AE62EFF9A}" dt="2026-04-23T15:53:55.098" v="107" actId="1076"/>
          <ac:picMkLst>
            <pc:docMk/>
            <pc:sldMk cId="0" sldId="266"/>
            <ac:picMk id="3" creationId="{00000000-0000-0000-0000-000000000000}"/>
          </ac:picMkLst>
        </pc:picChg>
        <pc:cxnChg chg="add mod">
          <ac:chgData name="Bracken, Cameron" userId="a43f3142-0322-4519-b527-fe7c16d27e7f" providerId="ADAL" clId="{F1565C76-A83F-5374-AE6A-A76AE62EFF9A}" dt="2026-04-23T15:57:57.381" v="242" actId="1076"/>
          <ac:cxnSpMkLst>
            <pc:docMk/>
            <pc:sldMk cId="0" sldId="266"/>
            <ac:cxnSpMk id="6" creationId="{44B9AA0A-FD48-3BDB-4E94-F925B6A8ACBA}"/>
          </ac:cxnSpMkLst>
        </pc:cxnChg>
      </pc:sldChg>
      <pc:sldChg chg="modSp mod">
        <pc:chgData name="Bracken, Cameron" userId="a43f3142-0322-4519-b527-fe7c16d27e7f" providerId="ADAL" clId="{F1565C76-A83F-5374-AE6A-A76AE62EFF9A}" dt="2026-04-23T15:46:59.799" v="6" actId="12385"/>
        <pc:sldMkLst>
          <pc:docMk/>
          <pc:sldMk cId="0" sldId="267"/>
        </pc:sldMkLst>
        <pc:graphicFrameChg chg="modGraphic">
          <ac:chgData name="Bracken, Cameron" userId="a43f3142-0322-4519-b527-fe7c16d27e7f" providerId="ADAL" clId="{F1565C76-A83F-5374-AE6A-A76AE62EFF9A}" dt="2026-04-23T15:46:59.799" v="6" actId="12385"/>
          <ac:graphicFrameMkLst>
            <pc:docMk/>
            <pc:sldMk cId="0" sldId="267"/>
            <ac:graphicFrameMk id="6" creationId="{00000000-0000-0000-0000-000000000000}"/>
          </ac:graphicFrameMkLst>
        </pc:graphicFrameChg>
      </pc:sldChg>
      <pc:sldChg chg="modSp mod">
        <pc:chgData name="Bracken, Cameron" userId="a43f3142-0322-4519-b527-fe7c16d27e7f" providerId="ADAL" clId="{F1565C76-A83F-5374-AE6A-A76AE62EFF9A}" dt="2026-04-23T15:58:49.398" v="378" actId="20577"/>
        <pc:sldMkLst>
          <pc:docMk/>
          <pc:sldMk cId="0" sldId="269"/>
        </pc:sldMkLst>
        <pc:spChg chg="mod">
          <ac:chgData name="Bracken, Cameron" userId="a43f3142-0322-4519-b527-fe7c16d27e7f" providerId="ADAL" clId="{F1565C76-A83F-5374-AE6A-A76AE62EFF9A}" dt="2026-04-23T15:58:49.398" v="378" actId="20577"/>
          <ac:spMkLst>
            <pc:docMk/>
            <pc:sldMk cId="0" sldId="269"/>
            <ac:spMk id="3" creationId="{00000000-0000-0000-0000-000000000000}"/>
          </ac:spMkLst>
        </pc:spChg>
      </pc:sldChg>
    </pc:docChg>
  </pc:docChgLst>
  <pc:docChgLst>
    <pc:chgData name="Rose, Stefan A" userId="2c409195-2a9e-4bb1-a912-0b7dc58c89e4" providerId="ADAL" clId="{BCDCBFD7-098D-5253-8CCB-E93B99093A8F}"/>
    <pc:docChg chg="undo custSel addSld delSld modSld">
      <pc:chgData name="Rose, Stefan A" userId="2c409195-2a9e-4bb1-a912-0b7dc58c89e4" providerId="ADAL" clId="{BCDCBFD7-098D-5253-8CCB-E93B99093A8F}" dt="2026-04-22T22:38:40.516" v="906" actId="403"/>
      <pc:docMkLst>
        <pc:docMk/>
      </pc:docMkLst>
      <pc:sldChg chg="addSp delSp modSp mod modClrScheme chgLayout">
        <pc:chgData name="Rose, Stefan A" userId="2c409195-2a9e-4bb1-a912-0b7dc58c89e4" providerId="ADAL" clId="{BCDCBFD7-098D-5253-8CCB-E93B99093A8F}" dt="2026-04-21T22:07:50.137" v="88" actId="1076"/>
        <pc:sldMkLst>
          <pc:docMk/>
          <pc:sldMk cId="0" sldId="256"/>
        </pc:sldMkLst>
        <pc:spChg chg="mod ord">
          <ac:chgData name="Rose, Stefan A" userId="2c409195-2a9e-4bb1-a912-0b7dc58c89e4" providerId="ADAL" clId="{BCDCBFD7-098D-5253-8CCB-E93B99093A8F}" dt="2026-04-21T22:05:20.357" v="49" actId="700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Rose, Stefan A" userId="2c409195-2a9e-4bb1-a912-0b7dc58c89e4" providerId="ADAL" clId="{BCDCBFD7-098D-5253-8CCB-E93B99093A8F}" dt="2026-04-21T22:07:50.137" v="88" actId="1076"/>
          <ac:spMkLst>
            <pc:docMk/>
            <pc:sldMk cId="0" sldId="256"/>
            <ac:spMk id="3" creationId="{00000000-0000-0000-0000-000000000000}"/>
          </ac:spMkLst>
        </pc:spChg>
        <pc:spChg chg="mod ord">
          <ac:chgData name="Rose, Stefan A" userId="2c409195-2a9e-4bb1-a912-0b7dc58c89e4" providerId="ADAL" clId="{BCDCBFD7-098D-5253-8CCB-E93B99093A8F}" dt="2026-04-21T22:06:39.941" v="61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 modClrScheme chgLayout modNotesTx">
        <pc:chgData name="Rose, Stefan A" userId="2c409195-2a9e-4bb1-a912-0b7dc58c89e4" providerId="ADAL" clId="{BCDCBFD7-098D-5253-8CCB-E93B99093A8F}" dt="2026-04-21T22:54:45.889" v="312" actId="20577"/>
        <pc:sldMkLst>
          <pc:docMk/>
          <pc:sldMk cId="0" sldId="257"/>
        </pc:sldMkLst>
        <pc:spChg chg="mod ord">
          <ac:chgData name="Rose, Stefan A" userId="2c409195-2a9e-4bb1-a912-0b7dc58c89e4" providerId="ADAL" clId="{BCDCBFD7-098D-5253-8CCB-E93B99093A8F}" dt="2026-04-21T22:08:01.036" v="89" actId="700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Rose, Stefan A" userId="2c409195-2a9e-4bb1-a912-0b7dc58c89e4" providerId="ADAL" clId="{BCDCBFD7-098D-5253-8CCB-E93B99093A8F}" dt="2026-04-21T22:08:28.351" v="97" actId="14100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Rose, Stefan A" userId="2c409195-2a9e-4bb1-a912-0b7dc58c89e4" providerId="ADAL" clId="{BCDCBFD7-098D-5253-8CCB-E93B99093A8F}" dt="2026-04-21T22:18:19.551" v="190" actId="1076"/>
          <ac:spMkLst>
            <pc:docMk/>
            <pc:sldMk cId="0" sldId="257"/>
            <ac:spMk id="5" creationId="{B943D0B1-2260-26B5-7A3A-C080AFFE4352}"/>
          </ac:spMkLst>
        </pc:spChg>
        <pc:graphicFrameChg chg="add mod">
          <ac:chgData name="Rose, Stefan A" userId="2c409195-2a9e-4bb1-a912-0b7dc58c89e4" providerId="ADAL" clId="{BCDCBFD7-098D-5253-8CCB-E93B99093A8F}" dt="2026-04-21T22:08:35.254" v="98" actId="1076"/>
          <ac:graphicFrameMkLst>
            <pc:docMk/>
            <pc:sldMk cId="0" sldId="257"/>
            <ac:graphicFrameMk id="4" creationId="{9EA64D44-7706-13B1-12D6-F73339F21F7C}"/>
          </ac:graphicFrameMkLst>
        </pc:graphicFrameChg>
        <pc:picChg chg="add mod">
          <ac:chgData name="Rose, Stefan A" userId="2c409195-2a9e-4bb1-a912-0b7dc58c89e4" providerId="ADAL" clId="{BCDCBFD7-098D-5253-8CCB-E93B99093A8F}" dt="2026-04-21T22:17:53.728" v="186" actId="14100"/>
          <ac:picMkLst>
            <pc:docMk/>
            <pc:sldMk cId="0" sldId="257"/>
            <ac:picMk id="1028" creationId="{8CC200E5-3ABC-1AE6-0EA9-0A306C8AD4CE}"/>
          </ac:picMkLst>
        </pc:picChg>
      </pc:sldChg>
      <pc:sldChg chg="modSp mod modClrScheme chgLayout modNotesTx">
        <pc:chgData name="Rose, Stefan A" userId="2c409195-2a9e-4bb1-a912-0b7dc58c89e4" providerId="ADAL" clId="{BCDCBFD7-098D-5253-8CCB-E93B99093A8F}" dt="2026-04-21T22:54:51.923" v="322" actId="20577"/>
        <pc:sldMkLst>
          <pc:docMk/>
          <pc:sldMk cId="0" sldId="259"/>
        </pc:sldMkLst>
        <pc:spChg chg="mod ord">
          <ac:chgData name="Rose, Stefan A" userId="2c409195-2a9e-4bb1-a912-0b7dc58c89e4" providerId="ADAL" clId="{BCDCBFD7-098D-5253-8CCB-E93B99093A8F}" dt="2026-04-21T22:08:49.905" v="99" actId="700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Rose, Stefan A" userId="2c409195-2a9e-4bb1-a912-0b7dc58c89e4" providerId="ADAL" clId="{BCDCBFD7-098D-5253-8CCB-E93B99093A8F}" dt="2026-04-21T22:09:34.274" v="113" actId="14100"/>
          <ac:spMkLst>
            <pc:docMk/>
            <pc:sldMk cId="0" sldId="259"/>
            <ac:spMk id="3" creationId="{00000000-0000-0000-0000-000000000000}"/>
          </ac:spMkLst>
        </pc:spChg>
        <pc:spChg chg="mod ord">
          <ac:chgData name="Rose, Stefan A" userId="2c409195-2a9e-4bb1-a912-0b7dc58c89e4" providerId="ADAL" clId="{BCDCBFD7-098D-5253-8CCB-E93B99093A8F}" dt="2026-04-21T22:09:20.970" v="107" actId="1076"/>
          <ac:spMkLst>
            <pc:docMk/>
            <pc:sldMk cId="0" sldId="259"/>
            <ac:spMk id="5" creationId="{00000000-0000-0000-0000-000000000000}"/>
          </ac:spMkLst>
        </pc:spChg>
        <pc:graphicFrameChg chg="mod ord modGraphic">
          <ac:chgData name="Rose, Stefan A" userId="2c409195-2a9e-4bb1-a912-0b7dc58c89e4" providerId="ADAL" clId="{BCDCBFD7-098D-5253-8CCB-E93B99093A8F}" dt="2026-04-21T22:09:38.958" v="114" actId="1076"/>
          <ac:graphicFrameMkLst>
            <pc:docMk/>
            <pc:sldMk cId="0" sldId="259"/>
            <ac:graphicFrameMk id="6" creationId="{00000000-0000-0000-0000-000000000000}"/>
          </ac:graphicFrameMkLst>
        </pc:graphicFrameChg>
        <pc:picChg chg="mod">
          <ac:chgData name="Rose, Stefan A" userId="2c409195-2a9e-4bb1-a912-0b7dc58c89e4" providerId="ADAL" clId="{BCDCBFD7-098D-5253-8CCB-E93B99093A8F}" dt="2026-04-21T22:09:16.001" v="106" actId="1076"/>
          <ac:picMkLst>
            <pc:docMk/>
            <pc:sldMk cId="0" sldId="259"/>
            <ac:picMk id="4" creationId="{00000000-0000-0000-0000-000000000000}"/>
          </ac:picMkLst>
        </pc:picChg>
      </pc:sldChg>
      <pc:sldChg chg="addSp modSp mod modClrScheme chgLayout modNotesTx">
        <pc:chgData name="Rose, Stefan A" userId="2c409195-2a9e-4bb1-a912-0b7dc58c89e4" providerId="ADAL" clId="{BCDCBFD7-098D-5253-8CCB-E93B99093A8F}" dt="2026-04-21T22:54:59.108" v="332" actId="20577"/>
        <pc:sldMkLst>
          <pc:docMk/>
          <pc:sldMk cId="0" sldId="260"/>
        </pc:sldMkLst>
        <pc:spChg chg="mod ord">
          <ac:chgData name="Rose, Stefan A" userId="2c409195-2a9e-4bb1-a912-0b7dc58c89e4" providerId="ADAL" clId="{BCDCBFD7-098D-5253-8CCB-E93B99093A8F}" dt="2026-04-21T22:09:46.744" v="115" actId="700"/>
          <ac:spMkLst>
            <pc:docMk/>
            <pc:sldMk cId="0" sldId="260"/>
            <ac:spMk id="2" creationId="{00000000-0000-0000-0000-000000000000}"/>
          </ac:spMkLst>
        </pc:spChg>
        <pc:spChg chg="add mod ord">
          <ac:chgData name="Rose, Stefan A" userId="2c409195-2a9e-4bb1-a912-0b7dc58c89e4" providerId="ADAL" clId="{BCDCBFD7-098D-5253-8CCB-E93B99093A8F}" dt="2026-04-21T22:09:54.266" v="116" actId="14100"/>
          <ac:spMkLst>
            <pc:docMk/>
            <pc:sldMk cId="0" sldId="260"/>
            <ac:spMk id="4" creationId="{D9592F62-8C25-485B-FC86-10C950702E2C}"/>
          </ac:spMkLst>
        </pc:spChg>
        <pc:picChg chg="mod">
          <ac:chgData name="Rose, Stefan A" userId="2c409195-2a9e-4bb1-a912-0b7dc58c89e4" providerId="ADAL" clId="{BCDCBFD7-098D-5253-8CCB-E93B99093A8F}" dt="2026-04-21T21:40:59.474" v="21" actId="1076"/>
          <ac:picMkLst>
            <pc:docMk/>
            <pc:sldMk cId="0" sldId="260"/>
            <ac:picMk id="3" creationId="{00000000-0000-0000-0000-000000000000}"/>
          </ac:picMkLst>
        </pc:picChg>
      </pc:sldChg>
      <pc:sldChg chg="modSp mod modClrScheme chgLayout modNotesTx">
        <pc:chgData name="Rose, Stefan A" userId="2c409195-2a9e-4bb1-a912-0b7dc58c89e4" providerId="ADAL" clId="{BCDCBFD7-098D-5253-8CCB-E93B99093A8F}" dt="2026-04-21T22:55:04.930" v="342" actId="20577"/>
        <pc:sldMkLst>
          <pc:docMk/>
          <pc:sldMk cId="0" sldId="262"/>
        </pc:sldMkLst>
        <pc:spChg chg="mod ord">
          <ac:chgData name="Rose, Stefan A" userId="2c409195-2a9e-4bb1-a912-0b7dc58c89e4" providerId="ADAL" clId="{BCDCBFD7-098D-5253-8CCB-E93B99093A8F}" dt="2026-04-21T22:10:25.149" v="120" actId="700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Rose, Stefan A" userId="2c409195-2a9e-4bb1-a912-0b7dc58c89e4" providerId="ADAL" clId="{BCDCBFD7-098D-5253-8CCB-E93B99093A8F}" dt="2026-04-21T22:12:57.362" v="151" actId="1076"/>
          <ac:spMkLst>
            <pc:docMk/>
            <pc:sldMk cId="0" sldId="262"/>
            <ac:spMk id="4" creationId="{00000000-0000-0000-0000-000000000000}"/>
          </ac:spMkLst>
        </pc:spChg>
        <pc:spChg chg="mod ord">
          <ac:chgData name="Rose, Stefan A" userId="2c409195-2a9e-4bb1-a912-0b7dc58c89e4" providerId="ADAL" clId="{BCDCBFD7-098D-5253-8CCB-E93B99093A8F}" dt="2026-04-21T22:12:32.476" v="144" actId="1076"/>
          <ac:spMkLst>
            <pc:docMk/>
            <pc:sldMk cId="0" sldId="262"/>
            <ac:spMk id="5" creationId="{00000000-0000-0000-0000-000000000000}"/>
          </ac:spMkLst>
        </pc:spChg>
        <pc:graphicFrameChg chg="mod ord modGraphic">
          <ac:chgData name="Rose, Stefan A" userId="2c409195-2a9e-4bb1-a912-0b7dc58c89e4" providerId="ADAL" clId="{BCDCBFD7-098D-5253-8CCB-E93B99093A8F}" dt="2026-04-21T22:11:29.111" v="134" actId="1076"/>
          <ac:graphicFrameMkLst>
            <pc:docMk/>
            <pc:sldMk cId="0" sldId="262"/>
            <ac:graphicFrameMk id="6" creationId="{00000000-0000-0000-0000-000000000000}"/>
          </ac:graphicFrameMkLst>
        </pc:graphicFrameChg>
        <pc:picChg chg="mod">
          <ac:chgData name="Rose, Stefan A" userId="2c409195-2a9e-4bb1-a912-0b7dc58c89e4" providerId="ADAL" clId="{BCDCBFD7-098D-5253-8CCB-E93B99093A8F}" dt="2026-04-21T22:11:07.640" v="129" actId="1076"/>
          <ac:picMkLst>
            <pc:docMk/>
            <pc:sldMk cId="0" sldId="262"/>
            <ac:picMk id="3" creationId="{00000000-0000-0000-0000-000000000000}"/>
          </ac:picMkLst>
        </pc:picChg>
      </pc:sldChg>
      <pc:sldChg chg="modSp mod modClrScheme chgLayout modNotesTx">
        <pc:chgData name="Rose, Stefan A" userId="2c409195-2a9e-4bb1-a912-0b7dc58c89e4" providerId="ADAL" clId="{BCDCBFD7-098D-5253-8CCB-E93B99093A8F}" dt="2026-04-21T22:55:14.677" v="356" actId="20577"/>
        <pc:sldMkLst>
          <pc:docMk/>
          <pc:sldMk cId="0" sldId="263"/>
        </pc:sldMkLst>
        <pc:spChg chg="mod ord">
          <ac:chgData name="Rose, Stefan A" userId="2c409195-2a9e-4bb1-a912-0b7dc58c89e4" providerId="ADAL" clId="{BCDCBFD7-098D-5253-8CCB-E93B99093A8F}" dt="2026-04-21T22:11:49.066" v="136" actId="700"/>
          <ac:spMkLst>
            <pc:docMk/>
            <pc:sldMk cId="0" sldId="263"/>
            <ac:spMk id="2" creationId="{00000000-0000-0000-0000-000000000000}"/>
          </ac:spMkLst>
        </pc:spChg>
        <pc:spChg chg="mod ord">
          <ac:chgData name="Rose, Stefan A" userId="2c409195-2a9e-4bb1-a912-0b7dc58c89e4" providerId="ADAL" clId="{BCDCBFD7-098D-5253-8CCB-E93B99093A8F}" dt="2026-04-21T22:11:49.081" v="138" actId="27636"/>
          <ac:spMkLst>
            <pc:docMk/>
            <pc:sldMk cId="0" sldId="263"/>
            <ac:spMk id="4" creationId="{00000000-0000-0000-0000-000000000000}"/>
          </ac:spMkLst>
        </pc:spChg>
        <pc:spChg chg="mod ord">
          <ac:chgData name="Rose, Stefan A" userId="2c409195-2a9e-4bb1-a912-0b7dc58c89e4" providerId="ADAL" clId="{BCDCBFD7-098D-5253-8CCB-E93B99093A8F}" dt="2026-04-21T22:13:10.855" v="153" actId="14100"/>
          <ac:spMkLst>
            <pc:docMk/>
            <pc:sldMk cId="0" sldId="263"/>
            <ac:spMk id="5" creationId="{00000000-0000-0000-0000-000000000000}"/>
          </ac:spMkLst>
        </pc:spChg>
        <pc:picChg chg="mod">
          <ac:chgData name="Rose, Stefan A" userId="2c409195-2a9e-4bb1-a912-0b7dc58c89e4" providerId="ADAL" clId="{BCDCBFD7-098D-5253-8CCB-E93B99093A8F}" dt="2026-04-21T22:13:06.533" v="152" actId="1076"/>
          <ac:picMkLst>
            <pc:docMk/>
            <pc:sldMk cId="0" sldId="263"/>
            <ac:picMk id="3" creationId="{00000000-0000-0000-0000-000000000000}"/>
          </ac:picMkLst>
        </pc:picChg>
      </pc:sldChg>
      <pc:sldChg chg="addSp modSp mod modClrScheme chgLayout modNotesTx">
        <pc:chgData name="Rose, Stefan A" userId="2c409195-2a9e-4bb1-a912-0b7dc58c89e4" providerId="ADAL" clId="{BCDCBFD7-098D-5253-8CCB-E93B99093A8F}" dt="2026-04-22T22:20:31.989" v="389" actId="14100"/>
        <pc:sldMkLst>
          <pc:docMk/>
          <pc:sldMk cId="0" sldId="264"/>
        </pc:sldMkLst>
        <pc:spChg chg="mod ord">
          <ac:chgData name="Rose, Stefan A" userId="2c409195-2a9e-4bb1-a912-0b7dc58c89e4" providerId="ADAL" clId="{BCDCBFD7-098D-5253-8CCB-E93B99093A8F}" dt="2026-04-21T22:13:25.819" v="155" actId="700"/>
          <ac:spMkLst>
            <pc:docMk/>
            <pc:sldMk cId="0" sldId="264"/>
            <ac:spMk id="2" creationId="{00000000-0000-0000-0000-000000000000}"/>
          </ac:spMkLst>
        </pc:spChg>
        <pc:spChg chg="mod ord">
          <ac:chgData name="Rose, Stefan A" userId="2c409195-2a9e-4bb1-a912-0b7dc58c89e4" providerId="ADAL" clId="{BCDCBFD7-098D-5253-8CCB-E93B99093A8F}" dt="2026-04-21T22:13:25.819" v="155" actId="700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Rose, Stefan A" userId="2c409195-2a9e-4bb1-a912-0b7dc58c89e4" providerId="ADAL" clId="{BCDCBFD7-098D-5253-8CCB-E93B99093A8F}" dt="2026-04-22T22:20:31.989" v="389" actId="14100"/>
          <ac:spMkLst>
            <pc:docMk/>
            <pc:sldMk cId="0" sldId="264"/>
            <ac:spMk id="4" creationId="{97D9C572-B4D2-7366-59AA-F927A27DD261}"/>
          </ac:spMkLst>
        </pc:spChg>
        <pc:graphicFrameChg chg="add mod">
          <ac:chgData name="Rose, Stefan A" userId="2c409195-2a9e-4bb1-a912-0b7dc58c89e4" providerId="ADAL" clId="{BCDCBFD7-098D-5253-8CCB-E93B99093A8F}" dt="2026-04-21T22:14:08.871" v="162" actId="1076"/>
          <ac:graphicFrameMkLst>
            <pc:docMk/>
            <pc:sldMk cId="0" sldId="264"/>
            <ac:graphicFrameMk id="5" creationId="{A9ACF5B1-497D-6F5B-6294-87A03F24F95C}"/>
          </ac:graphicFrameMkLst>
        </pc:graphicFrameChg>
      </pc:sldChg>
      <pc:sldChg chg="addSp delSp modSp mod modClrScheme chgLayout modNotesTx">
        <pc:chgData name="Rose, Stefan A" userId="2c409195-2a9e-4bb1-a912-0b7dc58c89e4" providerId="ADAL" clId="{BCDCBFD7-098D-5253-8CCB-E93B99093A8F}" dt="2026-04-21T22:50:45.796" v="296" actId="20577"/>
        <pc:sldMkLst>
          <pc:docMk/>
          <pc:sldMk cId="0" sldId="266"/>
        </pc:sldMkLst>
        <pc:spChg chg="mod ord">
          <ac:chgData name="Rose, Stefan A" userId="2c409195-2a9e-4bb1-a912-0b7dc58c89e4" providerId="ADAL" clId="{BCDCBFD7-098D-5253-8CCB-E93B99093A8F}" dt="2026-04-21T22:14:18.641" v="163" actId="700"/>
          <ac:spMkLst>
            <pc:docMk/>
            <pc:sldMk cId="0" sldId="266"/>
            <ac:spMk id="2" creationId="{00000000-0000-0000-0000-000000000000}"/>
          </ac:spMkLst>
        </pc:spChg>
        <pc:picChg chg="mod">
          <ac:chgData name="Rose, Stefan A" userId="2c409195-2a9e-4bb1-a912-0b7dc58c89e4" providerId="ADAL" clId="{BCDCBFD7-098D-5253-8CCB-E93B99093A8F}" dt="2026-04-21T22:14:25.412" v="165" actId="1076"/>
          <ac:picMkLst>
            <pc:docMk/>
            <pc:sldMk cId="0" sldId="266"/>
            <ac:picMk id="3" creationId="{00000000-0000-0000-0000-000000000000}"/>
          </ac:picMkLst>
        </pc:picChg>
      </pc:sldChg>
      <pc:sldChg chg="modSp mod modClrScheme chgLayout modNotesTx">
        <pc:chgData name="Rose, Stefan A" userId="2c409195-2a9e-4bb1-a912-0b7dc58c89e4" providerId="ADAL" clId="{BCDCBFD7-098D-5253-8CCB-E93B99093A8F}" dt="2026-04-21T22:55:25.537" v="375" actId="20577"/>
        <pc:sldMkLst>
          <pc:docMk/>
          <pc:sldMk cId="0" sldId="267"/>
        </pc:sldMkLst>
        <pc:spChg chg="mod ord">
          <ac:chgData name="Rose, Stefan A" userId="2c409195-2a9e-4bb1-a912-0b7dc58c89e4" providerId="ADAL" clId="{BCDCBFD7-098D-5253-8CCB-E93B99093A8F}" dt="2026-04-21T22:14:33.059" v="166" actId="700"/>
          <ac:spMkLst>
            <pc:docMk/>
            <pc:sldMk cId="0" sldId="267"/>
            <ac:spMk id="2" creationId="{00000000-0000-0000-0000-000000000000}"/>
          </ac:spMkLst>
        </pc:spChg>
        <pc:spChg chg="mod ord">
          <ac:chgData name="Rose, Stefan A" userId="2c409195-2a9e-4bb1-a912-0b7dc58c89e4" providerId="ADAL" clId="{BCDCBFD7-098D-5253-8CCB-E93B99093A8F}" dt="2026-04-21T22:14:52.175" v="169" actId="1076"/>
          <ac:spMkLst>
            <pc:docMk/>
            <pc:sldMk cId="0" sldId="267"/>
            <ac:spMk id="4" creationId="{00000000-0000-0000-0000-000000000000}"/>
          </ac:spMkLst>
        </pc:spChg>
        <pc:graphicFrameChg chg="mod ord modGraphic">
          <ac:chgData name="Rose, Stefan A" userId="2c409195-2a9e-4bb1-a912-0b7dc58c89e4" providerId="ADAL" clId="{BCDCBFD7-098D-5253-8CCB-E93B99093A8F}" dt="2026-04-21T22:15:01.998" v="170" actId="14100"/>
          <ac:graphicFrameMkLst>
            <pc:docMk/>
            <pc:sldMk cId="0" sldId="267"/>
            <ac:graphicFrameMk id="6" creationId="{00000000-0000-0000-0000-000000000000}"/>
          </ac:graphicFrameMkLst>
        </pc:graphicFrameChg>
      </pc:sldChg>
      <pc:sldChg chg="modSp mod modClrScheme chgLayout modNotesTx">
        <pc:chgData name="Rose, Stefan A" userId="2c409195-2a9e-4bb1-a912-0b7dc58c89e4" providerId="ADAL" clId="{BCDCBFD7-098D-5253-8CCB-E93B99093A8F}" dt="2026-04-21T22:55:30.042" v="384" actId="20577"/>
        <pc:sldMkLst>
          <pc:docMk/>
          <pc:sldMk cId="0" sldId="268"/>
        </pc:sldMkLst>
        <pc:spChg chg="mod ord">
          <ac:chgData name="Rose, Stefan A" userId="2c409195-2a9e-4bb1-a912-0b7dc58c89e4" providerId="ADAL" clId="{BCDCBFD7-098D-5253-8CCB-E93B99093A8F}" dt="2026-04-21T22:15:12.963" v="171" actId="700"/>
          <ac:spMkLst>
            <pc:docMk/>
            <pc:sldMk cId="0" sldId="268"/>
            <ac:spMk id="2" creationId="{00000000-0000-0000-0000-000000000000}"/>
          </ac:spMkLst>
        </pc:spChg>
        <pc:spChg chg="mod ord">
          <ac:chgData name="Rose, Stefan A" userId="2c409195-2a9e-4bb1-a912-0b7dc58c89e4" providerId="ADAL" clId="{BCDCBFD7-098D-5253-8CCB-E93B99093A8F}" dt="2026-04-21T22:15:21.674" v="174" actId="14100"/>
          <ac:spMkLst>
            <pc:docMk/>
            <pc:sldMk cId="0" sldId="268"/>
            <ac:spMk id="3" creationId="{00000000-0000-0000-0000-000000000000}"/>
          </ac:spMkLst>
        </pc:spChg>
        <pc:spChg chg="mod ord">
          <ac:chgData name="Rose, Stefan A" userId="2c409195-2a9e-4bb1-a912-0b7dc58c89e4" providerId="ADAL" clId="{BCDCBFD7-098D-5253-8CCB-E93B99093A8F}" dt="2026-04-21T22:15:12.963" v="171" actId="700"/>
          <ac:spMkLst>
            <pc:docMk/>
            <pc:sldMk cId="0" sldId="268"/>
            <ac:spMk id="4" creationId="{00000000-0000-0000-0000-000000000000}"/>
          </ac:spMkLst>
        </pc:spChg>
      </pc:sldChg>
      <pc:sldChg chg="modSp mod modClrScheme chgLayout modNotesTx">
        <pc:chgData name="Rose, Stefan A" userId="2c409195-2a9e-4bb1-a912-0b7dc58c89e4" providerId="ADAL" clId="{BCDCBFD7-098D-5253-8CCB-E93B99093A8F}" dt="2026-04-22T22:38:40.516" v="906" actId="403"/>
        <pc:sldMkLst>
          <pc:docMk/>
          <pc:sldMk cId="0" sldId="269"/>
        </pc:sldMkLst>
        <pc:spChg chg="mod ord">
          <ac:chgData name="Rose, Stefan A" userId="2c409195-2a9e-4bb1-a912-0b7dc58c89e4" providerId="ADAL" clId="{BCDCBFD7-098D-5253-8CCB-E93B99093A8F}" dt="2026-04-21T22:15:27.583" v="175" actId="700"/>
          <ac:spMkLst>
            <pc:docMk/>
            <pc:sldMk cId="0" sldId="269"/>
            <ac:spMk id="2" creationId="{00000000-0000-0000-0000-000000000000}"/>
          </ac:spMkLst>
        </pc:spChg>
        <pc:spChg chg="mod ord">
          <ac:chgData name="Rose, Stefan A" userId="2c409195-2a9e-4bb1-a912-0b7dc58c89e4" providerId="ADAL" clId="{BCDCBFD7-098D-5253-8CCB-E93B99093A8F}" dt="2026-04-22T22:38:40.516" v="906" actId="403"/>
          <ac:spMkLst>
            <pc:docMk/>
            <pc:sldMk cId="0" sldId="26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Cameron - The Dalles is the primary control point on the Columbia. Naturalized flow removes reservoir regulation so we’re modeling actual basin water supply. Success bar: beat the historical average on held-out test years.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73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Cameron - </a:t>
            </a:r>
            <a:r>
              <a:rPr dirty="0"/>
              <a:t>Snowpack dominates (r = 0.79) but ENSO phase modulates the SWE–runoff relationship. La Niña enhances PNW </a:t>
            </a:r>
            <a:r>
              <a:rPr dirty="0" err="1"/>
              <a:t>precip</a:t>
            </a:r>
            <a:r>
              <a:rPr dirty="0"/>
              <a:t>; El Niño suppresses it. This scatter plot drove our feature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Cameron - The temporal split is the key design decision. LOYO CV means hyperparameters were tuned without ever seeing the 6 test years — mirrors how operational April 1 forecasts 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60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Cameron - </a:t>
            </a:r>
            <a:r>
              <a:rPr dirty="0"/>
              <a:t>Simple linear model won. Apr 1 SWE is linearly correlated with spring runoff (r = 0.79), so linearity is physically correct. </a:t>
            </a:r>
            <a:r>
              <a:rPr dirty="0" err="1"/>
              <a:t>XGBoost</a:t>
            </a:r>
            <a:r>
              <a:rPr dirty="0"/>
              <a:t> would likely close the gap with a longer training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Cameron - </a:t>
            </a:r>
            <a:r>
              <a:rPr dirty="0"/>
              <a:t>By Jan–Mar, antecedent flow integrates more current information than the Oct–Mar volume. NRCS forecasters independently prioritize snowpack + antecedent flow — our model reproduced that hierarchy without being told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Amanda - We adapted a classification tutorial to a regression task. Strict JSON output gave 100% parse success. Tested zero-shot and few-shot, using the better-performing version per model in the benchmark.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5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0" dirty="0"/>
              <a:t>Amanda - N</a:t>
            </a:r>
            <a:r>
              <a:rPr dirty="0"/>
              <a:t>ote the flat lines for the Phi models — anchoring near climatology regardless of inputs. Gemma (12B) tracks the signal much better. Scale matters more than prompt engineering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Stefan - </a:t>
            </a:r>
            <a:r>
              <a:rPr dirty="0"/>
              <a:t>WY 2017 wet year: MLR predicted 57,557 ✓, Phi-mini-</a:t>
            </a:r>
            <a:r>
              <a:rPr dirty="0" err="1"/>
              <a:t>MoE</a:t>
            </a:r>
            <a:r>
              <a:rPr dirty="0"/>
              <a:t> predicted 40,000 ✗. Even gemma partially competes with tuned </a:t>
            </a:r>
            <a:r>
              <a:rPr dirty="0" err="1"/>
              <a:t>XGBoost</a:t>
            </a:r>
            <a:r>
              <a:rPr dirty="0"/>
              <a:t> — a fine-tuned domain LLM would likely do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Stefan - </a:t>
            </a:r>
            <a:r>
              <a:rPr dirty="0"/>
              <a:t>WY 2015 is the most important failure operationally. The LLM limitation is structural. Fine-tuning on BPA/SNOTEL data would likely close the gap significantly.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All three</a:t>
            </a:r>
            <a:r>
              <a:t> — go around </a:t>
            </a:r>
            <a:r>
              <a:rPr lang="en-US" dirty="0"/>
              <a:t>to discuss personal lessons learned</a:t>
            </a:r>
            <a:r>
              <a:t>. Stefan</a:t>
            </a:r>
            <a:r>
              <a:rPr lang="en-US" dirty="0"/>
              <a:t> to start and discuss previous bullets before professional development.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_Plain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36B83B-A5E4-524E-96A9-DFC12D58F12A}"/>
              </a:ext>
            </a:extLst>
          </p:cNvPr>
          <p:cNvSpPr/>
          <p:nvPr/>
        </p:nvSpPr>
        <p:spPr>
          <a:xfrm>
            <a:off x="571500" y="0"/>
            <a:ext cx="3429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1DF1AC-1D08-B945-A034-B740A35902F9}"/>
              </a:ext>
            </a:extLst>
          </p:cNvPr>
          <p:cNvSpPr txBox="1"/>
          <p:nvPr/>
        </p:nvSpPr>
        <p:spPr>
          <a:xfrm>
            <a:off x="857250" y="4714875"/>
            <a:ext cx="2286000" cy="1428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spcAft>
                <a:spcPts val="375"/>
              </a:spcAft>
            </a:pPr>
            <a:r>
              <a:rPr lang="en-US" sz="500" dirty="0">
                <a:solidFill>
                  <a:srgbClr val="616265">
                    <a:alpha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PNNL is operated by Battelle for the U.S. Department of Energy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714500"/>
            <a:ext cx="2857500" cy="1143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r">
              <a:defRPr sz="3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061D5F4-8719-384B-945C-9A27060F99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6581" y="3543300"/>
            <a:ext cx="2857500" cy="17145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r">
              <a:buNone/>
              <a:defRPr sz="1125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add presenter’s name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3E2D432E-6648-6643-9C6E-38B1EFF5EE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7250" y="3739598"/>
            <a:ext cx="2857500" cy="17145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r">
              <a:buNone/>
              <a:defRPr sz="1000">
                <a:solidFill>
                  <a:srgbClr val="61626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add presenter’s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5389B-4BB4-1644-9B7E-35A85D0C1E3B}"/>
              </a:ext>
            </a:extLst>
          </p:cNvPr>
          <p:cNvSpPr txBox="1"/>
          <p:nvPr/>
        </p:nvSpPr>
        <p:spPr>
          <a:xfrm>
            <a:off x="2319131" y="-778565"/>
            <a:ext cx="184731" cy="265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25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A7D3E1-BCC3-C843-81A0-EA4EDFB44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8590"/>
            <a:ext cx="800100" cy="7807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617363-F73D-B74F-9647-C9D747AC70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7994" y="4492784"/>
            <a:ext cx="628650" cy="1804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90C8FB-601C-A04C-84F7-213A857D3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166" y="4534414"/>
            <a:ext cx="581131" cy="97155"/>
          </a:xfrm>
          <a:prstGeom prst="rect">
            <a:avLst/>
          </a:prstGeom>
        </p:spPr>
      </p:pic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9D9DB338-5D5C-4ACA-9ECF-C3E34C441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57276" y="3072278"/>
            <a:ext cx="205680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4/21/26</a:t>
            </a:fld>
            <a:endParaRPr lang="en-US"/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F55B65E8-4040-44D0-A4FE-A050FD948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3149" y="4831324"/>
            <a:ext cx="30857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78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/>
        </p:nvSpPr>
        <p:spPr>
          <a:xfrm>
            <a:off x="3143250" y="0"/>
            <a:ext cx="600075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6026595-8D7E-D24C-9263-B65316A326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00500" y="285750"/>
            <a:ext cx="4857750" cy="45720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3338E046-DF9E-FC49-A812-491AB80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436" y="4857750"/>
            <a:ext cx="283264" cy="2857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75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D0CE8D1-2F12-5A44-A6B5-2CD466F52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00500" y="4286250"/>
            <a:ext cx="4857750" cy="571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99B87A2-8960-403D-AE0D-D54946272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7250" y="1434703"/>
            <a:ext cx="2857501" cy="994172"/>
          </a:xfrm>
          <a:prstGeom prst="rect">
            <a:avLst/>
          </a:prstGeom>
        </p:spPr>
        <p:txBody>
          <a:bodyPr lIns="0" anchor="b"/>
          <a:lstStyle>
            <a:lvl1pPr>
              <a:defRPr lang="en-US" sz="225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29354FF4-9871-4E1B-A45A-ABAA2BE2B69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71537" y="2733146"/>
            <a:ext cx="2857500" cy="2143125"/>
          </a:xfrm>
          <a:prstGeom prst="rect">
            <a:avLst/>
          </a:prstGeom>
        </p:spPr>
        <p:txBody>
          <a:bodyPr/>
          <a:lstStyle>
            <a:lvl1pPr>
              <a:defRPr sz="1750"/>
            </a:lvl1pPr>
            <a:lvl2pPr marL="514350" indent="-171450">
              <a:buFont typeface="Wingdings" panose="05000000000000000000" pitchFamily="2" charset="2"/>
              <a:buChar char="§"/>
              <a:defRPr sz="1500"/>
            </a:lvl2pPr>
            <a:lvl3pPr marL="857250" indent="-171450">
              <a:buFont typeface="Wingdings" panose="05000000000000000000" pitchFamily="2" charset="2"/>
              <a:buChar char="ü"/>
              <a:defRPr sz="1250"/>
            </a:lvl3pPr>
            <a:lvl4pPr>
              <a:defRPr sz="1125"/>
            </a:lvl4pPr>
            <a:lvl5pPr marL="1543050" indent="-171450">
              <a:buFont typeface="Wingdings" panose="05000000000000000000" pitchFamily="2" charset="2"/>
              <a:buChar char="§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47EFCEB6-2E27-4C42-A1E5-AC8A8BA83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89631" y="4871972"/>
            <a:ext cx="1942504" cy="2715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4/21/26</a:t>
            </a:fld>
            <a:endParaRPr lang="en-US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A86FAFB9-0DC0-4AB0-9E8B-6EC7C8ABA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779" y="4857750"/>
            <a:ext cx="750488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317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/>
        </p:nvSpPr>
        <p:spPr>
          <a:xfrm>
            <a:off x="3143250" y="0"/>
            <a:ext cx="600075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3338E046-DF9E-FC49-A812-491AB80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436" y="4857750"/>
            <a:ext cx="283264" cy="2857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75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F0C408BC-A7DE-4A08-AD26-56414D2DD80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019151" y="285749"/>
            <a:ext cx="4857750" cy="4572000"/>
          </a:xfrm>
          <a:prstGeom prst="rect">
            <a:avLst/>
          </a:prstGeom>
        </p:spPr>
        <p:txBody>
          <a:bodyPr/>
          <a:lstStyle>
            <a:lvl1pPr>
              <a:defRPr sz="175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buFont typeface="Wingdings" panose="05000000000000000000" pitchFamily="2" charset="2"/>
              <a:buChar char="ü"/>
              <a:defRPr sz="12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12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buFont typeface="Wingdings" panose="05000000000000000000" pitchFamily="2" charset="2"/>
              <a:buChar char="§"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3C58F0F-5237-4527-BB8E-6EEF623543B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71537" y="2733146"/>
            <a:ext cx="2857500" cy="2143125"/>
          </a:xfrm>
          <a:prstGeom prst="rect">
            <a:avLst/>
          </a:prstGeom>
        </p:spPr>
        <p:txBody>
          <a:bodyPr/>
          <a:lstStyle>
            <a:lvl1pPr>
              <a:defRPr sz="1750"/>
            </a:lvl1pPr>
            <a:lvl2pPr marL="514350" indent="-171450">
              <a:buFont typeface="Wingdings" panose="05000000000000000000" pitchFamily="2" charset="2"/>
              <a:buChar char="§"/>
              <a:defRPr sz="1500"/>
            </a:lvl2pPr>
            <a:lvl3pPr marL="857250" indent="-171450">
              <a:buFont typeface="Wingdings" panose="05000000000000000000" pitchFamily="2" charset="2"/>
              <a:buChar char="ü"/>
              <a:defRPr sz="1250"/>
            </a:lvl3pPr>
            <a:lvl4pPr>
              <a:defRPr sz="1125"/>
            </a:lvl4pPr>
            <a:lvl5pPr marL="1543050" indent="-171450">
              <a:buFont typeface="Wingdings" panose="05000000000000000000" pitchFamily="2" charset="2"/>
              <a:buChar char="§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Date Placeholder 1">
            <a:extLst>
              <a:ext uri="{FF2B5EF4-FFF2-40B4-BE49-F238E27FC236}">
                <a16:creationId xmlns:a16="http://schemas.microsoft.com/office/drawing/2014/main" id="{33D0FD2D-15F4-4320-9C04-2023CAB47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89631" y="4871972"/>
            <a:ext cx="1942504" cy="2715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4/21/26</a:t>
            </a:fld>
            <a:endParaRPr lang="en-US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08FBEF60-4239-4E67-A385-B22B813AD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779" y="4857750"/>
            <a:ext cx="750488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7614967-FAA9-4DA9-B7DE-539AA8923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7250" y="1434703"/>
            <a:ext cx="2857501" cy="994172"/>
          </a:xfrm>
          <a:prstGeom prst="rect">
            <a:avLst/>
          </a:prstGeom>
        </p:spPr>
        <p:txBody>
          <a:bodyPr lIns="0" anchor="b"/>
          <a:lstStyle>
            <a:lvl1pPr>
              <a:defRPr lang="en-US" sz="225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54399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96EEDE-6486-774B-B0E3-751BBA42CE35}"/>
              </a:ext>
            </a:extLst>
          </p:cNvPr>
          <p:cNvSpPr/>
          <p:nvPr/>
        </p:nvSpPr>
        <p:spPr>
          <a:xfrm>
            <a:off x="3143250" y="0"/>
            <a:ext cx="600075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46436" y="4857750"/>
            <a:ext cx="283264" cy="2857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75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1406DC-BAEC-4717-8F68-46C92F166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0250" y="169333"/>
            <a:ext cx="6858000" cy="819362"/>
          </a:xfrm>
          <a:prstGeom prst="rect">
            <a:avLst/>
          </a:prstGeom>
        </p:spPr>
        <p:txBody>
          <a:bodyPr lIns="0" anchor="b"/>
          <a:lstStyle>
            <a:lvl1pPr>
              <a:defRPr lang="en-US" sz="225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28E3363-7137-4431-9927-3AE087A5B2B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57250" y="1285875"/>
            <a:ext cx="8001000" cy="3429001"/>
          </a:xfrm>
          <a:prstGeom prst="rect">
            <a:avLst/>
          </a:prstGeom>
        </p:spPr>
        <p:txBody>
          <a:bodyPr/>
          <a:lstStyle>
            <a:lvl1pPr>
              <a:defRPr sz="175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buFont typeface="Wingdings" panose="05000000000000000000" pitchFamily="2" charset="2"/>
              <a:buChar char="ü"/>
              <a:defRPr sz="12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12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buFont typeface="Wingdings" panose="05000000000000000000" pitchFamily="2" charset="2"/>
              <a:buChar char="§"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E76F451D-D169-4CA9-91EE-97F19A35C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89631" y="4871972"/>
            <a:ext cx="1942504" cy="2715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4/21/26</a:t>
            </a:fld>
            <a:endParaRPr lang="en-US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A19F790-0343-4862-A140-1B409986B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779" y="4857750"/>
            <a:ext cx="750488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Pictur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/>
        </p:nvSpPr>
        <p:spPr>
          <a:xfrm>
            <a:off x="3143250" y="0"/>
            <a:ext cx="600075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E2FC3-856F-2F4B-A52D-94189159AC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00500" y="285750"/>
            <a:ext cx="2286000" cy="214312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D00854A-4EC7-2D48-A025-5B0B48548B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2250" y="285750"/>
            <a:ext cx="2286000" cy="214312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67A8C708-D197-CF47-8089-89928BE1E30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0" y="2714625"/>
            <a:ext cx="2286000" cy="214312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C4D2EBC-B863-FD49-A9DF-1381563078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72250" y="2714625"/>
            <a:ext cx="2286000" cy="214312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93B472-4A32-7C41-A565-485FDC3EB8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00500" y="1857375"/>
            <a:ext cx="2286000" cy="571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9F7807A-D120-BD49-9CBD-9174F26D79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0500" y="4286250"/>
            <a:ext cx="2286000" cy="571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8ED17FC-CAF8-9A40-9A88-897DEF9CFE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2250" y="1857375"/>
            <a:ext cx="2286000" cy="571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4A16FA60-8BA9-8B4A-86AA-F8336C26C7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2250" y="4286250"/>
            <a:ext cx="2286000" cy="571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7DC2EC3E-C641-FD49-9F15-878B1AFFFD9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746436" y="4857750"/>
            <a:ext cx="283264" cy="2857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75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648737A-DE0E-48DB-87F0-65418715C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7250" y="1434703"/>
            <a:ext cx="2857501" cy="994172"/>
          </a:xfrm>
          <a:prstGeom prst="rect">
            <a:avLst/>
          </a:prstGeom>
        </p:spPr>
        <p:txBody>
          <a:bodyPr lIns="0" anchor="b"/>
          <a:lstStyle>
            <a:lvl1pPr>
              <a:defRPr lang="en-US" sz="225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97DA340F-6103-4F2C-B3B8-8D8A524DC19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71537" y="2733146"/>
            <a:ext cx="2857500" cy="2143125"/>
          </a:xfrm>
          <a:prstGeom prst="rect">
            <a:avLst/>
          </a:prstGeom>
        </p:spPr>
        <p:txBody>
          <a:bodyPr/>
          <a:lstStyle>
            <a:lvl1pPr>
              <a:defRPr sz="1750"/>
            </a:lvl1pPr>
            <a:lvl2pPr marL="514350" indent="-171450">
              <a:buFont typeface="Wingdings" panose="05000000000000000000" pitchFamily="2" charset="2"/>
              <a:buChar char="§"/>
              <a:defRPr sz="1500"/>
            </a:lvl2pPr>
            <a:lvl3pPr marL="857250" indent="-171450">
              <a:buFont typeface="Wingdings" panose="05000000000000000000" pitchFamily="2" charset="2"/>
              <a:buChar char="ü"/>
              <a:defRPr sz="1250"/>
            </a:lvl3pPr>
            <a:lvl4pPr>
              <a:defRPr sz="1125"/>
            </a:lvl4pPr>
            <a:lvl5pPr marL="1543050" indent="-171450">
              <a:buFont typeface="Wingdings" panose="05000000000000000000" pitchFamily="2" charset="2"/>
              <a:buChar char="§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Date Placeholder 1">
            <a:extLst>
              <a:ext uri="{FF2B5EF4-FFF2-40B4-BE49-F238E27FC236}">
                <a16:creationId xmlns:a16="http://schemas.microsoft.com/office/drawing/2014/main" id="{EE384947-F0AD-4E73-95AD-CAD4DEE44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89631" y="4871972"/>
            <a:ext cx="1942504" cy="2715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4/21/26</a:t>
            </a:fld>
            <a:endParaRPr lang="en-US"/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8259C4D6-850D-4393-9434-3F69451FB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779" y="4857750"/>
            <a:ext cx="750488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7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-Picture Grid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/>
        </p:nvSpPr>
        <p:spPr>
          <a:xfrm>
            <a:off x="3143250" y="0"/>
            <a:ext cx="600075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E2FC3-856F-2F4B-A52D-94189159AC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7250" y="3371850"/>
            <a:ext cx="2543175" cy="14859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E341CF1-EFF3-A64D-A9D4-B96C8CD8F3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7250" y="1714500"/>
            <a:ext cx="2543175" cy="14859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0629C78-28FC-874B-96C1-DFAAFF975D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586163" y="3371850"/>
            <a:ext cx="2543175" cy="14859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089EEED-3863-BD48-BCCB-4D264015DA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6163" y="1714500"/>
            <a:ext cx="2543175" cy="14859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EEF5B44F-191D-F44D-8AB3-0B9E4AF4B4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5075" y="3371850"/>
            <a:ext cx="2543175" cy="14859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A26442AE-D905-374C-9CB4-1A1F44C08C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15075" y="1714500"/>
            <a:ext cx="2543175" cy="14859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BE105C-2ECB-0B46-923F-378B0A5AEB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7250" y="2686050"/>
            <a:ext cx="2543175" cy="5143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938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B0900D4-1543-834B-AE27-9A72FD91B3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7250" y="4343400"/>
            <a:ext cx="2543175" cy="5143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938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64FB6B4-B0C6-5949-9F2B-7BCB7B2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86163" y="2686050"/>
            <a:ext cx="2543175" cy="5143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938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FDD81E0-346D-A544-A838-A6991588AE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86163" y="4343400"/>
            <a:ext cx="2543175" cy="5143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938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CDB91CB5-0E93-FA44-9508-60493542C7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15075" y="2686050"/>
            <a:ext cx="2543175" cy="5143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938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2F736B8-F799-F047-BE4E-297E64A754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15075" y="4343400"/>
            <a:ext cx="2543175" cy="5143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938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183198DF-9C78-DD40-9CE1-2BC11B8888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746436" y="4857750"/>
            <a:ext cx="283264" cy="2857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75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BE0A6ECC-C9D0-4240-B978-69D09F2C99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0250" y="169333"/>
            <a:ext cx="6858000" cy="819362"/>
          </a:xfrm>
          <a:prstGeom prst="rect">
            <a:avLst/>
          </a:prstGeom>
        </p:spPr>
        <p:txBody>
          <a:bodyPr lIns="0" anchor="b"/>
          <a:lstStyle>
            <a:lvl1pPr>
              <a:defRPr lang="en-US" sz="225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0" name="Date Placeholder 1">
            <a:extLst>
              <a:ext uri="{FF2B5EF4-FFF2-40B4-BE49-F238E27FC236}">
                <a16:creationId xmlns:a16="http://schemas.microsoft.com/office/drawing/2014/main" id="{E4CF0CE7-333F-4604-B518-6F7EE2AA8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89631" y="4871972"/>
            <a:ext cx="1942504" cy="2715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1" name="Footer Placeholder 2">
            <a:extLst>
              <a:ext uri="{FF2B5EF4-FFF2-40B4-BE49-F238E27FC236}">
                <a16:creationId xmlns:a16="http://schemas.microsoft.com/office/drawing/2014/main" id="{21303C4E-FB0C-4A46-BF34-C99D885AA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779" y="4857750"/>
            <a:ext cx="750488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Content Placeholder 4">
            <a:extLst>
              <a:ext uri="{FF2B5EF4-FFF2-40B4-BE49-F238E27FC236}">
                <a16:creationId xmlns:a16="http://schemas.microsoft.com/office/drawing/2014/main" id="{C14080C3-5390-4F4E-9C88-2C080B5CE5D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57250" y="1371600"/>
            <a:ext cx="8001000" cy="328679"/>
          </a:xfrm>
          <a:prstGeom prst="rect">
            <a:avLst/>
          </a:prstGeom>
        </p:spPr>
        <p:txBody>
          <a:bodyPr/>
          <a:lstStyle>
            <a:lvl1pPr>
              <a:defRPr sz="175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buFont typeface="Wingdings" panose="05000000000000000000" pitchFamily="2" charset="2"/>
              <a:buChar char="ü"/>
              <a:defRPr sz="12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12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buFont typeface="Wingdings" panose="05000000000000000000" pitchFamily="2" charset="2"/>
              <a:buChar char="§"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162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-Pictur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/>
        </p:nvSpPr>
        <p:spPr>
          <a:xfrm>
            <a:off x="3143250" y="0"/>
            <a:ext cx="600075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E2FC3-856F-2F4B-A52D-94189159AC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7250" y="3162822"/>
            <a:ext cx="2543175" cy="1694928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E341CF1-EFF3-A64D-A9D4-B96C8CD8F3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7250" y="1291590"/>
            <a:ext cx="2543175" cy="169735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0629C78-28FC-874B-96C1-DFAAFF975D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586163" y="3162822"/>
            <a:ext cx="2543175" cy="1694928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089EEED-3863-BD48-BCCB-4D264015DA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6163" y="1291590"/>
            <a:ext cx="2543175" cy="169735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EEF5B44F-191D-F44D-8AB3-0B9E4AF4B4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5075" y="3162822"/>
            <a:ext cx="2543175" cy="1694928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A26442AE-D905-374C-9CB4-1A1F44C08C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15075" y="1291590"/>
            <a:ext cx="2543175" cy="169735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125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BE105C-2ECB-0B46-923F-378B0A5AEB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7250" y="2474595"/>
            <a:ext cx="2543175" cy="5143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938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B0900D4-1543-834B-AE27-9A72FD91B3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7250" y="4343400"/>
            <a:ext cx="2543175" cy="5143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938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64FB6B4-B0C6-5949-9F2B-7BCB7B2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86163" y="2474595"/>
            <a:ext cx="2543175" cy="5143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938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FDD81E0-346D-A544-A838-A6991588AE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86163" y="4343400"/>
            <a:ext cx="2543175" cy="5143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938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CDB91CB5-0E93-FA44-9508-60493542C7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15075" y="2474595"/>
            <a:ext cx="2543175" cy="5143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938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2F736B8-F799-F047-BE4E-297E64A754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15075" y="4343400"/>
            <a:ext cx="2543175" cy="5143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938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8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183198DF-9C78-DD40-9CE1-2BC11B8888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746436" y="4857750"/>
            <a:ext cx="283264" cy="2857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75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Date Placeholder 1">
            <a:extLst>
              <a:ext uri="{FF2B5EF4-FFF2-40B4-BE49-F238E27FC236}">
                <a16:creationId xmlns:a16="http://schemas.microsoft.com/office/drawing/2014/main" id="{68F188F7-153E-49D5-8DFC-190252047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89631" y="4871972"/>
            <a:ext cx="1942504" cy="2715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4/21/26</a:t>
            </a:fld>
            <a:endParaRPr lang="en-US"/>
          </a:p>
        </p:txBody>
      </p:sp>
      <p:sp>
        <p:nvSpPr>
          <p:cNvPr id="29" name="Footer Placeholder 2">
            <a:extLst>
              <a:ext uri="{FF2B5EF4-FFF2-40B4-BE49-F238E27FC236}">
                <a16:creationId xmlns:a16="http://schemas.microsoft.com/office/drawing/2014/main" id="{578EF931-9BED-4D2C-8850-F588C3E36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779" y="4857750"/>
            <a:ext cx="750488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B7AD090-7EA2-424E-A15B-B80A20326A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0250" y="169333"/>
            <a:ext cx="6858000" cy="819362"/>
          </a:xfrm>
          <a:prstGeom prst="rect">
            <a:avLst/>
          </a:prstGeom>
        </p:spPr>
        <p:txBody>
          <a:bodyPr lIns="0" anchor="b"/>
          <a:lstStyle>
            <a:lvl1pPr>
              <a:defRPr lang="en-US" sz="225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117607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96EEDE-6486-774B-B0E3-751BBA42CE35}"/>
              </a:ext>
            </a:extLst>
          </p:cNvPr>
          <p:cNvSpPr/>
          <p:nvPr/>
        </p:nvSpPr>
        <p:spPr>
          <a:xfrm>
            <a:off x="3143250" y="0"/>
            <a:ext cx="600075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46436" y="4857750"/>
            <a:ext cx="283264" cy="2857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75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F28E1ED-1888-403E-AAF0-8053EF9DF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89631" y="4871972"/>
            <a:ext cx="1942504" cy="2715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4/21/26</a:t>
            </a:fld>
            <a:endParaRPr lang="en-US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27E8059-8EC0-42A2-8A9E-251427CDC0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779" y="4857750"/>
            <a:ext cx="750488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77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/ 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46436" y="4857750"/>
            <a:ext cx="283264" cy="2857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7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6D1A4-6DD7-B54C-AB7B-63074374BB93}"/>
              </a:ext>
            </a:extLst>
          </p:cNvPr>
          <p:cNvSpPr txBox="1"/>
          <p:nvPr/>
        </p:nvSpPr>
        <p:spPr>
          <a:xfrm>
            <a:off x="857250" y="1285875"/>
            <a:ext cx="2857500" cy="3429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62A8373-42F9-431F-865E-129CCA004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779" y="4857750"/>
            <a:ext cx="341972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03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80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2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6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29221F-20F2-144C-A638-0A6C756C26C9}"/>
              </a:ext>
            </a:extLst>
          </p:cNvPr>
          <p:cNvSpPr/>
          <p:nvPr/>
        </p:nvSpPr>
        <p:spPr>
          <a:xfrm>
            <a:off x="571500" y="0"/>
            <a:ext cx="3429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88D28A-E737-5049-8A98-3AC3A6EA2CD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7250" y="148590"/>
            <a:ext cx="800100" cy="78076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AA279-64AD-4C24-987C-D056E5350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3149" y="4767461"/>
            <a:ext cx="30857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9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Columbia River Basin Water Supply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quarter" idx="10"/>
          </p:nvPr>
        </p:nvSpPr>
        <p:spPr>
          <a:xfrm>
            <a:off x="856581" y="3346122"/>
            <a:ext cx="2857500" cy="652182"/>
          </a:xfrm>
        </p:spPr>
        <p:txBody>
          <a:bodyPr>
            <a:normAutofit/>
          </a:bodyPr>
          <a:lstStyle/>
          <a:p>
            <a:r>
              <a:rPr lang="en-US" sz="1000" dirty="0"/>
              <a:t>Cameron Bracken, Stefan Rose, Amanda Lawter,</a:t>
            </a:r>
          </a:p>
          <a:p>
            <a:r>
              <a:rPr lang="en-US" sz="1000" dirty="0"/>
              <a:t>Matt Sturtevant, Jana Simo</a:t>
            </a:r>
          </a:p>
          <a:p>
            <a:r>
              <a:rPr lang="en-US" dirty="0"/>
              <a:t> </a:t>
            </a:r>
          </a:p>
          <a:p>
            <a:pPr marL="0" lvl="0" indent="0">
              <a:buNone/>
            </a:pP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lvl="0"/>
            <a:r>
              <a:rPr lang="en-US" dirty="0"/>
              <a:t>AI Delinquents </a:t>
            </a:r>
          </a:p>
          <a:p>
            <a:pPr lvl="0"/>
            <a:r>
              <a:rPr lang="en-US" dirty="0"/>
              <a:t>ESSD AI Competition 2026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0"/>
          </p:nvPr>
        </p:nvSpPr>
        <p:spPr>
          <a:xfrm>
            <a:off x="857250" y="1358053"/>
            <a:ext cx="8001000" cy="335682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/>
              <a:t>Goal: </a:t>
            </a:r>
            <a:r>
              <a:rPr b="1" dirty="0"/>
              <a:t>Predict April–September naturalized streamflow volume at The Dalles, OR</a:t>
            </a:r>
            <a:endParaRPr lang="en-US" b="1" dirty="0"/>
          </a:p>
          <a:p>
            <a:pPr lvl="0"/>
            <a:r>
              <a:rPr lang="en-US" dirty="0"/>
              <a:t>Columbia Basin snowmelt drives hydropower, agriculture, and municipal water across the PNW</a:t>
            </a:r>
          </a:p>
          <a:p>
            <a:pPr lvl="0"/>
            <a:r>
              <a:rPr lang="en-US" dirty="0"/>
              <a:t>April 1 forecasts inform summer reservoir operations</a:t>
            </a:r>
          </a:p>
          <a:p>
            <a:pPr lvl="0"/>
            <a:r>
              <a:rPr lang="en-US" dirty="0"/>
              <a:t>Can ML improve on existing NRCS/NWRFC statistical forecasts?</a:t>
            </a:r>
          </a:p>
          <a:p>
            <a:pPr marL="0" lvl="0" indent="0">
              <a:buNone/>
            </a:pPr>
            <a:endParaRPr b="1" dirty="0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9EA64D44-7706-13B1-12D6-F73339F21F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4262388"/>
              </p:ext>
            </p:extLst>
          </p:nvPr>
        </p:nvGraphicFramePr>
        <p:xfrm>
          <a:off x="932329" y="3396166"/>
          <a:ext cx="4038600" cy="1188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&gt; 0 (beat mean)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&lt; 8,488 kcfs-days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Skill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&gt; 0 vs climatology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28" name="Picture 4" descr="1. Map of U.S. Dams on the Columbia and Snake Rivers. Solid dots and... |  Download Scientific Diagram">
            <a:extLst>
              <a:ext uri="{FF2B5EF4-FFF2-40B4-BE49-F238E27FC236}">
                <a16:creationId xmlns:a16="http://schemas.microsoft.com/office/drawing/2014/main" id="{8CC200E5-3ABC-1AE6-0EA9-0A306C8AD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663" y="3265046"/>
            <a:ext cx="2899007" cy="1805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943D0B1-2260-26B5-7A3A-C080AFFE4352}"/>
              </a:ext>
            </a:extLst>
          </p:cNvPr>
          <p:cNvSpPr/>
          <p:nvPr/>
        </p:nvSpPr>
        <p:spPr>
          <a:xfrm>
            <a:off x="6071795" y="4306824"/>
            <a:ext cx="210312" cy="278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ED71611-7931-9029-38F3-A20940F641E5}"/>
              </a:ext>
            </a:extLst>
          </p:cNvPr>
          <p:cNvCxnSpPr/>
          <p:nvPr/>
        </p:nvCxnSpPr>
        <p:spPr>
          <a:xfrm>
            <a:off x="6611112" y="3749040"/>
            <a:ext cx="118872" cy="29260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E8A2A99-7D39-244B-20EE-EDAA07B0781B}"/>
              </a:ext>
            </a:extLst>
          </p:cNvPr>
          <p:cNvCxnSpPr>
            <a:cxnSpLocks/>
          </p:cNvCxnSpPr>
          <p:nvPr/>
        </p:nvCxnSpPr>
        <p:spPr>
          <a:xfrm flipH="1">
            <a:off x="6827520" y="4242816"/>
            <a:ext cx="222504" cy="883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E1B67B-5154-4334-D801-916F45A6EF9E}"/>
              </a:ext>
            </a:extLst>
          </p:cNvPr>
          <p:cNvCxnSpPr>
            <a:cxnSpLocks/>
          </p:cNvCxnSpPr>
          <p:nvPr/>
        </p:nvCxnSpPr>
        <p:spPr>
          <a:xfrm flipV="1">
            <a:off x="7156972" y="4545140"/>
            <a:ext cx="89916" cy="33947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ED6CC6-33E2-FA31-B15C-E51501A600CC}"/>
              </a:ext>
            </a:extLst>
          </p:cNvPr>
          <p:cNvCxnSpPr>
            <a:cxnSpLocks/>
          </p:cNvCxnSpPr>
          <p:nvPr/>
        </p:nvCxnSpPr>
        <p:spPr>
          <a:xfrm flipH="1">
            <a:off x="6316844" y="4306824"/>
            <a:ext cx="294268" cy="6619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74EBC1-74D1-94C7-FA71-9FF72FD8D7E4}"/>
              </a:ext>
            </a:extLst>
          </p:cNvPr>
          <p:cNvCxnSpPr>
            <a:cxnSpLocks/>
          </p:cNvCxnSpPr>
          <p:nvPr/>
        </p:nvCxnSpPr>
        <p:spPr>
          <a:xfrm flipH="1" flipV="1">
            <a:off x="7050024" y="3990526"/>
            <a:ext cx="338328" cy="2002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 &amp; Key Predictors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2952552485"/>
              </p:ext>
            </p:extLst>
          </p:nvPr>
        </p:nvGraphicFramePr>
        <p:xfrm>
          <a:off x="1018783" y="1703293"/>
          <a:ext cx="3383056" cy="2286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91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Apr 1 SWE anomaly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0.79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Jan–Mar mean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Oct–Mar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DJF Nino3.4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−0.46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DJF PDO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−0.45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DJF PNA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−0.40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893109" y="1176146"/>
            <a:ext cx="3787250" cy="527147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b="1" dirty="0"/>
              <a:t>7 features</a:t>
            </a:r>
            <a:r>
              <a:rPr lang="en-US" b="1" dirty="0"/>
              <a:t>, </a:t>
            </a:r>
            <a:r>
              <a:rPr b="1" dirty="0"/>
              <a:t>34 water years (WY 1985–2018)</a:t>
            </a:r>
          </a:p>
        </p:txBody>
      </p:sp>
      <p:sp>
        <p:nvSpPr>
          <p:cNvPr id="5" name="TextBox 3"/>
          <p:cNvSpPr txBox="1">
            <a:spLocks noGrp="1"/>
          </p:cNvSpPr>
          <p:nvPr>
            <p:ph sz="quarter" idx="4294967295"/>
          </p:nvPr>
        </p:nvSpPr>
        <p:spPr>
          <a:xfrm>
            <a:off x="4742162" y="3936440"/>
            <a:ext cx="4038600" cy="508000"/>
          </a:xfrm>
          <a:prstGeom prst="rect">
            <a:avLst/>
          </a:prstGeom>
          <a:noFill/>
        </p:spPr>
        <p:txBody>
          <a:bodyPr>
            <a:normAutofit fontScale="77500" lnSpcReduction="20000"/>
          </a:bodyPr>
          <a:lstStyle/>
          <a:p>
            <a:pPr marL="0" lvl="0" indent="0" algn="ctr">
              <a:buNone/>
            </a:pPr>
            <a:r>
              <a:rPr dirty="0"/>
              <a:t>La Niña years (blue) produce higher runoff than El Niño (red) at the same SWE.</a:t>
            </a:r>
          </a:p>
        </p:txBody>
      </p:sp>
      <p:pic>
        <p:nvPicPr>
          <p:cNvPr id="4" name="Picture 1" descr="presentation_figures/04_swe_vs_target_enso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867837" y="988695"/>
            <a:ext cx="3787250" cy="290055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D4A31F03-7907-AA6D-0BF7-553BA66A5B83}"/>
              </a:ext>
            </a:extLst>
          </p:cNvPr>
          <p:cNvSpPr txBox="1">
            <a:spLocks/>
          </p:cNvSpPr>
          <p:nvPr/>
        </p:nvSpPr>
        <p:spPr>
          <a:xfrm>
            <a:off x="5702372" y="4326490"/>
            <a:ext cx="2118179" cy="38212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u="sng" dirty="0">
                <a:solidFill>
                  <a:srgbClr val="FF0000"/>
                </a:solidFill>
              </a:rPr>
              <a:t>This is expected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Methodology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92F62-8C25-485B-FC86-10C950702E2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57250" y="1285875"/>
            <a:ext cx="4098798" cy="34290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Leakage prevention: hyperparameter tuning inside LOYO folds only — test set never touched during development.</a:t>
            </a:r>
          </a:p>
          <a:p>
            <a:endParaRPr lang="en-US" dirty="0"/>
          </a:p>
        </p:txBody>
      </p:sp>
      <p:pic>
        <p:nvPicPr>
          <p:cNvPr id="5" name="Picture 1" descr="presentation_figures/methodology_flowchart.png">
            <a:extLst>
              <a:ext uri="{FF2B5EF4-FFF2-40B4-BE49-F238E27FC236}">
                <a16:creationId xmlns:a16="http://schemas.microsoft.com/office/drawing/2014/main" id="{971660A8-889E-CCE3-FD13-4D5D25B4529B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rcRect b="63141"/>
          <a:stretch>
            <a:fillRect/>
          </a:stretch>
        </p:blipFill>
        <p:spPr bwMode="auto">
          <a:xfrm>
            <a:off x="689475" y="2118824"/>
            <a:ext cx="4735003" cy="270920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3071EDAC-6F9C-DA2D-13AC-C0E117BA06AD}"/>
              </a:ext>
            </a:extLst>
          </p:cNvPr>
          <p:cNvCxnSpPr>
            <a:stCxn id="5" idx="2"/>
            <a:endCxn id="3" idx="0"/>
          </p:cNvCxnSpPr>
          <p:nvPr/>
        </p:nvCxnSpPr>
        <p:spPr>
          <a:xfrm rot="5400000" flipH="1" flipV="1">
            <a:off x="3187433" y="858239"/>
            <a:ext cx="3839336" cy="4100248"/>
          </a:xfrm>
          <a:prstGeom prst="bentConnector5">
            <a:avLst>
              <a:gd name="adj1" fmla="val -5954"/>
              <a:gd name="adj2" fmla="val 48546"/>
              <a:gd name="adj3" fmla="val 105954"/>
            </a:avLst>
          </a:prstGeom>
          <a:ln w="12700"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1" descr="presentation_figures/methodology_flowchart.png"/>
          <p:cNvPicPr>
            <a:picLocks noGrp="1" noChangeAspect="1"/>
          </p:cNvPicPr>
          <p:nvPr/>
        </p:nvPicPr>
        <p:blipFill>
          <a:blip r:embed="rId3"/>
          <a:srcRect t="36552"/>
          <a:stretch>
            <a:fillRect/>
          </a:stretch>
        </p:blipFill>
        <p:spPr bwMode="auto">
          <a:xfrm>
            <a:off x="5170449" y="988695"/>
            <a:ext cx="3973551" cy="391363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dirty="0"/>
              <a:t>ML Results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sz="quarter" idx="20"/>
          </p:nvPr>
        </p:nvSpPr>
        <p:spPr>
          <a:xfrm>
            <a:off x="536588" y="3581809"/>
            <a:ext cx="3565149" cy="1653994"/>
          </a:xfrm>
          <a:prstGeom prst="rect">
            <a:avLst/>
          </a:prstGeom>
          <a:noFill/>
        </p:spPr>
        <p:txBody>
          <a:bodyPr>
            <a:normAutofit fontScale="92500" lnSpcReduction="10000"/>
          </a:bodyPr>
          <a:lstStyle/>
          <a:p>
            <a:r>
              <a:rPr dirty="0"/>
              <a:t>MLR tracks closely; </a:t>
            </a:r>
            <a:r>
              <a:rPr dirty="0" err="1"/>
              <a:t>XGBoost</a:t>
            </a:r>
            <a:r>
              <a:rPr dirty="0"/>
              <a:t> PI (blue) undercovers at ~67% vs 80% target.</a:t>
            </a:r>
            <a:endParaRPr lang="en-US" dirty="0"/>
          </a:p>
          <a:p>
            <a:r>
              <a:rPr lang="en-US" u="sng" dirty="0"/>
              <a:t>We expected </a:t>
            </a:r>
            <a:r>
              <a:rPr lang="en-US" u="sng" dirty="0" err="1"/>
              <a:t>XGBoost</a:t>
            </a:r>
            <a:r>
              <a:rPr lang="en-US" u="sng" dirty="0"/>
              <a:t> to be equal to or better than MLR, which indicates an error in the vibe-coded ML setup</a:t>
            </a:r>
            <a:endParaRPr u="sng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248782577"/>
              </p:ext>
            </p:extLst>
          </p:nvPr>
        </p:nvGraphicFramePr>
        <p:xfrm>
          <a:off x="4661647" y="3353435"/>
          <a:ext cx="4358652" cy="1407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52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2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Climatology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−0.03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8,488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MLR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4,034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 err="1"/>
                        <a:t>XGBoost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6,170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4294967295"/>
          </p:nvPr>
        </p:nvSpPr>
        <p:spPr>
          <a:xfrm>
            <a:off x="5323774" y="748189"/>
            <a:ext cx="4040188" cy="481012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Test set (WY 2013–2018)</a:t>
            </a:r>
          </a:p>
        </p:txBody>
      </p:sp>
      <p:pic>
        <p:nvPicPr>
          <p:cNvPr id="3" name="Picture 1" descr="presentation_figures/obs_vs_pred_timeseries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0" y="1086485"/>
            <a:ext cx="4358651" cy="209708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F99FD32-06EC-01EC-ACC0-59AC365F39D9}"/>
              </a:ext>
            </a:extLst>
          </p:cNvPr>
          <p:cNvSpPr txBox="1">
            <a:spLocks/>
          </p:cNvSpPr>
          <p:nvPr/>
        </p:nvSpPr>
        <p:spPr>
          <a:xfrm>
            <a:off x="1752682" y="2908758"/>
            <a:ext cx="1630680" cy="320866"/>
          </a:xfrm>
          <a:prstGeom prst="rect">
            <a:avLst/>
          </a:prstGeom>
          <a:noFill/>
        </p:spPr>
        <p:txBody>
          <a:bodyPr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ü"/>
              <a:defRPr sz="12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Not expected!!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2DE15ED4-6B42-5DFF-0E14-C4DF2CEC6054}"/>
              </a:ext>
            </a:extLst>
          </p:cNvPr>
          <p:cNvCxnSpPr>
            <a:cxnSpLocks/>
            <a:stCxn id="24" idx="1"/>
            <a:endCxn id="8" idx="1"/>
          </p:cNvCxnSpPr>
          <p:nvPr/>
        </p:nvCxnSpPr>
        <p:spPr>
          <a:xfrm rot="10800000" flipH="1" flipV="1">
            <a:off x="941832" y="1845609"/>
            <a:ext cx="810850" cy="1223582"/>
          </a:xfrm>
          <a:prstGeom prst="bentConnector3">
            <a:avLst>
              <a:gd name="adj1" fmla="val -28193"/>
            </a:avLst>
          </a:prstGeom>
          <a:ln w="254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FF38582-696A-3EFC-9909-639E179EB145}"/>
              </a:ext>
            </a:extLst>
          </p:cNvPr>
          <p:cNvSpPr txBox="1"/>
          <p:nvPr/>
        </p:nvSpPr>
        <p:spPr>
          <a:xfrm>
            <a:off x="941832" y="1134645"/>
            <a:ext cx="3820615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b="1" dirty="0"/>
              <a:t>MLR wins</a:t>
            </a:r>
            <a:r>
              <a:rPr lang="en-US" dirty="0"/>
              <a:t> — at n=34, linear relationships dominate. LOYO CV consistent: MLR 0.69, XGB 0.44.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9F2A1480-FB07-1B8D-FFAC-5B2FD0C691C2}"/>
              </a:ext>
            </a:extLst>
          </p:cNvPr>
          <p:cNvCxnSpPr>
            <a:cxnSpLocks/>
            <a:stCxn id="6" idx="1"/>
            <a:endCxn id="8" idx="3"/>
          </p:cNvCxnSpPr>
          <p:nvPr/>
        </p:nvCxnSpPr>
        <p:spPr>
          <a:xfrm rot="10800000">
            <a:off x="3383363" y="3069191"/>
            <a:ext cx="1278285" cy="987824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Interpretability</a:t>
            </a:r>
          </a:p>
        </p:txBody>
      </p:sp>
      <p:sp>
        <p:nvSpPr>
          <p:cNvPr id="5" name="TextBox 3"/>
          <p:cNvSpPr txBox="1">
            <a:spLocks noGrp="1"/>
          </p:cNvSpPr>
          <p:nvPr>
            <p:ph sz="quarter" idx="20"/>
          </p:nvPr>
        </p:nvSpPr>
        <p:spPr>
          <a:xfrm>
            <a:off x="857250" y="1320801"/>
            <a:ext cx="4127126" cy="3394075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dirty="0"/>
              <a:t>Antecedent flow tops the ranking — integrates temp, </a:t>
            </a:r>
            <a:r>
              <a:rPr dirty="0" err="1"/>
              <a:t>precip</a:t>
            </a:r>
            <a:r>
              <a:rPr dirty="0"/>
              <a:t>, and melt that SWE alone misses.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5529942" y="1200150"/>
            <a:ext cx="3614057" cy="3394075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b="1" dirty="0"/>
              <a:t>Antecedent flow</a:t>
            </a:r>
            <a:r>
              <a:rPr dirty="0"/>
              <a:t> (Jan–Mar, Oct–Mar) ranked highest — integrates current-season melt signal</a:t>
            </a:r>
          </a:p>
          <a:p>
            <a:pPr lvl="0"/>
            <a:r>
              <a:rPr b="1" dirty="0"/>
              <a:t>Apr 1 SWE</a:t>
            </a:r>
            <a:r>
              <a:rPr dirty="0"/>
              <a:t> central — raw inches and anomaly % both matter</a:t>
            </a:r>
          </a:p>
          <a:p>
            <a:pPr lvl="0"/>
            <a:r>
              <a:rPr b="1" dirty="0"/>
              <a:t>Climate indices</a:t>
            </a:r>
            <a:r>
              <a:rPr dirty="0"/>
              <a:t> secondary — modulate but don’t dominate</a:t>
            </a:r>
          </a:p>
          <a:p>
            <a:pPr lvl="0"/>
            <a:r>
              <a:rPr u="sng" dirty="0"/>
              <a:t>Rankings match operational forecaster intuition</a:t>
            </a:r>
          </a:p>
        </p:txBody>
      </p:sp>
      <p:pic>
        <p:nvPicPr>
          <p:cNvPr id="3" name="Picture 1" descr="presentation_figures/feature_importanc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00891" y="2149474"/>
            <a:ext cx="4383486" cy="299402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LLM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Can a general-purpose LLM predict streamflow from a text description of conditions?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D9C572-B4D2-7366-59AA-F927A27DD261}"/>
              </a:ext>
            </a:extLst>
          </p:cNvPr>
          <p:cNvSpPr txBox="1">
            <a:spLocks/>
          </p:cNvSpPr>
          <p:nvPr/>
        </p:nvSpPr>
        <p:spPr>
          <a:xfrm>
            <a:off x="744070" y="1845610"/>
            <a:ext cx="4038600" cy="3394472"/>
          </a:xfrm>
        </p:spPr>
        <p:txBody>
          <a:bodyPr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r>
              <a:rPr lang="en-US">
                <a:latin typeface="Courier"/>
              </a:rPr>
              <a:t>You are a hydrologist forecasting seasonal water supply.
Water year 2013:
  Apr 1 SWE: 25.2 in (−12% vs median)
  DJF Nino3.4: −0.43 (La Niña)
  Jan–Mar flow: 103,131 </a:t>
            </a:r>
            <a:r>
              <a:rPr lang="en-US" dirty="0" err="1">
                <a:latin typeface="Courier"/>
              </a:rPr>
              <a:t>cfs</a:t>
            </a:r>
            <a:r>
              <a:rPr lang="en-US">
                <a:latin typeface="Courier"/>
              </a:rPr>
              <a:t> ...
Return ONLY: {"</a:t>
            </a:r>
            <a:r>
              <a:rPr lang="en-US" dirty="0" err="1">
                <a:latin typeface="Courier"/>
              </a:rPr>
              <a:t>prediction_kcfs_days</a:t>
            </a:r>
            <a:r>
              <a:rPr lang="en-US">
                <a:latin typeface="Courier"/>
              </a:rPr>
              <a:t>": &lt;number&gt;}</a:t>
            </a:r>
          </a:p>
          <a:p>
            <a:r>
              <a:rPr lang="en-US"/>
              <a:t>v1: Zero-shot · v2: 3-example few-shot</a:t>
            </a:r>
          </a:p>
          <a:p>
            <a:r>
              <a:rPr lang="en-US" b="1"/>
              <a:t>Parse success: 100%</a:t>
            </a:r>
            <a:endParaRPr lang="en-US" b="1" dirty="0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A9ACF5B1-497D-6F5B-6294-87A03F24F9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1220948"/>
              </p:ext>
            </p:extLst>
          </p:nvPr>
        </p:nvGraphicFramePr>
        <p:xfrm>
          <a:off x="4857750" y="1845610"/>
          <a:ext cx="4038600" cy="1188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Phi-3.5-mini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~3.8B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Phi-mini-MoE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~7B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gemma-3-12b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12B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ML vs LLM: Results</a:t>
            </a:r>
          </a:p>
        </p:txBody>
      </p:sp>
      <p:pic>
        <p:nvPicPr>
          <p:cNvPr id="3" name="Picture 1" descr="presentation_figures/llm_vs_ml_comparison_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8650" y="1255776"/>
            <a:ext cx="8229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DB3B93-F3F9-F262-E34D-13C0D5BEAAB0}"/>
              </a:ext>
            </a:extLst>
          </p:cNvPr>
          <p:cNvSpPr/>
          <p:nvPr/>
        </p:nvSpPr>
        <p:spPr>
          <a:xfrm>
            <a:off x="2157984" y="2926080"/>
            <a:ext cx="704088" cy="8961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D4F248F-62F1-D92C-F8B9-0FF39F1245B5}"/>
              </a:ext>
            </a:extLst>
          </p:cNvPr>
          <p:cNvSpPr txBox="1">
            <a:spLocks/>
          </p:cNvSpPr>
          <p:nvPr/>
        </p:nvSpPr>
        <p:spPr>
          <a:xfrm>
            <a:off x="1635309" y="4492868"/>
            <a:ext cx="3595821" cy="320866"/>
          </a:xfrm>
          <a:prstGeom prst="rect">
            <a:avLst/>
          </a:prstGeom>
          <a:noFill/>
        </p:spPr>
        <p:txBody>
          <a:bodyPr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ü"/>
              <a:defRPr sz="12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No single model is always the best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44B9AA0A-FD48-3BDB-4E94-F925B6A8ACB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2862072" y="3374136"/>
            <a:ext cx="571148" cy="1118732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ML vs LLM: Performance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541730729"/>
              </p:ext>
            </p:extLst>
          </p:nvPr>
        </p:nvGraphicFramePr>
        <p:xfrm>
          <a:off x="789434" y="1285875"/>
          <a:ext cx="4038600" cy="24003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MLR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4,034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6,170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gemma-3-12b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6,817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Phi-3.5-mini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7,824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Phi-mini-MoE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−0.57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10,472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4988859" y="1285875"/>
            <a:ext cx="4038600" cy="3394075"/>
          </a:xfrm>
        </p:spPr>
        <p:txBody>
          <a:bodyPr/>
          <a:lstStyle/>
          <a:p>
            <a:pPr lvl="0"/>
            <a:r>
              <a:rPr dirty="0"/>
              <a:t>LLMs </a:t>
            </a:r>
            <a:r>
              <a:rPr b="1" dirty="0"/>
              <a:t>regress to the mean</a:t>
            </a:r>
            <a:r>
              <a:rPr dirty="0"/>
              <a:t> — Phi-3.5-mini returned 45,000 on 4 of 6 years</a:t>
            </a:r>
          </a:p>
          <a:p>
            <a:pPr lvl="0"/>
            <a:r>
              <a:rPr dirty="0"/>
              <a:t>Only Phi-mini-</a:t>
            </a:r>
            <a:r>
              <a:rPr dirty="0" err="1"/>
              <a:t>MoE</a:t>
            </a:r>
            <a:r>
              <a:rPr dirty="0"/>
              <a:t> </a:t>
            </a:r>
            <a:r>
              <a:rPr b="1" dirty="0"/>
              <a:t>worse than climatology</a:t>
            </a:r>
          </a:p>
          <a:p>
            <a:pPr lvl="0"/>
            <a:r>
              <a:rPr dirty="0"/>
              <a:t>Scale &gt; prompt engineering</a:t>
            </a:r>
          </a:p>
          <a:p>
            <a:pPr lvl="0"/>
            <a:r>
              <a:rPr dirty="0"/>
              <a:t>Numbers are tokens, not quantities — extremes unreliable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Limitations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0"/>
          </p:nvPr>
        </p:nvSpPr>
        <p:spPr>
          <a:xfrm>
            <a:off x="857250" y="1285875"/>
            <a:ext cx="4107942" cy="342900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ML</a:t>
            </a:r>
          </a:p>
          <a:p>
            <a:pPr lvl="0"/>
            <a:r>
              <a:rPr dirty="0"/>
              <a:t>Small training set (n=28) limits </a:t>
            </a:r>
            <a:r>
              <a:rPr dirty="0" err="1"/>
              <a:t>XGBoost</a:t>
            </a:r>
            <a:endParaRPr dirty="0"/>
          </a:p>
          <a:p>
            <a:pPr lvl="0"/>
            <a:r>
              <a:rPr dirty="0"/>
              <a:t>Short test window (n=6) — one year swings NSE ±0.15</a:t>
            </a:r>
          </a:p>
          <a:p>
            <a:pPr lvl="0"/>
            <a:r>
              <a:rPr dirty="0"/>
              <a:t>PI </a:t>
            </a:r>
            <a:r>
              <a:rPr dirty="0" err="1"/>
              <a:t>undercoverage</a:t>
            </a:r>
            <a:r>
              <a:rPr dirty="0"/>
              <a:t> (~67% vs 80% target)</a:t>
            </a:r>
          </a:p>
          <a:p>
            <a:pPr lvl="0"/>
            <a:r>
              <a:rPr dirty="0"/>
              <a:t>Stationarity assumption — climate change may shift SWE–runoff relationships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5105400" y="1200150"/>
            <a:ext cx="4038600" cy="3394075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b="1"/>
              <a:t>LLM</a:t>
            </a:r>
          </a:p>
          <a:p>
            <a:pPr lvl="0"/>
            <a:r>
              <a:t>Compressed variance — anchors near mean regardless of inputs</a:t>
            </a:r>
          </a:p>
          <a:p>
            <a:pPr lvl="0"/>
            <a:r>
              <a:t>Structural numeric reasoning limitation — not a prompt problem</a:t>
            </a:r>
          </a:p>
          <a:p>
            <a:pPr lvl="0"/>
            <a:r>
              <a:t>Not domain-fine-tuned</a:t>
            </a:r>
          </a:p>
          <a:p>
            <a:pPr marL="0" lvl="0" indent="0">
              <a:buNone/>
            </a:pPr>
            <a:r>
              <a:rPr b="1"/>
              <a:t>WY 2015 — worst miss:</a:t>
            </a:r>
            <a:r>
              <a:t> −51% SWE, strong El Niño. All models predicted 30–44k; observed: 31k. NRCS also missed this year.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We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0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Modeling: </a:t>
            </a:r>
            <a:r>
              <a:rPr lang="en-US" sz="2000" dirty="0"/>
              <a:t>Simple beats complex at small n; match model complexity to data volume</a:t>
            </a:r>
          </a:p>
          <a:p>
            <a:pPr lvl="1"/>
            <a:r>
              <a:rPr lang="en-US" sz="1750" dirty="0"/>
              <a:t>LLMs developed modeling workflows can make mistakes even with “simple” ML setups</a:t>
            </a:r>
          </a:p>
          <a:p>
            <a:r>
              <a:rPr lang="en-US" sz="2000" b="1" dirty="0"/>
              <a:t>ML vs LLM: </a:t>
            </a:r>
            <a:r>
              <a:rPr lang="en-US" sz="2000" dirty="0"/>
              <a:t>Need the right tool for the right job. LLMs have limitations.</a:t>
            </a:r>
          </a:p>
          <a:p>
            <a:r>
              <a:rPr lang="en-US" sz="2000" b="1" dirty="0"/>
              <a:t>Professional development</a:t>
            </a:r>
            <a:r>
              <a:rPr lang="en-US" sz="2000" dirty="0"/>
              <a:t>: Great opportunity to learn from one another on how to work more productively with AI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NNL_Option_4">
  <a:themeElements>
    <a:clrScheme name="PNNL">
      <a:dk1>
        <a:srgbClr val="616265"/>
      </a:dk1>
      <a:lt1>
        <a:srgbClr val="FFFFFF"/>
      </a:lt1>
      <a:dk2>
        <a:srgbClr val="D77600"/>
      </a:dk2>
      <a:lt2>
        <a:srgbClr val="B3B3B3"/>
      </a:lt2>
      <a:accent1>
        <a:srgbClr val="A63F1E"/>
      </a:accent1>
      <a:accent2>
        <a:srgbClr val="191C1F"/>
      </a:accent2>
      <a:accent3>
        <a:srgbClr val="F4AA00"/>
      </a:accent3>
      <a:accent4>
        <a:srgbClr val="007836"/>
      </a:accent4>
      <a:accent5>
        <a:srgbClr val="C10435"/>
      </a:accent5>
      <a:accent6>
        <a:srgbClr val="00338E"/>
      </a:accent6>
      <a:hlink>
        <a:srgbClr val="003698"/>
      </a:hlink>
      <a:folHlink>
        <a:srgbClr val="8A0752"/>
      </a:folHlink>
    </a:clrScheme>
    <a:fontScheme name="PNNL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NNL_11" id="{337D310C-1272-4F30-9DED-56441803F0A1}" vid="{1F81E3C5-E229-4038-8C61-9A314EB358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2EB9474BCC524194DF8AB69AF98367" ma:contentTypeVersion="11" ma:contentTypeDescription="Create a new document." ma:contentTypeScope="" ma:versionID="d7b015066b057df51e2bd18f3670a8ba">
  <xsd:schema xmlns:xsd="http://www.w3.org/2001/XMLSchema" xmlns:xs="http://www.w3.org/2001/XMLSchema" xmlns:p="http://schemas.microsoft.com/office/2006/metadata/properties" xmlns:ns2="be29f02d-c038-4345-b16b-5963e734fea8" xmlns:ns3="57e9471f-e923-43d3-91de-663b24ddc458" targetNamespace="http://schemas.microsoft.com/office/2006/metadata/properties" ma:root="true" ma:fieldsID="07b75cdb79a64d1a70b4766cabd81225" ns2:_="" ns3:_="">
    <xsd:import namespace="be29f02d-c038-4345-b16b-5963e734fea8"/>
    <xsd:import namespace="57e9471f-e923-43d3-91de-663b24ddc4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9f02d-c038-4345-b16b-5963e734fe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60f1aaf-6244-4bb9-9bf9-38bf373853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e9471f-e923-43d3-91de-663b24ddc45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bcb3334-e986-457f-ba1e-f599899c508e}" ma:internalName="TaxCatchAll" ma:showField="CatchAllData" ma:web="57e9471f-e923-43d3-91de-663b24ddc4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e29f02d-c038-4345-b16b-5963e734fea8">
      <Terms xmlns="http://schemas.microsoft.com/office/infopath/2007/PartnerControls"/>
    </lcf76f155ced4ddcb4097134ff3c332f>
    <TaxCatchAll xmlns="57e9471f-e923-43d3-91de-663b24ddc45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A92C8E-9582-441B-800F-81E940E805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29f02d-c038-4345-b16b-5963e734fea8"/>
    <ds:schemaRef ds:uri="57e9471f-e923-43d3-91de-663b24ddc4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4A95AF-40C9-45B0-9C3A-A810BF3F3D87}">
  <ds:schemaRefs>
    <ds:schemaRef ds:uri="http://www.w3.org/XML/1998/namespace"/>
    <ds:schemaRef ds:uri="57e9471f-e923-43d3-91de-663b24ddc458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dcmitype/"/>
    <ds:schemaRef ds:uri="be29f02d-c038-4345-b16b-5963e734fea8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0080F90-D2B0-4412-AC79-8CAB9FFB32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teamname_week5_presentation</Template>
  <TotalTime>26</TotalTime>
  <Words>1030</Words>
  <Application>Microsoft Macintosh PowerPoint</Application>
  <PresentationFormat>On-screen Show (16:9)</PresentationFormat>
  <Paragraphs>143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</vt:lpstr>
      <vt:lpstr>Wingdings</vt:lpstr>
      <vt:lpstr>PNNL_Option_4</vt:lpstr>
      <vt:lpstr>Columbia River Basin Water Supply Forecasting</vt:lpstr>
      <vt:lpstr>The Problem</vt:lpstr>
      <vt:lpstr>Data &amp; Key Predictors</vt:lpstr>
      <vt:lpstr>Methodology</vt:lpstr>
      <vt:lpstr>ML Results</vt:lpstr>
      <vt:lpstr>Interpretability</vt:lpstr>
      <vt:lpstr>LLM Benchmarking</vt:lpstr>
      <vt:lpstr>ML vs LLM: Results</vt:lpstr>
      <vt:lpstr>ML vs LLM: Performance</vt:lpstr>
      <vt:lpstr>Limitations &amp; Risks</vt:lpstr>
      <vt:lpstr>What We Learned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Columbia River Basin Water Supply Forecasting</dc:title>
  <dc:creator>Cameron Bracken, Stefan Rose, Amanda Lawter, Matt Sturtevant, Jana Simo</dc:creator>
  <cp:keywords/>
  <cp:lastModifiedBy>Bracken, Cameron</cp:lastModifiedBy>
  <cp:revision>1</cp:revision>
  <dcterms:created xsi:type="dcterms:W3CDTF">2026-04-21T21:40:06Z</dcterms:created>
  <dcterms:modified xsi:type="dcterms:W3CDTF">2026-04-23T16:02:55Z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2026-04-21</vt:lpwstr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AI Delinquents | ESSD AI Competition 2025</vt:lpwstr>
  </property>
  <property fmtid="{D5CDD505-2E9C-101B-9397-08002B2CF9AE}" pid="12" name="toc-title">
    <vt:lpwstr>Table of contents</vt:lpwstr>
  </property>
  <property fmtid="{D5CDD505-2E9C-101B-9397-08002B2CF9AE}" pid="13" name="ContentTypeId">
    <vt:lpwstr>0x0101003B2EB9474BCC524194DF8AB69AF98367</vt:lpwstr>
  </property>
  <property fmtid="{D5CDD505-2E9C-101B-9397-08002B2CF9AE}" pid="14" name="MediaServiceImageTags">
    <vt:lpwstr/>
  </property>
</Properties>
</file>